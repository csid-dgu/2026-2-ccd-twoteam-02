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4"/>
  </p:notesMasterIdLst>
  <p:sldIdLst>
    <p:sldId id="269" r:id="rId2"/>
    <p:sldId id="268" r:id="rId3"/>
    <p:sldId id="258" r:id="rId4"/>
    <p:sldId id="259" r:id="rId5"/>
    <p:sldId id="260" r:id="rId6"/>
    <p:sldId id="261" r:id="rId7"/>
    <p:sldId id="262" r:id="rId8"/>
    <p:sldId id="263" r:id="rId9"/>
    <p:sldId id="264" r:id="rId10"/>
    <p:sldId id="265" r:id="rId11"/>
    <p:sldId id="266" r:id="rId12"/>
    <p:sldId id="267" r:id="rId13"/>
  </p:sldIdLst>
  <p:sldSz cx="18288000" cy="10287000"/>
  <p:notesSz cx="6858000" cy="9144000"/>
  <p:embeddedFontLst>
    <p:embeddedFont>
      <p:font typeface="Malgun Gothic" panose="020B0503020000020004" pitchFamily="34" charset="-127"/>
      <p:regular r:id="rId15"/>
      <p:bold r:id="rId16"/>
    </p:embeddedFont>
    <p:embeddedFont>
      <p:font typeface="Noto Sans Kr" panose="020B0200000000000000"/>
      <p:regular r:id="rId17"/>
    </p:embeddedFont>
    <p:embeddedFont>
      <p:font typeface="Noto Sans Kr Bold" panose="020B0200000000000000"/>
      <p:regular r:id="rId18"/>
      <p:bold r:id="rId1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B2340"/>
    <a:srgbClr val="545451"/>
    <a:srgbClr val="AB662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533" autoAdjust="0"/>
    <p:restoredTop sz="82946" autoAdjust="0"/>
  </p:normalViewPr>
  <p:slideViewPr>
    <p:cSldViewPr>
      <p:cViewPr varScale="1">
        <p:scale>
          <a:sx n="87" d="100"/>
          <a:sy n="87" d="100"/>
        </p:scale>
        <p:origin x="864" y="20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4.fntdata"/><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3.fntdata"/><Relationship Id="rId2" Type="http://schemas.openxmlformats.org/officeDocument/2006/relationships/slide" Target="slides/slide1.xml"/><Relationship Id="rId16" Type="http://schemas.openxmlformats.org/officeDocument/2006/relationships/font" Target="fonts/font2.fntdata"/><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1.fntdata"/><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5.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29.09.2026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5CCF94-FF18-2BBA-1454-25C7FC6C920D}"/>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79BEC231-EC82-4640-2546-08D5FD79CC82}"/>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AB76524E-37DE-0A04-5474-9589301C9906}"/>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2F75DC93-7BFB-D0D2-DB65-6F315B4DA855}"/>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FD039D22-848D-BDFC-0038-C77B0E12D52B}"/>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아바타 캠스터디는 웹캠 트래킹으로 사용자의 행동이 반영되는 3D 캐릭터로 참여하는 웹 기반 온라인 스터디카페입니다. 과제명은 "행동반영 아바타를 활용한 메타버스형 공동학습 환경 개발"이며, 팀은 트래킹·집중 로직, 화면·캐릭터, 백엔드·서비스로 역할을 나눴습니다.</a:t>
            </a:r>
          </a:p>
          <a:p>
            <a:r>
              <a:rPr lang="en-US"/>
              <a:t>1</a:t>
            </a:r>
          </a:p>
        </p:txBody>
      </p:sp>
      <p:sp>
        <p:nvSpPr>
          <p:cNvPr id="6" name="Footer Placeholder 5">
            <a:extLst>
              <a:ext uri="{FF2B5EF4-FFF2-40B4-BE49-F238E27FC236}">
                <a16:creationId xmlns:a16="http://schemas.microsoft.com/office/drawing/2014/main" id="{6E633432-1C6E-753D-2E50-04AC5ABBBDC3}"/>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9F499269-BD66-4C44-569A-8D3EA693B51F}"/>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147120936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E01958-30CA-9927-6AFB-DD6B30918765}"/>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37729D1E-922F-255F-EC37-814005F9A05C}"/>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291BAB01-8AB3-2FCB-4F5E-18BE16140A1A}"/>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DDAE46C0-9C99-82A1-014B-62BF0B2BA982}"/>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E26AE09C-6CF2-3B18-FD8B-962076D726CE}"/>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기존 선택지는 셋입니다. 오프라인은 비용, 캠 ON은 노출, 캠 OFF는 딴짓이라는 문제가 있습니다. 선행 연구에 따르면 모습을 추상화해도 함께 있다는 느낌은 유지되고[Lee 외, 2021], 실제 사람이 조종하는 아바타는 실제 사람처럼 사회적 영향을 줍니다[Hoyt 외, 2003]. 결국 노출 없이 외부 제약 효과를 얻을 방법이 없다는 것이 핵심 문제입니다.</a:t>
            </a:r>
          </a:p>
          <a:p>
            <a:r>
              <a:rPr lang="en-US"/>
              <a:t>2</a:t>
            </a:r>
          </a:p>
        </p:txBody>
      </p:sp>
      <p:sp>
        <p:nvSpPr>
          <p:cNvPr id="6" name="Footer Placeholder 5">
            <a:extLst>
              <a:ext uri="{FF2B5EF4-FFF2-40B4-BE49-F238E27FC236}">
                <a16:creationId xmlns:a16="http://schemas.microsoft.com/office/drawing/2014/main" id="{BCF91761-6929-EDC7-05DE-F60402AE4692}"/>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CE3E1C13-18D2-F9BD-2887-0A95CD9C28CA}"/>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188656069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핵심 사용자는 집에서 혼자 공부하는 대학생·수험생·취준생입니다. 사용자 비교 실험도 대학생 24명을 대상으로 진행합니다. 캠스터디를 망설이는 학생과 친구 그룹은 확장 사용자입니다.</a:t>
            </a:r>
          </a:p>
          <a:p>
            <a:r>
              <a:rPr lang="en-US"/>
              <a:t>3</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세 가지 문제에 각각 대응합니다. 노출 부담은 캐릭터로, 딴짓은 마주 보는 3D 좌석과 상태 표시등으로, 부정확한 기록은 초록불일 때만 쌓이는 자동 타이머로 해결합니다. 좌석은 실제 스터디카페처럼 키오스크에서 번호로 지정하고, 착석 후 카메라 가이드라인과 과목·학습 기기 사용 여부를 확인한 뒤 공부를 시작합니다.</a:t>
            </a:r>
          </a:p>
          <a:p>
            <a:r>
              <a:rPr lang="en-US"/>
              <a:t>4</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웹캠 영상은 브라우저 안에서 MediaPipe로 분석됩니다. 얼굴·자세 인식에 더해 물체 인식으로 휴대폰 등 전자기기를 감지하며, 고개 각도·집중 상태 같은 수치만 Supabase Realtime으로 전송됩니다. 좌석은 키오스크에서 지정하고 DB 함수로 원자적으로 배정해 중복을 막습니다. 다른 참여자에게는 초록·노랑·빨강 상태 표시등으로 보입니다.</a:t>
            </a:r>
          </a:p>
          <a:p>
            <a:r>
              <a:rPr lang="en-US"/>
              <a:t>5</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dirty="0" err="1"/>
              <a:t>각</a:t>
            </a:r>
            <a:r>
              <a:rPr lang="en-US" dirty="0"/>
              <a:t> MUST </a:t>
            </a:r>
            <a:r>
              <a:rPr lang="en-US" dirty="0" err="1"/>
              <a:t>기능은</a:t>
            </a:r>
            <a:r>
              <a:rPr lang="en-US" dirty="0"/>
              <a:t> </a:t>
            </a:r>
            <a:r>
              <a:rPr lang="en-US" dirty="0" err="1"/>
              <a:t>앞에서</a:t>
            </a:r>
            <a:r>
              <a:rPr lang="en-US" dirty="0"/>
              <a:t> </a:t>
            </a:r>
            <a:r>
              <a:rPr lang="en-US" dirty="0" err="1"/>
              <a:t>정의한</a:t>
            </a:r>
            <a:r>
              <a:rPr lang="en-US" dirty="0"/>
              <a:t> </a:t>
            </a:r>
            <a:r>
              <a:rPr lang="en-US" dirty="0" err="1"/>
              <a:t>문제와</a:t>
            </a:r>
            <a:r>
              <a:rPr lang="en-US" dirty="0"/>
              <a:t> </a:t>
            </a:r>
            <a:r>
              <a:rPr lang="en-US" dirty="0" err="1"/>
              <a:t>연결됩니다</a:t>
            </a:r>
            <a:r>
              <a:rPr lang="en-US" dirty="0"/>
              <a:t>. </a:t>
            </a:r>
            <a:r>
              <a:rPr lang="en-US" dirty="0" err="1"/>
              <a:t>완료</a:t>
            </a:r>
            <a:r>
              <a:rPr lang="en-US" dirty="0"/>
              <a:t> </a:t>
            </a:r>
            <a:r>
              <a:rPr lang="en-US" dirty="0" err="1"/>
              <a:t>여부는</a:t>
            </a:r>
            <a:r>
              <a:rPr lang="en-US" dirty="0"/>
              <a:t> </a:t>
            </a:r>
            <a:r>
              <a:rPr lang="en-US" dirty="0" err="1"/>
              <a:t>오른쪽의</a:t>
            </a:r>
            <a:r>
              <a:rPr lang="en-US" dirty="0"/>
              <a:t> </a:t>
            </a:r>
            <a:r>
              <a:rPr lang="en-US" dirty="0" err="1"/>
              <a:t>인수</a:t>
            </a:r>
            <a:r>
              <a:rPr lang="en-US" dirty="0"/>
              <a:t> </a:t>
            </a:r>
            <a:r>
              <a:rPr lang="en-US" dirty="0" err="1"/>
              <a:t>기준으로</a:t>
            </a:r>
            <a:r>
              <a:rPr lang="en-US" dirty="0"/>
              <a:t> </a:t>
            </a:r>
            <a:r>
              <a:rPr lang="en-US" dirty="0" err="1"/>
              <a:t>판단합니다</a:t>
            </a:r>
            <a:r>
              <a:rPr lang="en-US" dirty="0"/>
              <a:t>. </a:t>
            </a:r>
            <a:r>
              <a:rPr lang="en-US" dirty="0" err="1"/>
              <a:t>집중</a:t>
            </a:r>
            <a:r>
              <a:rPr lang="en-US" dirty="0"/>
              <a:t> </a:t>
            </a:r>
            <a:r>
              <a:rPr lang="en-US" dirty="0" err="1"/>
              <a:t>판정은</a:t>
            </a:r>
            <a:r>
              <a:rPr lang="en-US" dirty="0"/>
              <a:t> </a:t>
            </a:r>
            <a:r>
              <a:rPr lang="en-US" dirty="0" err="1"/>
              <a:t>필기와</a:t>
            </a:r>
            <a:r>
              <a:rPr lang="en-US" dirty="0"/>
              <a:t> </a:t>
            </a:r>
            <a:r>
              <a:rPr lang="en-US" dirty="0" err="1"/>
              <a:t>구별이</a:t>
            </a:r>
            <a:r>
              <a:rPr lang="en-US" dirty="0"/>
              <a:t> </a:t>
            </a:r>
            <a:r>
              <a:rPr lang="en-US" dirty="0" err="1"/>
              <a:t>어려운</a:t>
            </a:r>
            <a:r>
              <a:rPr lang="en-US" dirty="0"/>
              <a:t> </a:t>
            </a:r>
            <a:r>
              <a:rPr lang="en-US" dirty="0" err="1"/>
              <a:t>고개</a:t>
            </a:r>
            <a:r>
              <a:rPr lang="en-US" dirty="0"/>
              <a:t> </a:t>
            </a:r>
            <a:r>
              <a:rPr lang="en-US" dirty="0" err="1"/>
              <a:t>숙임은</a:t>
            </a:r>
            <a:r>
              <a:rPr lang="en-US" dirty="0"/>
              <a:t> </a:t>
            </a:r>
            <a:r>
              <a:rPr lang="en-US" dirty="0" err="1"/>
              <a:t>판정하지</a:t>
            </a:r>
            <a:r>
              <a:rPr lang="en-US" dirty="0"/>
              <a:t> </a:t>
            </a:r>
            <a:r>
              <a:rPr lang="en-US" dirty="0" err="1"/>
              <a:t>않고</a:t>
            </a:r>
            <a:r>
              <a:rPr lang="en-US" dirty="0"/>
              <a:t>, </a:t>
            </a:r>
            <a:r>
              <a:rPr lang="en-US" dirty="0" err="1"/>
              <a:t>필기</a:t>
            </a:r>
            <a:r>
              <a:rPr lang="en-US" dirty="0"/>
              <a:t> </a:t>
            </a:r>
            <a:r>
              <a:rPr lang="en-US" dirty="0" err="1"/>
              <a:t>상황</a:t>
            </a:r>
            <a:r>
              <a:rPr lang="en-US" dirty="0"/>
              <a:t> </a:t>
            </a:r>
            <a:r>
              <a:rPr lang="en-US" dirty="0" err="1"/>
              <a:t>오판율을</a:t>
            </a:r>
            <a:r>
              <a:rPr lang="en-US" dirty="0"/>
              <a:t> 10% </a:t>
            </a:r>
            <a:r>
              <a:rPr lang="en-US" dirty="0" err="1"/>
              <a:t>이하로</a:t>
            </a:r>
            <a:r>
              <a:rPr lang="en-US" dirty="0"/>
              <a:t> </a:t>
            </a:r>
            <a:r>
              <a:rPr lang="en-US" dirty="0" err="1"/>
              <a:t>관리합니다</a:t>
            </a:r>
            <a:r>
              <a:rPr lang="en-US" dirty="0"/>
              <a:t>. </a:t>
            </a:r>
            <a:r>
              <a:rPr lang="en-US" dirty="0" err="1"/>
              <a:t>비기능</a:t>
            </a:r>
            <a:r>
              <a:rPr lang="en-US" dirty="0"/>
              <a:t> </a:t>
            </a:r>
            <a:r>
              <a:rPr lang="en-US" dirty="0" err="1"/>
              <a:t>요구사항</a:t>
            </a:r>
            <a:r>
              <a:rPr lang="en-US" dirty="0"/>
              <a:t> </a:t>
            </a:r>
            <a:r>
              <a:rPr lang="en-US" dirty="0" err="1"/>
              <a:t>중</a:t>
            </a:r>
            <a:r>
              <a:rPr lang="en-US" dirty="0"/>
              <a:t> </a:t>
            </a:r>
            <a:r>
              <a:rPr lang="en-US" dirty="0" err="1"/>
              <a:t>가장</a:t>
            </a:r>
            <a:r>
              <a:rPr lang="en-US" dirty="0"/>
              <a:t> </a:t>
            </a:r>
            <a:r>
              <a:rPr lang="en-US" dirty="0" err="1"/>
              <a:t>중요한</a:t>
            </a:r>
            <a:r>
              <a:rPr lang="en-US" dirty="0"/>
              <a:t> </a:t>
            </a:r>
            <a:r>
              <a:rPr lang="en-US" dirty="0" err="1"/>
              <a:t>것은</a:t>
            </a:r>
            <a:r>
              <a:rPr lang="en-US" dirty="0"/>
              <a:t> </a:t>
            </a:r>
            <a:r>
              <a:rPr lang="en-US" dirty="0" err="1"/>
              <a:t>영상을</a:t>
            </a:r>
            <a:r>
              <a:rPr lang="en-US" dirty="0"/>
              <a:t> </a:t>
            </a:r>
            <a:r>
              <a:rPr lang="en-US" dirty="0" err="1"/>
              <a:t>기기</a:t>
            </a:r>
            <a:r>
              <a:rPr lang="en-US" dirty="0"/>
              <a:t> </a:t>
            </a:r>
            <a:r>
              <a:rPr lang="en-US" dirty="0" err="1"/>
              <a:t>밖으로</a:t>
            </a:r>
            <a:r>
              <a:rPr lang="en-US" dirty="0"/>
              <a:t> </a:t>
            </a:r>
            <a:r>
              <a:rPr lang="en-US" dirty="0" err="1"/>
              <a:t>보내지</a:t>
            </a:r>
            <a:r>
              <a:rPr lang="en-US" dirty="0"/>
              <a:t> </a:t>
            </a:r>
            <a:r>
              <a:rPr lang="en-US" dirty="0" err="1"/>
              <a:t>않는</a:t>
            </a:r>
            <a:r>
              <a:rPr lang="en-US" dirty="0"/>
              <a:t> </a:t>
            </a:r>
            <a:r>
              <a:rPr lang="en-US" dirty="0" err="1"/>
              <a:t>개인정보</a:t>
            </a:r>
            <a:r>
              <a:rPr lang="en-US" dirty="0"/>
              <a:t> </a:t>
            </a:r>
            <a:r>
              <a:rPr lang="en-US" dirty="0" err="1"/>
              <a:t>보호입니다</a:t>
            </a:r>
            <a:r>
              <a:rPr lang="en-US" dirty="0"/>
              <a:t>.</a:t>
            </a:r>
          </a:p>
          <a:p>
            <a:r>
              <a:rPr lang="en-US" dirty="0"/>
              <a:t>6</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MVP는 필수 기능 8개입니다. 회의실과 캐릭터 선택은 권장 기능으로 일정 여유가 있을 때 구현하고, 통계·친구·꾸미기·음성 등은 이번 범위에서 제외합니다. 기존 서비스는 노출 없는 참여, 실제 집중 상태 반영, 자동 집중 기록을 동시에 만족하지 못하며, 본 서비스는 이 세 가지를 함께 제공합니다.</a:t>
            </a:r>
          </a:p>
          <a:p>
            <a:r>
              <a:rPr lang="en-US"/>
              <a:t>7</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기술 선택 기준은 설치 없는 웹, 개인정보 보호, 짧은 개발 기간입니다. 전자기기 감지를 위해 MediaPipe Object Detector를 추가했고, 연산 부담은 인식 주기를 낮춰 줄입니다. AI 코딩 도구는 개발 과정에만 사용하며, 서비스 내 판정은 기기에서 도는 MediaPipe 모델입니다. 1주 스프린트로 진행하고 10주 차에 기능을 동결합니다.</a:t>
            </a:r>
          </a:p>
          <a:p>
            <a:r>
              <a:rPr lang="en-US"/>
              <a:t>8</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6주 차 기술 검증 통합이 첫 분기점입니다. 트래킹 캐릭터와 탑다운 이동이 한 화면에서 동작하는지 확인합니다. 10주 차까지 필수 기능을 마치고 기능을 동결한 뒤, 10~12주 차는 통합 테스트·성능 측정·파일럿 테스트로 안정화하고, 13주 차에 24명 대상 사용자 비교 실험을 진행합니다.</a:t>
            </a:r>
          </a:p>
          <a:p>
            <a:r>
              <a:rPr lang="en-US"/>
              <a:t>9</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문제 정의 자체를 검증하는 실험입니다. 같은 참가자 24명이 캠 ON(Zoom), 캠 OFF(본 서비스의 캐릭터 숨김 모드), 본 서비스 세 조건을 모두 수행합니다. B와 C는 같은 화면과 트래킹을 쓰고 다른 참여자의 캐릭터가 보이는지만 달라, 그 차이를 함께 공부하는 효과로 해석합니다. 문제 세트 과목은 아직 확정 전입니다.</a:t>
            </a:r>
          </a:p>
          <a:p>
            <a:r>
              <a:rPr lang="en-US"/>
              <a:t>10</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사용자 실험으로 효과를, 기술 성능 지표로 기능 품질을 검증합니다. 핵심은 캐릭터 노출만 다른 B와 C의 비교로, 참가자별 차이를 윌콕슨 부호순위 검정으로 확인합니다. 기술 지표에는 전자기기 감지 정확도와 필기 상황 오판율을 추가했습니다.</a:t>
            </a:r>
          </a:p>
          <a:p>
            <a:r>
              <a:rPr lang="en-US"/>
              <a:t>11</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최종 산출물은 배포된 웹 서비스, 소스 코드, 실험 결과 보고서입니다. 얼굴과 공간을 드러내지 않으면서도 함께 공부하는 긴장감을 유지해, 학습 공간 비용과 노출 부담을 줄이는 것이 목표입니다. 11~12월에 특허 출원과 SW 등록, 교내 발표회 참가를 계획하고 있습니다. 아래 항목은 아직 확정 전입니다.</a:t>
            </a:r>
          </a:p>
          <a:p>
            <a:r>
              <a:rPr lang="en-US"/>
              <a:t>12</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9/29/26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9/29/26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9/29/26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9/29/26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9/29/26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9/29/26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9/29/26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9/29/26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9/29/26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9/29/26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9/29/26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9/29/26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5.jpe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7.xml"/><Relationship Id="rId5" Type="http://schemas.openxmlformats.org/officeDocument/2006/relationships/image" Target="../media/image8.pn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9.png"/><Relationship Id="rId7" Type="http://schemas.openxmlformats.org/officeDocument/2006/relationships/image" Target="../media/image12.png"/><Relationship Id="rId12" Type="http://schemas.openxmlformats.org/officeDocument/2006/relationships/image" Target="../media/image17.png"/><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image" Target="../media/image11.png"/><Relationship Id="rId11" Type="http://schemas.openxmlformats.org/officeDocument/2006/relationships/image" Target="../media/image16.png"/><Relationship Id="rId5" Type="http://schemas.openxmlformats.org/officeDocument/2006/relationships/image" Target="../media/image10.png"/><Relationship Id="rId10" Type="http://schemas.openxmlformats.org/officeDocument/2006/relationships/image" Target="../media/image15.png"/><Relationship Id="rId4" Type="http://schemas.openxmlformats.org/officeDocument/2006/relationships/image" Target="../media/image5.jpeg"/><Relationship Id="rId9" Type="http://schemas.openxmlformats.org/officeDocument/2006/relationships/image" Target="../media/image14.png"/></Relationships>
</file>

<file path=ppt/slides/_rels/slide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5.xml"/><Relationship Id="rId1" Type="http://schemas.openxmlformats.org/officeDocument/2006/relationships/slideLayout" Target="../slideLayouts/slideLayout7.xml"/><Relationship Id="rId5" Type="http://schemas.openxmlformats.org/officeDocument/2006/relationships/image" Target="../media/image19.png"/><Relationship Id="rId4" Type="http://schemas.openxmlformats.org/officeDocument/2006/relationships/image" Target="../media/image18.png"/></Relationships>
</file>

<file path=ppt/slides/_rels/slide6.xml.rels><?xml version="1.0" encoding="UTF-8" standalone="yes"?>
<Relationships xmlns="http://schemas.openxmlformats.org/package/2006/relationships"><Relationship Id="rId3" Type="http://schemas.openxmlformats.org/officeDocument/2006/relationships/image" Target="../media/image18.png"/><Relationship Id="rId7" Type="http://schemas.openxmlformats.org/officeDocument/2006/relationships/image" Target="../media/image22.pn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5.jpe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8" Type="http://schemas.openxmlformats.org/officeDocument/2006/relationships/image" Target="../media/image5.jpeg"/><Relationship Id="rId3" Type="http://schemas.openxmlformats.org/officeDocument/2006/relationships/image" Target="../media/image23.png"/><Relationship Id="rId7" Type="http://schemas.openxmlformats.org/officeDocument/2006/relationships/image" Target="../media/image26.png"/><Relationship Id="rId2" Type="http://schemas.openxmlformats.org/officeDocument/2006/relationships/notesSlide" Target="../notesSlides/notesSlide8.xml"/><Relationship Id="rId1" Type="http://schemas.openxmlformats.org/officeDocument/2006/relationships/slideLayout" Target="../slideLayouts/slideLayout7.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27.png"/><Relationship Id="rId7" Type="http://schemas.openxmlformats.org/officeDocument/2006/relationships/image" Target="../media/image7.png"/><Relationship Id="rId12" Type="http://schemas.openxmlformats.org/officeDocument/2006/relationships/image" Target="../media/image32.png"/><Relationship Id="rId2" Type="http://schemas.openxmlformats.org/officeDocument/2006/relationships/notesSlide" Target="../notesSlides/notesSlide12.xml"/><Relationship Id="rId1" Type="http://schemas.openxmlformats.org/officeDocument/2006/relationships/slideLayout" Target="../slideLayouts/slideLayout7.xml"/><Relationship Id="rId6" Type="http://schemas.openxmlformats.org/officeDocument/2006/relationships/image" Target="../media/image29.png"/><Relationship Id="rId11" Type="http://schemas.openxmlformats.org/officeDocument/2006/relationships/image" Target="../media/image31.png"/><Relationship Id="rId5" Type="http://schemas.openxmlformats.org/officeDocument/2006/relationships/image" Target="../media/image28.png"/><Relationship Id="rId10" Type="http://schemas.openxmlformats.org/officeDocument/2006/relationships/image" Target="../media/image30.png"/><Relationship Id="rId4" Type="http://schemas.openxmlformats.org/officeDocument/2006/relationships/image" Target="../media/image5.jpeg"/><Relationship Id="rId9" Type="http://schemas.openxmlformats.org/officeDocument/2006/relationships/image" Target="../media/image11.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3C55CB"/>
        </a:solidFill>
        <a:effectLst/>
      </p:bgPr>
    </p:bg>
    <p:spTree>
      <p:nvGrpSpPr>
        <p:cNvPr id="1" name="">
          <a:extLst>
            <a:ext uri="{FF2B5EF4-FFF2-40B4-BE49-F238E27FC236}">
              <a16:creationId xmlns:a16="http://schemas.microsoft.com/office/drawing/2014/main" id="{FF07AA0A-64A5-B7C2-FEC9-C84DAFDC386A}"/>
            </a:ext>
          </a:extLst>
        </p:cNvPr>
        <p:cNvGrpSpPr/>
        <p:nvPr/>
      </p:nvGrpSpPr>
      <p:grpSpPr>
        <a:xfrm>
          <a:off x="0" y="0"/>
          <a:ext cx="0" cy="0"/>
          <a:chOff x="0" y="0"/>
          <a:chExt cx="0" cy="0"/>
        </a:xfrm>
      </p:grpSpPr>
      <p:sp>
        <p:nvSpPr>
          <p:cNvPr id="5002" name="Deco Curve">
            <a:extLst>
              <a:ext uri="{FF2B5EF4-FFF2-40B4-BE49-F238E27FC236}">
                <a16:creationId xmlns:a16="http://schemas.microsoft.com/office/drawing/2014/main" id="{713DD87D-4F1F-A143-AC64-C0226E2E1274}"/>
              </a:ext>
            </a:extLst>
          </p:cNvPr>
          <p:cNvSpPr/>
          <p:nvPr/>
        </p:nvSpPr>
        <p:spPr>
          <a:xfrm>
            <a:off x="7772400" y="-8686800"/>
            <a:ext cx="18288000" cy="15087600"/>
          </a:xfrm>
          <a:prstGeom prst="ellipse">
            <a:avLst/>
          </a:prstGeom>
          <a:noFill/>
          <a:ln w="19050">
            <a:solidFill>
              <a:srgbClr val="FFFFFF">
                <a:alpha val="16000"/>
              </a:srgbClr>
            </a:solidFill>
          </a:ln>
        </p:spPr>
        <p:txBody>
          <a:bodyPr/>
          <a:lstStyle/>
          <a:p>
            <a:endParaRPr lang="ko-KR"/>
          </a:p>
        </p:txBody>
      </p:sp>
      <p:sp>
        <p:nvSpPr>
          <p:cNvPr id="5001" name="Deco Curve">
            <a:extLst>
              <a:ext uri="{FF2B5EF4-FFF2-40B4-BE49-F238E27FC236}">
                <a16:creationId xmlns:a16="http://schemas.microsoft.com/office/drawing/2014/main" id="{5DBB9FA4-623A-B938-5734-F7581DDAABB2}"/>
              </a:ext>
            </a:extLst>
          </p:cNvPr>
          <p:cNvSpPr/>
          <p:nvPr/>
        </p:nvSpPr>
        <p:spPr>
          <a:xfrm>
            <a:off x="-3657600" y="1280160"/>
            <a:ext cx="15544800" cy="14630400"/>
          </a:xfrm>
          <a:prstGeom prst="ellipse">
            <a:avLst/>
          </a:prstGeom>
          <a:noFill/>
          <a:ln w="19050">
            <a:solidFill>
              <a:srgbClr val="FFFFFF">
                <a:alpha val="22000"/>
              </a:srgbClr>
            </a:solidFill>
          </a:ln>
        </p:spPr>
        <p:txBody>
          <a:bodyPr/>
          <a:lstStyle/>
          <a:p>
            <a:endParaRPr lang="ko-KR"/>
          </a:p>
        </p:txBody>
      </p:sp>
      <p:sp>
        <p:nvSpPr>
          <p:cNvPr id="2" name="TextBox 2">
            <a:extLst>
              <a:ext uri="{FF2B5EF4-FFF2-40B4-BE49-F238E27FC236}">
                <a16:creationId xmlns:a16="http://schemas.microsoft.com/office/drawing/2014/main" id="{4C59D5DB-07B7-7BA4-CD86-46CA823723A7}"/>
              </a:ext>
            </a:extLst>
          </p:cNvPr>
          <p:cNvSpPr txBox="1"/>
          <p:nvPr/>
        </p:nvSpPr>
        <p:spPr>
          <a:xfrm>
            <a:off x="1097280" y="1234440"/>
            <a:ext cx="12984480" cy="314325"/>
          </a:xfrm>
          <a:prstGeom prst="rect">
            <a:avLst/>
          </a:prstGeom>
        </p:spPr>
        <p:txBody>
          <a:bodyPr lIns="0" tIns="0" rIns="0" bIns="0" rtlCol="0" anchor="t">
            <a:spAutoFit/>
          </a:bodyPr>
          <a:lstStyle/>
          <a:p>
            <a:pPr algn="l">
              <a:lnSpc>
                <a:spcPts val="2520"/>
              </a:lnSpc>
            </a:pPr>
            <a:r>
              <a:rPr lang="en-US" sz="2100" b="1" spc="8" dirty="0">
                <a:solidFill>
                  <a:srgbClr val="D6DDF8"/>
                </a:solidFill>
                <a:latin typeface="Noto Sans Kr Bold"/>
                <a:ea typeface="Noto Sans Kr Bold"/>
                <a:cs typeface="Noto Sans Kr Bold"/>
                <a:sym typeface="Noto Sans Kr Bold"/>
              </a:rPr>
              <a:t>2026-2 </a:t>
            </a:r>
            <a:r>
              <a:rPr lang="en-US" sz="2100" b="1" spc="8" dirty="0" err="1">
                <a:solidFill>
                  <a:srgbClr val="D6DDF8"/>
                </a:solidFill>
                <a:latin typeface="Noto Sans Kr Bold"/>
                <a:ea typeface="Noto Sans Kr Bold"/>
                <a:cs typeface="Noto Sans Kr Bold"/>
                <a:sym typeface="Noto Sans Kr Bold"/>
              </a:rPr>
              <a:t>융합캡스톤디자인</a:t>
            </a:r>
            <a:r>
              <a:rPr lang="en-US" sz="2100" b="1" spc="8" dirty="0">
                <a:solidFill>
                  <a:srgbClr val="D6DDF8"/>
                </a:solidFill>
                <a:latin typeface="Noto Sans Kr Bold"/>
                <a:ea typeface="Noto Sans Kr Bold"/>
                <a:cs typeface="Noto Sans Kr Bold"/>
                <a:sym typeface="Noto Sans Kr Bold"/>
              </a:rPr>
              <a:t> </a:t>
            </a:r>
            <a:r>
              <a:rPr lang="en-US" sz="2100" b="1" spc="8" dirty="0" err="1">
                <a:solidFill>
                  <a:srgbClr val="D6DDF8"/>
                </a:solidFill>
                <a:latin typeface="Noto Sans Kr Bold"/>
                <a:ea typeface="Noto Sans Kr Bold"/>
                <a:cs typeface="Noto Sans Kr Bold"/>
                <a:sym typeface="Noto Sans Kr Bold"/>
              </a:rPr>
              <a:t>제안발표</a:t>
            </a:r>
            <a:r>
              <a:rPr lang="en-US" sz="2100" b="1" spc="8" dirty="0">
                <a:solidFill>
                  <a:srgbClr val="D6DDF8"/>
                </a:solidFill>
                <a:latin typeface="Noto Sans Kr Bold"/>
                <a:ea typeface="Noto Sans Kr Bold"/>
                <a:cs typeface="Noto Sans Kr Bold"/>
                <a:sym typeface="Noto Sans Kr Bold"/>
              </a:rPr>
              <a:t>  ·  </a:t>
            </a:r>
            <a:r>
              <a:rPr lang="en-US" sz="2100" b="1" spc="8" dirty="0" err="1">
                <a:solidFill>
                  <a:srgbClr val="D6DDF8"/>
                </a:solidFill>
                <a:latin typeface="Noto Sans Kr Bold"/>
                <a:ea typeface="Noto Sans Kr Bold"/>
                <a:cs typeface="Noto Sans Kr Bold"/>
                <a:sym typeface="Noto Sans Kr Bold"/>
              </a:rPr>
              <a:t>팀</a:t>
            </a:r>
            <a:r>
              <a:rPr lang="en-US" sz="2100" b="1" spc="8" dirty="0">
                <a:solidFill>
                  <a:srgbClr val="D6DDF8"/>
                </a:solidFill>
                <a:latin typeface="Noto Sans Kr Bold"/>
                <a:ea typeface="Noto Sans Kr Bold"/>
                <a:cs typeface="Noto Sans Kr Bold"/>
                <a:sym typeface="Noto Sans Kr Bold"/>
              </a:rPr>
              <a:t> </a:t>
            </a:r>
            <a:r>
              <a:rPr lang="en-US" sz="2100" b="1" spc="8" dirty="0" err="1">
                <a:solidFill>
                  <a:srgbClr val="D6DDF8"/>
                </a:solidFill>
                <a:latin typeface="Noto Sans Kr Bold"/>
                <a:ea typeface="Noto Sans Kr Bold"/>
                <a:cs typeface="Noto Sans Kr Bold"/>
                <a:sym typeface="Noto Sans Kr Bold"/>
              </a:rPr>
              <a:t>두뜀</a:t>
            </a:r>
            <a:r>
              <a:rPr lang="en-US" sz="2100" b="1" spc="8" dirty="0">
                <a:solidFill>
                  <a:srgbClr val="D6DDF8"/>
                </a:solidFill>
                <a:latin typeface="Noto Sans Kr Bold"/>
                <a:ea typeface="Noto Sans Kr Bold"/>
                <a:cs typeface="Noto Sans Kr Bold"/>
                <a:sym typeface="Noto Sans Kr Bold"/>
              </a:rPr>
              <a:t>  ·  </a:t>
            </a:r>
            <a:r>
              <a:rPr lang="en-US" sz="2100" b="1" spc="8" dirty="0" err="1">
                <a:solidFill>
                  <a:srgbClr val="D6DDF8"/>
                </a:solidFill>
                <a:latin typeface="Noto Sans Kr Bold"/>
                <a:ea typeface="Noto Sans Kr Bold"/>
                <a:cs typeface="Noto Sans Kr Bold"/>
                <a:sym typeface="Noto Sans Kr Bold"/>
              </a:rPr>
              <a:t>행동반영</a:t>
            </a:r>
            <a:r>
              <a:rPr lang="en-US" sz="2100" b="1" spc="8" dirty="0">
                <a:solidFill>
                  <a:srgbClr val="D6DDF8"/>
                </a:solidFill>
                <a:latin typeface="Noto Sans Kr Bold"/>
                <a:ea typeface="Noto Sans Kr Bold"/>
                <a:cs typeface="Noto Sans Kr Bold"/>
                <a:sym typeface="Noto Sans Kr Bold"/>
              </a:rPr>
              <a:t> </a:t>
            </a:r>
            <a:r>
              <a:rPr lang="en-US" sz="2100" b="1" spc="8" dirty="0" err="1">
                <a:solidFill>
                  <a:srgbClr val="D6DDF8"/>
                </a:solidFill>
                <a:latin typeface="Noto Sans Kr Bold"/>
                <a:ea typeface="Noto Sans Kr Bold"/>
                <a:cs typeface="Noto Sans Kr Bold"/>
                <a:sym typeface="Noto Sans Kr Bold"/>
              </a:rPr>
              <a:t>아바타를</a:t>
            </a:r>
            <a:r>
              <a:rPr lang="en-US" sz="2100" b="1" spc="8" dirty="0">
                <a:solidFill>
                  <a:srgbClr val="D6DDF8"/>
                </a:solidFill>
                <a:latin typeface="Noto Sans Kr Bold"/>
                <a:ea typeface="Noto Sans Kr Bold"/>
                <a:cs typeface="Noto Sans Kr Bold"/>
                <a:sym typeface="Noto Sans Kr Bold"/>
              </a:rPr>
              <a:t> </a:t>
            </a:r>
            <a:r>
              <a:rPr lang="en-US" sz="2100" b="1" spc="8" dirty="0" err="1">
                <a:solidFill>
                  <a:srgbClr val="D6DDF8"/>
                </a:solidFill>
                <a:latin typeface="Noto Sans Kr Bold"/>
                <a:ea typeface="Noto Sans Kr Bold"/>
                <a:cs typeface="Noto Sans Kr Bold"/>
                <a:sym typeface="Noto Sans Kr Bold"/>
              </a:rPr>
              <a:t>활용한</a:t>
            </a:r>
            <a:r>
              <a:rPr lang="en-US" sz="2100" b="1" spc="8" dirty="0">
                <a:solidFill>
                  <a:srgbClr val="D6DDF8"/>
                </a:solidFill>
                <a:latin typeface="Noto Sans Kr Bold"/>
                <a:ea typeface="Noto Sans Kr Bold"/>
                <a:cs typeface="Noto Sans Kr Bold"/>
                <a:sym typeface="Noto Sans Kr Bold"/>
              </a:rPr>
              <a:t> </a:t>
            </a:r>
            <a:r>
              <a:rPr lang="en-US" sz="2100" b="1" spc="8" dirty="0" err="1">
                <a:solidFill>
                  <a:srgbClr val="D6DDF8"/>
                </a:solidFill>
                <a:latin typeface="Noto Sans Kr Bold"/>
                <a:ea typeface="Noto Sans Kr Bold"/>
                <a:cs typeface="Noto Sans Kr Bold"/>
                <a:sym typeface="Noto Sans Kr Bold"/>
              </a:rPr>
              <a:t>메타버스형</a:t>
            </a:r>
            <a:r>
              <a:rPr lang="en-US" sz="2100" b="1" spc="8" dirty="0">
                <a:solidFill>
                  <a:srgbClr val="D6DDF8"/>
                </a:solidFill>
                <a:latin typeface="Noto Sans Kr Bold"/>
                <a:ea typeface="Noto Sans Kr Bold"/>
                <a:cs typeface="Noto Sans Kr Bold"/>
                <a:sym typeface="Noto Sans Kr Bold"/>
              </a:rPr>
              <a:t> </a:t>
            </a:r>
            <a:r>
              <a:rPr lang="en-US" sz="2100" b="1" spc="8" dirty="0" err="1">
                <a:solidFill>
                  <a:srgbClr val="D6DDF8"/>
                </a:solidFill>
                <a:latin typeface="Noto Sans Kr Bold"/>
                <a:ea typeface="Noto Sans Kr Bold"/>
                <a:cs typeface="Noto Sans Kr Bold"/>
                <a:sym typeface="Noto Sans Kr Bold"/>
              </a:rPr>
              <a:t>공동학습</a:t>
            </a:r>
            <a:r>
              <a:rPr lang="en-US" sz="2100" b="1" spc="8" dirty="0">
                <a:solidFill>
                  <a:srgbClr val="D6DDF8"/>
                </a:solidFill>
                <a:latin typeface="Noto Sans Kr Bold"/>
                <a:ea typeface="Noto Sans Kr Bold"/>
                <a:cs typeface="Noto Sans Kr Bold"/>
                <a:sym typeface="Noto Sans Kr Bold"/>
              </a:rPr>
              <a:t> </a:t>
            </a:r>
            <a:r>
              <a:rPr lang="en-US" sz="2100" b="1" spc="8" dirty="0" err="1">
                <a:solidFill>
                  <a:srgbClr val="D6DDF8"/>
                </a:solidFill>
                <a:latin typeface="Noto Sans Kr Bold"/>
                <a:ea typeface="Noto Sans Kr Bold"/>
                <a:cs typeface="Noto Sans Kr Bold"/>
                <a:sym typeface="Noto Sans Kr Bold"/>
              </a:rPr>
              <a:t>환경</a:t>
            </a:r>
            <a:r>
              <a:rPr lang="en-US" sz="2100" b="1" spc="8" dirty="0">
                <a:solidFill>
                  <a:srgbClr val="D6DDF8"/>
                </a:solidFill>
                <a:latin typeface="Noto Sans Kr Bold"/>
                <a:ea typeface="Noto Sans Kr Bold"/>
                <a:cs typeface="Noto Sans Kr Bold"/>
                <a:sym typeface="Noto Sans Kr Bold"/>
              </a:rPr>
              <a:t> </a:t>
            </a:r>
            <a:r>
              <a:rPr lang="en-US" sz="2100" b="1" spc="8" dirty="0" err="1">
                <a:solidFill>
                  <a:srgbClr val="D6DDF8"/>
                </a:solidFill>
                <a:latin typeface="Noto Sans Kr Bold"/>
                <a:ea typeface="Noto Sans Kr Bold"/>
                <a:cs typeface="Noto Sans Kr Bold"/>
                <a:sym typeface="Noto Sans Kr Bold"/>
              </a:rPr>
              <a:t>개발</a:t>
            </a:r>
            <a:endParaRPr lang="en-US" sz="2100" b="1" spc="8" dirty="0">
              <a:solidFill>
                <a:srgbClr val="D6DDF8"/>
              </a:solidFill>
              <a:latin typeface="Noto Sans Kr Bold"/>
              <a:ea typeface="Noto Sans Kr Bold"/>
              <a:cs typeface="Noto Sans Kr Bold"/>
              <a:sym typeface="Noto Sans Kr Bold"/>
            </a:endParaRPr>
          </a:p>
        </p:txBody>
      </p:sp>
      <p:sp>
        <p:nvSpPr>
          <p:cNvPr id="3" name="TextBox 3">
            <a:extLst>
              <a:ext uri="{FF2B5EF4-FFF2-40B4-BE49-F238E27FC236}">
                <a16:creationId xmlns:a16="http://schemas.microsoft.com/office/drawing/2014/main" id="{1BEC4820-FDC0-1D7C-C8F4-9663F63EE003}"/>
              </a:ext>
            </a:extLst>
          </p:cNvPr>
          <p:cNvSpPr txBox="1"/>
          <p:nvPr/>
        </p:nvSpPr>
        <p:spPr>
          <a:xfrm>
            <a:off x="1097280" y="3219450"/>
            <a:ext cx="12984480" cy="1238250"/>
          </a:xfrm>
          <a:prstGeom prst="rect">
            <a:avLst/>
          </a:prstGeom>
        </p:spPr>
        <p:txBody>
          <a:bodyPr lIns="0" tIns="0" rIns="0" bIns="0" rtlCol="0" anchor="t">
            <a:spAutoFit/>
          </a:bodyPr>
          <a:lstStyle/>
          <a:p>
            <a:pPr algn="l">
              <a:lnSpc>
                <a:spcPts val="9720"/>
              </a:lnSpc>
            </a:pPr>
            <a:r>
              <a:rPr lang="en-US" sz="8100" b="1" spc="31" dirty="0" err="1">
                <a:solidFill>
                  <a:srgbClr val="FFFFFF"/>
                </a:solidFill>
                <a:latin typeface="Noto Sans Kr Bold"/>
                <a:ea typeface="Noto Sans Kr Bold"/>
                <a:cs typeface="Noto Sans Kr Bold"/>
                <a:sym typeface="Noto Sans Kr Bold"/>
              </a:rPr>
              <a:t>아바타</a:t>
            </a:r>
            <a:r>
              <a:rPr lang="en-US" sz="8100" b="1" spc="31" dirty="0">
                <a:solidFill>
                  <a:srgbClr val="FFFFFF"/>
                </a:solidFill>
                <a:latin typeface="Noto Sans Kr Bold"/>
                <a:ea typeface="Noto Sans Kr Bold"/>
                <a:cs typeface="Noto Sans Kr Bold"/>
                <a:sym typeface="Noto Sans Kr Bold"/>
              </a:rPr>
              <a:t> </a:t>
            </a:r>
            <a:r>
              <a:rPr lang="en-US" sz="8100" b="1" spc="31" dirty="0" err="1">
                <a:solidFill>
                  <a:srgbClr val="FFFFFF"/>
                </a:solidFill>
                <a:latin typeface="Noto Sans Kr Bold"/>
                <a:ea typeface="Noto Sans Kr Bold"/>
                <a:cs typeface="Noto Sans Kr Bold"/>
                <a:sym typeface="Noto Sans Kr Bold"/>
              </a:rPr>
              <a:t>캠스터디</a:t>
            </a:r>
            <a:endParaRPr lang="en-US" sz="8100" b="1" spc="31" dirty="0">
              <a:solidFill>
                <a:srgbClr val="FFFFFF"/>
              </a:solidFill>
              <a:latin typeface="Noto Sans Kr Bold"/>
              <a:ea typeface="Noto Sans Kr Bold"/>
              <a:cs typeface="Noto Sans Kr Bold"/>
              <a:sym typeface="Noto Sans Kr Bold"/>
            </a:endParaRPr>
          </a:p>
        </p:txBody>
      </p:sp>
      <p:sp>
        <p:nvSpPr>
          <p:cNvPr id="4" name="TextBox 4">
            <a:extLst>
              <a:ext uri="{FF2B5EF4-FFF2-40B4-BE49-F238E27FC236}">
                <a16:creationId xmlns:a16="http://schemas.microsoft.com/office/drawing/2014/main" id="{95668459-3583-FB3A-66E5-1FF67B6D4908}"/>
              </a:ext>
            </a:extLst>
          </p:cNvPr>
          <p:cNvSpPr txBox="1"/>
          <p:nvPr/>
        </p:nvSpPr>
        <p:spPr>
          <a:xfrm>
            <a:off x="1097280" y="6286500"/>
            <a:ext cx="12984480" cy="542925"/>
          </a:xfrm>
          <a:prstGeom prst="rect">
            <a:avLst/>
          </a:prstGeom>
        </p:spPr>
        <p:txBody>
          <a:bodyPr lIns="0" tIns="0" rIns="0" bIns="0" rtlCol="0" anchor="t">
            <a:spAutoFit/>
          </a:bodyPr>
          <a:lstStyle/>
          <a:p>
            <a:pPr algn="l">
              <a:lnSpc>
                <a:spcPts val="4320"/>
              </a:lnSpc>
            </a:pPr>
            <a:r>
              <a:rPr lang="en-US" sz="3600" spc="13" dirty="0" err="1">
                <a:solidFill>
                  <a:srgbClr val="FFFFFF"/>
                </a:solidFill>
                <a:latin typeface="Noto Sans Kr"/>
                <a:ea typeface="Noto Sans Kr"/>
                <a:cs typeface="Noto Sans Kr"/>
                <a:sym typeface="Noto Sans Kr"/>
              </a:rPr>
              <a:t>얼굴은</a:t>
            </a:r>
            <a:r>
              <a:rPr lang="en-US" sz="3600" spc="13" dirty="0">
                <a:solidFill>
                  <a:srgbClr val="FFFFFF"/>
                </a:solidFill>
                <a:latin typeface="Noto Sans Kr"/>
                <a:ea typeface="Noto Sans Kr"/>
                <a:cs typeface="Noto Sans Kr"/>
                <a:sym typeface="Noto Sans Kr"/>
              </a:rPr>
              <a:t> </a:t>
            </a:r>
            <a:r>
              <a:rPr lang="en-US" sz="3600" spc="13" dirty="0" err="1">
                <a:solidFill>
                  <a:srgbClr val="FFFFFF"/>
                </a:solidFill>
                <a:latin typeface="Noto Sans Kr"/>
                <a:ea typeface="Noto Sans Kr"/>
                <a:cs typeface="Noto Sans Kr"/>
                <a:sym typeface="Noto Sans Kr"/>
              </a:rPr>
              <a:t>숨기고</a:t>
            </a:r>
            <a:r>
              <a:rPr lang="en-US" sz="3600" spc="13" dirty="0">
                <a:solidFill>
                  <a:srgbClr val="FFFFFF"/>
                </a:solidFill>
                <a:latin typeface="Noto Sans Kr"/>
                <a:ea typeface="Noto Sans Kr"/>
                <a:cs typeface="Noto Sans Kr"/>
                <a:sym typeface="Noto Sans Kr"/>
              </a:rPr>
              <a:t>, </a:t>
            </a:r>
            <a:r>
              <a:rPr lang="en-US" sz="3600" spc="13" dirty="0" err="1">
                <a:solidFill>
                  <a:srgbClr val="FFFFFF"/>
                </a:solidFill>
                <a:latin typeface="Noto Sans Kr"/>
                <a:ea typeface="Noto Sans Kr"/>
                <a:cs typeface="Noto Sans Kr"/>
                <a:sym typeface="Noto Sans Kr"/>
              </a:rPr>
              <a:t>함께</a:t>
            </a:r>
            <a:r>
              <a:rPr lang="en-US" sz="3600" spc="13" dirty="0">
                <a:solidFill>
                  <a:srgbClr val="FFFFFF"/>
                </a:solidFill>
                <a:latin typeface="Noto Sans Kr"/>
                <a:ea typeface="Noto Sans Kr"/>
                <a:cs typeface="Noto Sans Kr"/>
                <a:sym typeface="Noto Sans Kr"/>
              </a:rPr>
              <a:t> </a:t>
            </a:r>
            <a:r>
              <a:rPr lang="en-US" sz="3600" spc="13" dirty="0" err="1">
                <a:solidFill>
                  <a:srgbClr val="FFFFFF"/>
                </a:solidFill>
                <a:latin typeface="Noto Sans Kr"/>
                <a:ea typeface="Noto Sans Kr"/>
                <a:cs typeface="Noto Sans Kr"/>
                <a:sym typeface="Noto Sans Kr"/>
              </a:rPr>
              <a:t>공부하는</a:t>
            </a:r>
            <a:r>
              <a:rPr lang="en-US" sz="3600" spc="13" dirty="0">
                <a:solidFill>
                  <a:srgbClr val="FFFFFF"/>
                </a:solidFill>
                <a:latin typeface="Noto Sans Kr"/>
                <a:ea typeface="Noto Sans Kr"/>
                <a:cs typeface="Noto Sans Kr"/>
                <a:sym typeface="Noto Sans Kr"/>
              </a:rPr>
              <a:t> </a:t>
            </a:r>
            <a:r>
              <a:rPr lang="en-US" sz="3600" spc="13" dirty="0" err="1">
                <a:solidFill>
                  <a:srgbClr val="FFFFFF"/>
                </a:solidFill>
                <a:latin typeface="Noto Sans Kr"/>
                <a:ea typeface="Noto Sans Kr"/>
                <a:cs typeface="Noto Sans Kr"/>
                <a:sym typeface="Noto Sans Kr"/>
              </a:rPr>
              <a:t>긴장감은</a:t>
            </a:r>
            <a:r>
              <a:rPr lang="en-US" sz="3600" spc="13" dirty="0">
                <a:solidFill>
                  <a:srgbClr val="FFFFFF"/>
                </a:solidFill>
                <a:latin typeface="Noto Sans Kr"/>
                <a:ea typeface="Noto Sans Kr"/>
                <a:cs typeface="Noto Sans Kr"/>
                <a:sym typeface="Noto Sans Kr"/>
              </a:rPr>
              <a:t> </a:t>
            </a:r>
            <a:r>
              <a:rPr lang="en-US" sz="3600" spc="13" dirty="0" err="1">
                <a:solidFill>
                  <a:srgbClr val="FFFFFF"/>
                </a:solidFill>
                <a:latin typeface="Noto Sans Kr"/>
                <a:ea typeface="Noto Sans Kr"/>
                <a:cs typeface="Noto Sans Kr"/>
                <a:sym typeface="Noto Sans Kr"/>
              </a:rPr>
              <a:t>그대로</a:t>
            </a:r>
            <a:endParaRPr lang="en-US" sz="3600" spc="13" dirty="0">
              <a:solidFill>
                <a:srgbClr val="FFFFFF"/>
              </a:solidFill>
              <a:latin typeface="Noto Sans Kr"/>
              <a:ea typeface="Noto Sans Kr"/>
              <a:cs typeface="Noto Sans Kr"/>
              <a:sym typeface="Noto Sans Kr"/>
            </a:endParaRPr>
          </a:p>
        </p:txBody>
      </p:sp>
      <p:sp>
        <p:nvSpPr>
          <p:cNvPr id="5" name="TextBox 5">
            <a:extLst>
              <a:ext uri="{FF2B5EF4-FFF2-40B4-BE49-F238E27FC236}">
                <a16:creationId xmlns:a16="http://schemas.microsoft.com/office/drawing/2014/main" id="{FF85D8D3-8C2C-515A-1F7A-701C0FEEFFEE}"/>
              </a:ext>
            </a:extLst>
          </p:cNvPr>
          <p:cNvSpPr txBox="1"/>
          <p:nvPr/>
        </p:nvSpPr>
        <p:spPr>
          <a:xfrm>
            <a:off x="1097280" y="7178040"/>
            <a:ext cx="12984480" cy="361950"/>
          </a:xfrm>
          <a:prstGeom prst="rect">
            <a:avLst/>
          </a:prstGeom>
        </p:spPr>
        <p:txBody>
          <a:bodyPr lIns="0" tIns="0" rIns="0" bIns="0" rtlCol="0" anchor="t">
            <a:spAutoFit/>
          </a:bodyPr>
          <a:lstStyle/>
          <a:p>
            <a:pPr algn="l">
              <a:lnSpc>
                <a:spcPts val="2879"/>
              </a:lnSpc>
            </a:pPr>
            <a:r>
              <a:rPr lang="en-US" sz="2400" spc="9" dirty="0" err="1">
                <a:solidFill>
                  <a:srgbClr val="DCE2F9"/>
                </a:solidFill>
                <a:latin typeface="Noto Sans Kr"/>
                <a:ea typeface="Noto Sans Kr"/>
                <a:cs typeface="Noto Sans Kr"/>
                <a:sym typeface="Noto Sans Kr"/>
              </a:rPr>
              <a:t>웹캠</a:t>
            </a:r>
            <a:r>
              <a:rPr lang="en-US" sz="2400" spc="9" dirty="0">
                <a:solidFill>
                  <a:srgbClr val="DCE2F9"/>
                </a:solidFill>
                <a:latin typeface="Noto Sans Kr"/>
                <a:ea typeface="Noto Sans Kr"/>
                <a:cs typeface="Noto Sans Kr"/>
                <a:sym typeface="Noto Sans Kr"/>
              </a:rPr>
              <a:t> </a:t>
            </a:r>
            <a:r>
              <a:rPr lang="en-US" sz="2400" spc="9" dirty="0" err="1">
                <a:solidFill>
                  <a:srgbClr val="DCE2F9"/>
                </a:solidFill>
                <a:latin typeface="Noto Sans Kr"/>
                <a:ea typeface="Noto Sans Kr"/>
                <a:cs typeface="Noto Sans Kr"/>
                <a:sym typeface="Noto Sans Kr"/>
              </a:rPr>
              <a:t>트래킹으로</a:t>
            </a:r>
            <a:r>
              <a:rPr lang="en-US" sz="2400" spc="9" dirty="0">
                <a:solidFill>
                  <a:srgbClr val="DCE2F9"/>
                </a:solidFill>
                <a:latin typeface="Noto Sans Kr"/>
                <a:ea typeface="Noto Sans Kr"/>
                <a:cs typeface="Noto Sans Kr"/>
                <a:sym typeface="Noto Sans Kr"/>
              </a:rPr>
              <a:t> </a:t>
            </a:r>
            <a:r>
              <a:rPr lang="en-US" sz="2400" spc="9" dirty="0" err="1">
                <a:solidFill>
                  <a:srgbClr val="DCE2F9"/>
                </a:solidFill>
                <a:latin typeface="Noto Sans Kr"/>
                <a:ea typeface="Noto Sans Kr"/>
                <a:cs typeface="Noto Sans Kr"/>
                <a:sym typeface="Noto Sans Kr"/>
              </a:rPr>
              <a:t>내</a:t>
            </a:r>
            <a:r>
              <a:rPr lang="en-US" sz="2400" spc="9" dirty="0">
                <a:solidFill>
                  <a:srgbClr val="DCE2F9"/>
                </a:solidFill>
                <a:latin typeface="Noto Sans Kr"/>
                <a:ea typeface="Noto Sans Kr"/>
                <a:cs typeface="Noto Sans Kr"/>
                <a:sym typeface="Noto Sans Kr"/>
              </a:rPr>
              <a:t> </a:t>
            </a:r>
            <a:r>
              <a:rPr lang="en-US" sz="2400" spc="9" dirty="0" err="1">
                <a:solidFill>
                  <a:srgbClr val="DCE2F9"/>
                </a:solidFill>
                <a:latin typeface="Noto Sans Kr"/>
                <a:ea typeface="Noto Sans Kr"/>
                <a:cs typeface="Noto Sans Kr"/>
                <a:sym typeface="Noto Sans Kr"/>
              </a:rPr>
              <a:t>행동이</a:t>
            </a:r>
            <a:r>
              <a:rPr lang="en-US" sz="2400" spc="9" dirty="0">
                <a:solidFill>
                  <a:srgbClr val="DCE2F9"/>
                </a:solidFill>
                <a:latin typeface="Noto Sans Kr"/>
                <a:ea typeface="Noto Sans Kr"/>
                <a:cs typeface="Noto Sans Kr"/>
                <a:sym typeface="Noto Sans Kr"/>
              </a:rPr>
              <a:t> </a:t>
            </a:r>
            <a:r>
              <a:rPr lang="en-US" sz="2400" spc="9" dirty="0" err="1">
                <a:solidFill>
                  <a:srgbClr val="DCE2F9"/>
                </a:solidFill>
                <a:latin typeface="Noto Sans Kr"/>
                <a:ea typeface="Noto Sans Kr"/>
                <a:cs typeface="Noto Sans Kr"/>
                <a:sym typeface="Noto Sans Kr"/>
              </a:rPr>
              <a:t>반영되는</a:t>
            </a:r>
            <a:r>
              <a:rPr lang="en-US" sz="2400" spc="9" dirty="0">
                <a:solidFill>
                  <a:srgbClr val="DCE2F9"/>
                </a:solidFill>
                <a:latin typeface="Noto Sans Kr"/>
                <a:ea typeface="Noto Sans Kr"/>
                <a:cs typeface="Noto Sans Kr"/>
                <a:sym typeface="Noto Sans Kr"/>
              </a:rPr>
              <a:t> 3D </a:t>
            </a:r>
            <a:r>
              <a:rPr lang="en-US" sz="2400" spc="9" dirty="0" err="1">
                <a:solidFill>
                  <a:srgbClr val="DCE2F9"/>
                </a:solidFill>
                <a:latin typeface="Noto Sans Kr"/>
                <a:ea typeface="Noto Sans Kr"/>
                <a:cs typeface="Noto Sans Kr"/>
                <a:sym typeface="Noto Sans Kr"/>
              </a:rPr>
              <a:t>캐릭터가</a:t>
            </a:r>
            <a:r>
              <a:rPr lang="en-US" sz="2400" spc="9" dirty="0">
                <a:solidFill>
                  <a:srgbClr val="DCE2F9"/>
                </a:solidFill>
                <a:latin typeface="Noto Sans Kr"/>
                <a:ea typeface="Noto Sans Kr"/>
                <a:cs typeface="Noto Sans Kr"/>
                <a:sym typeface="Noto Sans Kr"/>
              </a:rPr>
              <a:t> </a:t>
            </a:r>
            <a:r>
              <a:rPr lang="en-US" sz="2400" spc="9" dirty="0" err="1">
                <a:solidFill>
                  <a:srgbClr val="DCE2F9"/>
                </a:solidFill>
                <a:latin typeface="Noto Sans Kr"/>
                <a:ea typeface="Noto Sans Kr"/>
                <a:cs typeface="Noto Sans Kr"/>
                <a:sym typeface="Noto Sans Kr"/>
              </a:rPr>
              <a:t>나</a:t>
            </a:r>
            <a:r>
              <a:rPr lang="en-US" sz="2400" spc="9" dirty="0">
                <a:solidFill>
                  <a:srgbClr val="DCE2F9"/>
                </a:solidFill>
                <a:latin typeface="Noto Sans Kr"/>
                <a:ea typeface="Noto Sans Kr"/>
                <a:cs typeface="Noto Sans Kr"/>
                <a:sym typeface="Noto Sans Kr"/>
              </a:rPr>
              <a:t> </a:t>
            </a:r>
            <a:r>
              <a:rPr lang="en-US" sz="2400" spc="9" dirty="0" err="1">
                <a:solidFill>
                  <a:srgbClr val="DCE2F9"/>
                </a:solidFill>
                <a:latin typeface="Noto Sans Kr"/>
                <a:ea typeface="Noto Sans Kr"/>
                <a:cs typeface="Noto Sans Kr"/>
                <a:sym typeface="Noto Sans Kr"/>
              </a:rPr>
              <a:t>대신</a:t>
            </a:r>
            <a:r>
              <a:rPr lang="en-US" sz="2400" spc="9" dirty="0">
                <a:solidFill>
                  <a:srgbClr val="DCE2F9"/>
                </a:solidFill>
                <a:latin typeface="Noto Sans Kr"/>
                <a:ea typeface="Noto Sans Kr"/>
                <a:cs typeface="Noto Sans Kr"/>
                <a:sym typeface="Noto Sans Kr"/>
              </a:rPr>
              <a:t> </a:t>
            </a:r>
            <a:r>
              <a:rPr lang="en-US" sz="2400" spc="9" dirty="0" err="1">
                <a:solidFill>
                  <a:srgbClr val="DCE2F9"/>
                </a:solidFill>
                <a:latin typeface="Noto Sans Kr"/>
                <a:ea typeface="Noto Sans Kr"/>
                <a:cs typeface="Noto Sans Kr"/>
                <a:sym typeface="Noto Sans Kr"/>
              </a:rPr>
              <a:t>앉아</a:t>
            </a:r>
            <a:r>
              <a:rPr lang="en-US" sz="2400" spc="9" dirty="0">
                <a:solidFill>
                  <a:srgbClr val="DCE2F9"/>
                </a:solidFill>
                <a:latin typeface="Noto Sans Kr"/>
                <a:ea typeface="Noto Sans Kr"/>
                <a:cs typeface="Noto Sans Kr"/>
                <a:sym typeface="Noto Sans Kr"/>
              </a:rPr>
              <a:t> </a:t>
            </a:r>
            <a:r>
              <a:rPr lang="en-US" sz="2400" spc="9" dirty="0" err="1">
                <a:solidFill>
                  <a:srgbClr val="DCE2F9"/>
                </a:solidFill>
                <a:latin typeface="Noto Sans Kr"/>
                <a:ea typeface="Noto Sans Kr"/>
                <a:cs typeface="Noto Sans Kr"/>
                <a:sym typeface="Noto Sans Kr"/>
              </a:rPr>
              <a:t>있는</a:t>
            </a:r>
            <a:r>
              <a:rPr lang="en-US" sz="2400" spc="9" dirty="0">
                <a:solidFill>
                  <a:srgbClr val="DCE2F9"/>
                </a:solidFill>
                <a:latin typeface="Noto Sans Kr"/>
                <a:ea typeface="Noto Sans Kr"/>
                <a:cs typeface="Noto Sans Kr"/>
                <a:sym typeface="Noto Sans Kr"/>
              </a:rPr>
              <a:t> </a:t>
            </a:r>
            <a:r>
              <a:rPr lang="en-US" sz="2400" spc="9" dirty="0" err="1">
                <a:solidFill>
                  <a:srgbClr val="DCE2F9"/>
                </a:solidFill>
                <a:latin typeface="Noto Sans Kr"/>
                <a:ea typeface="Noto Sans Kr"/>
                <a:cs typeface="Noto Sans Kr"/>
                <a:sym typeface="Noto Sans Kr"/>
              </a:rPr>
              <a:t>웹</a:t>
            </a:r>
            <a:r>
              <a:rPr lang="en-US" sz="2400" spc="9" dirty="0">
                <a:solidFill>
                  <a:srgbClr val="DCE2F9"/>
                </a:solidFill>
                <a:latin typeface="Noto Sans Kr"/>
                <a:ea typeface="Noto Sans Kr"/>
                <a:cs typeface="Noto Sans Kr"/>
                <a:sym typeface="Noto Sans Kr"/>
              </a:rPr>
              <a:t> </a:t>
            </a:r>
            <a:r>
              <a:rPr lang="en-US" sz="2400" spc="9" dirty="0" err="1">
                <a:solidFill>
                  <a:srgbClr val="DCE2F9"/>
                </a:solidFill>
                <a:latin typeface="Noto Sans Kr"/>
                <a:ea typeface="Noto Sans Kr"/>
                <a:cs typeface="Noto Sans Kr"/>
                <a:sym typeface="Noto Sans Kr"/>
              </a:rPr>
              <a:t>기반</a:t>
            </a:r>
            <a:r>
              <a:rPr lang="en-US" sz="2400" spc="9" dirty="0">
                <a:solidFill>
                  <a:srgbClr val="DCE2F9"/>
                </a:solidFill>
                <a:latin typeface="Noto Sans Kr"/>
                <a:ea typeface="Noto Sans Kr"/>
                <a:cs typeface="Noto Sans Kr"/>
                <a:sym typeface="Noto Sans Kr"/>
              </a:rPr>
              <a:t> </a:t>
            </a:r>
            <a:r>
              <a:rPr lang="en-US" sz="2400" spc="9" dirty="0" err="1">
                <a:solidFill>
                  <a:srgbClr val="DCE2F9"/>
                </a:solidFill>
                <a:latin typeface="Noto Sans Kr"/>
                <a:ea typeface="Noto Sans Kr"/>
                <a:cs typeface="Noto Sans Kr"/>
                <a:sym typeface="Noto Sans Kr"/>
              </a:rPr>
              <a:t>온라인</a:t>
            </a:r>
            <a:r>
              <a:rPr lang="en-US" sz="2400" spc="9" dirty="0">
                <a:solidFill>
                  <a:srgbClr val="DCE2F9"/>
                </a:solidFill>
                <a:latin typeface="Noto Sans Kr"/>
                <a:ea typeface="Noto Sans Kr"/>
                <a:cs typeface="Noto Sans Kr"/>
                <a:sym typeface="Noto Sans Kr"/>
              </a:rPr>
              <a:t> </a:t>
            </a:r>
            <a:r>
              <a:rPr lang="en-US" sz="2400" spc="9" dirty="0" err="1">
                <a:solidFill>
                  <a:srgbClr val="DCE2F9"/>
                </a:solidFill>
                <a:latin typeface="Noto Sans Kr"/>
                <a:ea typeface="Noto Sans Kr"/>
                <a:cs typeface="Noto Sans Kr"/>
                <a:sym typeface="Noto Sans Kr"/>
              </a:rPr>
              <a:t>스터디카페</a:t>
            </a:r>
            <a:endParaRPr lang="en-US" sz="2400" spc="9" dirty="0">
              <a:solidFill>
                <a:srgbClr val="DCE2F9"/>
              </a:solidFill>
              <a:latin typeface="Noto Sans Kr"/>
              <a:ea typeface="Noto Sans Kr"/>
              <a:cs typeface="Noto Sans Kr"/>
              <a:sym typeface="Noto Sans Kr"/>
            </a:endParaRPr>
          </a:p>
        </p:txBody>
      </p:sp>
      <p:pic>
        <p:nvPicPr>
          <p:cNvPr id="5003" name="Hero Icon" descr="노트북 화면 속 아바타 아이콘">
            <a:extLst>
              <a:ext uri="{FF2B5EF4-FFF2-40B4-BE49-F238E27FC236}">
                <a16:creationId xmlns:a16="http://schemas.microsoft.com/office/drawing/2014/main" id="{DAAEFC9E-BE82-3B77-827D-8546C6C1BFD3}"/>
              </a:ext>
            </a:extLst>
          </p:cNvPr>
          <p:cNvPicPr>
            <a:picLocks noChangeAspect="1"/>
          </p:cNvPicPr>
          <p:nvPr/>
        </p:nvPicPr>
        <p:blipFill>
          <a:blip r:embed="rId3"/>
          <a:stretch>
            <a:fillRect/>
          </a:stretch>
        </p:blipFill>
        <p:spPr>
          <a:xfrm>
            <a:off x="12954000" y="2310787"/>
            <a:ext cx="3246120" cy="3137513"/>
          </a:xfrm>
          <a:prstGeom prst="rect">
            <a:avLst/>
          </a:prstGeom>
        </p:spPr>
      </p:pic>
      <p:sp>
        <p:nvSpPr>
          <p:cNvPr id="34" name="TextBox 33">
            <a:extLst>
              <a:ext uri="{FF2B5EF4-FFF2-40B4-BE49-F238E27FC236}">
                <a16:creationId xmlns:a16="http://schemas.microsoft.com/office/drawing/2014/main" id="{5B572785-2462-A2A8-8925-7DE14D84BE9B}"/>
              </a:ext>
            </a:extLst>
          </p:cNvPr>
          <p:cNvSpPr txBox="1"/>
          <p:nvPr/>
        </p:nvSpPr>
        <p:spPr>
          <a:xfrm>
            <a:off x="13928941" y="7831178"/>
            <a:ext cx="3063659" cy="1427122"/>
          </a:xfrm>
          <a:prstGeom prst="rect">
            <a:avLst/>
          </a:prstGeom>
          <a:noFill/>
        </p:spPr>
        <p:txBody>
          <a:bodyPr wrap="none" rtlCol="0">
            <a:spAutoFit/>
          </a:bodyPr>
          <a:lstStyle/>
          <a:p>
            <a:pPr algn="r">
              <a:lnSpc>
                <a:spcPct val="150000"/>
              </a:lnSpc>
            </a:pPr>
            <a:r>
              <a:rPr kumimoji="1" lang="ko-KR" altLang="en-US" sz="2000" dirty="0">
                <a:solidFill>
                  <a:schemeClr val="bg1"/>
                </a:solidFill>
              </a:rPr>
              <a:t>통계학과 김현</a:t>
            </a:r>
            <a:endParaRPr kumimoji="1" lang="en-US" altLang="ko-KR" sz="2000" dirty="0">
              <a:solidFill>
                <a:schemeClr val="bg1"/>
              </a:solidFill>
            </a:endParaRPr>
          </a:p>
          <a:p>
            <a:pPr algn="r">
              <a:lnSpc>
                <a:spcPct val="150000"/>
              </a:lnSpc>
            </a:pPr>
            <a:r>
              <a:rPr kumimoji="1" lang="ko-KR" altLang="en-US" sz="2000" dirty="0">
                <a:solidFill>
                  <a:schemeClr val="bg1"/>
                </a:solidFill>
              </a:rPr>
              <a:t>통계학과 </a:t>
            </a:r>
            <a:r>
              <a:rPr kumimoji="1" lang="ko-KR" altLang="en-US" sz="2000" dirty="0" err="1">
                <a:solidFill>
                  <a:schemeClr val="bg1"/>
                </a:solidFill>
              </a:rPr>
              <a:t>육심호</a:t>
            </a:r>
            <a:endParaRPr kumimoji="1" lang="en-US" altLang="ko-KR" sz="2000" dirty="0">
              <a:solidFill>
                <a:schemeClr val="bg1"/>
              </a:solidFill>
            </a:endParaRPr>
          </a:p>
          <a:p>
            <a:pPr algn="r">
              <a:lnSpc>
                <a:spcPct val="150000"/>
              </a:lnSpc>
            </a:pPr>
            <a:r>
              <a:rPr kumimoji="1" lang="ko-KR" altLang="en-US" sz="2000" dirty="0">
                <a:solidFill>
                  <a:schemeClr val="bg1"/>
                </a:solidFill>
              </a:rPr>
              <a:t>산업시스템공학과 최원준</a:t>
            </a:r>
          </a:p>
        </p:txBody>
      </p:sp>
    </p:spTree>
    <p:extLst>
      <p:ext uri="{BB962C8B-B14F-4D97-AF65-F5344CB8AC3E}">
        <p14:creationId xmlns:p14="http://schemas.microsoft.com/office/powerpoint/2010/main" val="233034841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0D4A75-FE49-DE22-20C9-831C7763ACA0}"/>
            </a:ext>
          </a:extLst>
        </p:cNvPr>
        <p:cNvGrpSpPr/>
        <p:nvPr/>
      </p:nvGrpSpPr>
      <p:grpSpPr>
        <a:xfrm>
          <a:off x="0" y="0"/>
          <a:ext cx="0" cy="0"/>
          <a:chOff x="0" y="0"/>
          <a:chExt cx="0" cy="0"/>
        </a:xfrm>
      </p:grpSpPr>
      <p:sp>
        <p:nvSpPr>
          <p:cNvPr id="3" name="TextBox 3">
            <a:extLst>
              <a:ext uri="{FF2B5EF4-FFF2-40B4-BE49-F238E27FC236}">
                <a16:creationId xmlns:a16="http://schemas.microsoft.com/office/drawing/2014/main" id="{A460FA32-2939-680B-DB50-F7A6C1A1CFB9}"/>
              </a:ext>
            </a:extLst>
          </p:cNvPr>
          <p:cNvSpPr txBox="1"/>
          <p:nvPr/>
        </p:nvSpPr>
        <p:spPr>
          <a:xfrm>
            <a:off x="822960" y="987552"/>
            <a:ext cx="16596360" cy="638175"/>
          </a:xfrm>
          <a:prstGeom prst="rect">
            <a:avLst/>
          </a:prstGeom>
        </p:spPr>
        <p:txBody>
          <a:bodyPr lIns="0" tIns="0" rIns="0" bIns="0" rtlCol="0" anchor="t">
            <a:spAutoFit/>
          </a:bodyPr>
          <a:lstStyle/>
          <a:p>
            <a:pPr algn="l">
              <a:lnSpc>
                <a:spcPts val="5040"/>
              </a:lnSpc>
            </a:pPr>
            <a:r>
              <a:rPr lang="en-US" altLang="ko-KR" sz="4200" b="1" spc="16" dirty="0">
                <a:solidFill>
                  <a:srgbClr val="3C55CB"/>
                </a:solidFill>
                <a:latin typeface="Noto Sans Kr Bold"/>
                <a:ea typeface="Noto Sans Kr Bold"/>
                <a:cs typeface="Noto Sans Kr Bold"/>
                <a:sym typeface="Noto Sans Kr Bold"/>
              </a:rPr>
              <a:t>01</a:t>
            </a:r>
            <a:r>
              <a:rPr lang="ko-KR" altLang="en-US" sz="4200" b="1" spc="16" dirty="0">
                <a:solidFill>
                  <a:srgbClr val="333333"/>
                </a:solidFill>
                <a:latin typeface="Noto Sans Kr Bold"/>
                <a:ea typeface="Noto Sans Kr Bold"/>
                <a:cs typeface="Noto Sans Kr Bold"/>
                <a:sym typeface="Noto Sans Kr Bold"/>
              </a:rPr>
              <a:t> 문제정의</a:t>
            </a:r>
            <a:endParaRPr lang="en-US" sz="4200" b="1" spc="16" dirty="0">
              <a:solidFill>
                <a:srgbClr val="333333"/>
              </a:solidFill>
              <a:latin typeface="Noto Sans Kr Bold"/>
              <a:ea typeface="Noto Sans Kr Bold"/>
              <a:cs typeface="Noto Sans Kr Bold"/>
              <a:sym typeface="Noto Sans Kr Bold"/>
            </a:endParaRPr>
          </a:p>
        </p:txBody>
      </p:sp>
      <p:sp>
        <p:nvSpPr>
          <p:cNvPr id="5005" name="Title Rule"/>
          <p:cNvSpPr/>
          <p:nvPr/>
        </p:nvSpPr>
        <p:spPr>
          <a:xfrm>
            <a:off x="822960" y="1719072"/>
            <a:ext cx="16642080" cy="12700"/>
          </a:xfrm>
          <a:prstGeom prst="rect">
            <a:avLst/>
          </a:prstGeom>
          <a:solidFill>
            <a:srgbClr val="D4D6DC"/>
          </a:solidFill>
          <a:ln>
            <a:noFill/>
          </a:ln>
        </p:spPr>
        <p:txBody>
          <a:bodyPr/>
          <a:lstStyle/>
          <a:p>
            <a:endParaRPr lang="ko-KR"/>
          </a:p>
        </p:txBody>
      </p:sp>
      <p:sp>
        <p:nvSpPr>
          <p:cNvPr id="5004" name="Title Accent"/>
          <p:cNvSpPr/>
          <p:nvPr/>
        </p:nvSpPr>
        <p:spPr>
          <a:xfrm>
            <a:off x="802960" y="1707072"/>
            <a:ext cx="676656" cy="59436"/>
          </a:xfrm>
          <a:prstGeom prst="roundRect">
            <a:avLst>
              <a:gd name="adj" fmla="val 50000"/>
            </a:avLst>
          </a:prstGeom>
          <a:solidFill>
            <a:srgbClr val="3C55CB"/>
          </a:solidFill>
          <a:ln>
            <a:noFill/>
          </a:ln>
        </p:spPr>
        <p:txBody>
          <a:bodyPr/>
          <a:lstStyle/>
          <a:p>
            <a:endParaRPr lang="ko-KR"/>
          </a:p>
        </p:txBody>
      </p:sp>
      <p:sp>
        <p:nvSpPr>
          <p:cNvPr id="4" name="TextBox 4">
            <a:extLst>
              <a:ext uri="{FF2B5EF4-FFF2-40B4-BE49-F238E27FC236}">
                <a16:creationId xmlns:a16="http://schemas.microsoft.com/office/drawing/2014/main" id="{6546A7F5-47E8-FF21-22F6-1266A70184C4}"/>
              </a:ext>
            </a:extLst>
          </p:cNvPr>
          <p:cNvSpPr txBox="1"/>
          <p:nvPr/>
        </p:nvSpPr>
        <p:spPr>
          <a:xfrm>
            <a:off x="8778240" y="9601200"/>
            <a:ext cx="731520" cy="228600"/>
          </a:xfrm>
          <a:prstGeom prst="rect">
            <a:avLst/>
          </a:prstGeom>
        </p:spPr>
        <p:txBody>
          <a:bodyPr lIns="0" tIns="0" rIns="0" bIns="0" rtlCol="0" anchor="t">
            <a:spAutoFit/>
          </a:bodyPr>
          <a:lstStyle/>
          <a:p>
            <a:pPr algn="ctr">
              <a:lnSpc>
                <a:spcPts val="1800"/>
              </a:lnSpc>
            </a:pPr>
            <a:r>
              <a:rPr lang="en-US" sz="1500" spc="5">
                <a:solidFill>
                  <a:srgbClr val="555555"/>
                </a:solidFill>
                <a:latin typeface="Noto Sans Kr"/>
                <a:ea typeface="Noto Sans Kr"/>
                <a:cs typeface="Noto Sans Kr"/>
                <a:sym typeface="Noto Sans Kr"/>
              </a:rPr>
              <a:t>02</a:t>
            </a:r>
          </a:p>
        </p:txBody>
      </p:sp>
      <p:grpSp>
        <p:nvGrpSpPr>
          <p:cNvPr id="5" name="Group 5">
            <a:extLst>
              <a:ext uri="{FF2B5EF4-FFF2-40B4-BE49-F238E27FC236}">
                <a16:creationId xmlns:a16="http://schemas.microsoft.com/office/drawing/2014/main" id="{E614C101-B98C-5C3A-4F15-537CCA3005F5}"/>
              </a:ext>
            </a:extLst>
          </p:cNvPr>
          <p:cNvGrpSpPr/>
          <p:nvPr/>
        </p:nvGrpSpPr>
        <p:grpSpPr>
          <a:xfrm>
            <a:off x="813435" y="2101502"/>
            <a:ext cx="5299710" cy="5382494"/>
            <a:chOff x="0" y="0"/>
            <a:chExt cx="7066280" cy="7176659"/>
          </a:xfrm>
        </p:grpSpPr>
        <p:sp>
          <p:nvSpPr>
            <p:cNvPr id="6" name="Freeform 6">
              <a:extLst>
                <a:ext uri="{FF2B5EF4-FFF2-40B4-BE49-F238E27FC236}">
                  <a16:creationId xmlns:a16="http://schemas.microsoft.com/office/drawing/2014/main" id="{A4C4379A-5DEA-9F61-CB73-44FD3074E485}"/>
                </a:ext>
              </a:extLst>
            </p:cNvPr>
            <p:cNvSpPr/>
            <p:nvPr/>
          </p:nvSpPr>
          <p:spPr>
            <a:xfrm>
              <a:off x="0" y="0"/>
              <a:ext cx="7066280" cy="7176659"/>
            </a:xfrm>
            <a:custGeom>
              <a:avLst/>
              <a:gdLst/>
              <a:ahLst/>
              <a:cxnLst/>
              <a:rect l="l" t="t" r="r" b="b"/>
              <a:pathLst>
                <a:path w="7066280" h="7176659">
                  <a:moveTo>
                    <a:pt x="0" y="208808"/>
                  </a:moveTo>
                  <a:cubicBezTo>
                    <a:pt x="0" y="93405"/>
                    <a:pt x="65786" y="0"/>
                    <a:pt x="147066" y="0"/>
                  </a:cubicBezTo>
                  <a:lnTo>
                    <a:pt x="6919214" y="0"/>
                  </a:lnTo>
                  <a:cubicBezTo>
                    <a:pt x="7000367" y="0"/>
                    <a:pt x="7066280" y="93405"/>
                    <a:pt x="7066280" y="208808"/>
                  </a:cubicBezTo>
                  <a:lnTo>
                    <a:pt x="7066280" y="6967851"/>
                  </a:lnTo>
                  <a:cubicBezTo>
                    <a:pt x="7066280" y="7083075"/>
                    <a:pt x="7000494" y="7176659"/>
                    <a:pt x="6919214" y="7176659"/>
                  </a:cubicBezTo>
                  <a:lnTo>
                    <a:pt x="147066" y="7176659"/>
                  </a:lnTo>
                  <a:cubicBezTo>
                    <a:pt x="65786" y="7176659"/>
                    <a:pt x="0" y="7083254"/>
                    <a:pt x="0" y="6967851"/>
                  </a:cubicBezTo>
                  <a:close/>
                </a:path>
              </a:pathLst>
            </a:custGeom>
            <a:solidFill>
              <a:srgbClr val="FFFFFF"/>
            </a:solidFill>
            <a:ln w="19050" cap="sq">
              <a:solidFill>
                <a:srgbClr val="ECEEF3"/>
              </a:solidFill>
              <a:prstDash val="solid"/>
              <a:miter/>
            </a:ln>
            <a:effectLst>
              <a:outerShdw blurRad="228600" dist="38100" dir="5400000" algn="t" rotWithShape="0">
                <a:srgbClr val="1F2A5A">
                  <a:alpha val="11000"/>
                </a:srgbClr>
              </a:outerShdw>
            </a:effectLst>
          </p:spPr>
          <p:txBody>
            <a:bodyPr/>
            <a:lstStyle/>
            <a:p>
              <a:endParaRPr lang="ko-KR" altLang="en-US"/>
            </a:p>
          </p:txBody>
        </p:sp>
      </p:grpSp>
      <p:grpSp>
        <p:nvGrpSpPr>
          <p:cNvPr id="7" name="Group 7">
            <a:extLst>
              <a:ext uri="{FF2B5EF4-FFF2-40B4-BE49-F238E27FC236}">
                <a16:creationId xmlns:a16="http://schemas.microsoft.com/office/drawing/2014/main" id="{2AC27532-CB26-4B44-78EC-A1239A20E661}"/>
              </a:ext>
            </a:extLst>
          </p:cNvPr>
          <p:cNvGrpSpPr/>
          <p:nvPr/>
        </p:nvGrpSpPr>
        <p:grpSpPr>
          <a:xfrm>
            <a:off x="1224915" y="2512982"/>
            <a:ext cx="979170" cy="979170"/>
            <a:chOff x="0" y="0"/>
            <a:chExt cx="1305560" cy="1305560"/>
          </a:xfrm>
        </p:grpSpPr>
        <p:sp>
          <p:nvSpPr>
            <p:cNvPr id="8" name="Freeform 8">
              <a:extLst>
                <a:ext uri="{FF2B5EF4-FFF2-40B4-BE49-F238E27FC236}">
                  <a16:creationId xmlns:a16="http://schemas.microsoft.com/office/drawing/2014/main" id="{82AF954E-4877-3C6D-7E42-5B739CA23468}"/>
                </a:ext>
              </a:extLst>
            </p:cNvPr>
            <p:cNvSpPr/>
            <p:nvPr/>
          </p:nvSpPr>
          <p:spPr>
            <a:xfrm>
              <a:off x="0" y="0"/>
              <a:ext cx="1305560" cy="1305560"/>
            </a:xfrm>
            <a:custGeom>
              <a:avLst/>
              <a:gdLst/>
              <a:ahLst/>
              <a:cxnLst/>
              <a:rect l="l" t="t" r="r" b="b"/>
              <a:pathLst>
                <a:path w="1305560" h="1305560">
                  <a:moveTo>
                    <a:pt x="0" y="652780"/>
                  </a:moveTo>
                  <a:cubicBezTo>
                    <a:pt x="0" y="292227"/>
                    <a:pt x="292227" y="0"/>
                    <a:pt x="652780" y="0"/>
                  </a:cubicBezTo>
                  <a:cubicBezTo>
                    <a:pt x="1013333" y="0"/>
                    <a:pt x="1305560" y="292227"/>
                    <a:pt x="1305560" y="652780"/>
                  </a:cubicBezTo>
                  <a:cubicBezTo>
                    <a:pt x="1305560" y="1013333"/>
                    <a:pt x="1013333" y="1305560"/>
                    <a:pt x="652780" y="1305560"/>
                  </a:cubicBezTo>
                  <a:cubicBezTo>
                    <a:pt x="292227" y="1305560"/>
                    <a:pt x="0" y="1013333"/>
                    <a:pt x="0" y="652780"/>
                  </a:cubicBezTo>
                  <a:close/>
                </a:path>
              </a:pathLst>
            </a:custGeom>
            <a:solidFill>
              <a:srgbClr val="3C55CB"/>
            </a:solidFill>
            <a:ln w="19050" cap="sq">
              <a:solidFill>
                <a:srgbClr val="3C55CB"/>
              </a:solidFill>
              <a:prstDash val="solid"/>
              <a:miter/>
            </a:ln>
          </p:spPr>
          <p:txBody>
            <a:bodyPr/>
            <a:lstStyle/>
            <a:p>
              <a:endParaRPr lang="ko-KR" altLang="en-US"/>
            </a:p>
          </p:txBody>
        </p:sp>
      </p:grpSp>
      <p:grpSp>
        <p:nvGrpSpPr>
          <p:cNvPr id="9" name="Group 9">
            <a:extLst>
              <a:ext uri="{FF2B5EF4-FFF2-40B4-BE49-F238E27FC236}">
                <a16:creationId xmlns:a16="http://schemas.microsoft.com/office/drawing/2014/main" id="{CB4D404A-8809-28B8-4438-86C3577B49B2}"/>
              </a:ext>
            </a:extLst>
          </p:cNvPr>
          <p:cNvGrpSpPr/>
          <p:nvPr/>
        </p:nvGrpSpPr>
        <p:grpSpPr>
          <a:xfrm>
            <a:off x="1484071" y="2772138"/>
            <a:ext cx="460858" cy="460858"/>
            <a:chOff x="0" y="0"/>
            <a:chExt cx="614477" cy="614477"/>
          </a:xfrm>
        </p:grpSpPr>
        <p:sp>
          <p:nvSpPr>
            <p:cNvPr id="10" name="Freeform 10" descr="preencoded.png">
              <a:extLst>
                <a:ext uri="{FF2B5EF4-FFF2-40B4-BE49-F238E27FC236}">
                  <a16:creationId xmlns:a16="http://schemas.microsoft.com/office/drawing/2014/main" id="{0197047C-725C-A679-0B7B-0E0BDA28E88E}"/>
                </a:ext>
              </a:extLst>
            </p:cNvPr>
            <p:cNvSpPr/>
            <p:nvPr/>
          </p:nvSpPr>
          <p:spPr>
            <a:xfrm>
              <a:off x="0" y="0"/>
              <a:ext cx="614426" cy="614426"/>
            </a:xfrm>
            <a:custGeom>
              <a:avLst/>
              <a:gdLst/>
              <a:ahLst/>
              <a:cxnLst/>
              <a:rect l="l" t="t" r="r" b="b"/>
              <a:pathLst>
                <a:path w="614426" h="614426">
                  <a:moveTo>
                    <a:pt x="0" y="0"/>
                  </a:moveTo>
                  <a:lnTo>
                    <a:pt x="614426" y="0"/>
                  </a:lnTo>
                  <a:lnTo>
                    <a:pt x="614426" y="614426"/>
                  </a:lnTo>
                  <a:lnTo>
                    <a:pt x="0" y="614426"/>
                  </a:lnTo>
                  <a:lnTo>
                    <a:pt x="0" y="0"/>
                  </a:lnTo>
                  <a:close/>
                </a:path>
              </a:pathLst>
            </a:custGeom>
            <a:blipFill>
              <a:blip r:embed="rId3"/>
              <a:stretch>
                <a:fillRect r="-8" b="-8"/>
              </a:stretch>
            </a:blipFill>
          </p:spPr>
          <p:txBody>
            <a:bodyPr/>
            <a:lstStyle/>
            <a:p>
              <a:endParaRPr lang="ko-KR" altLang="en-US"/>
            </a:p>
          </p:txBody>
        </p:sp>
      </p:grpSp>
      <p:sp>
        <p:nvSpPr>
          <p:cNvPr id="11" name="TextBox 11">
            <a:extLst>
              <a:ext uri="{FF2B5EF4-FFF2-40B4-BE49-F238E27FC236}">
                <a16:creationId xmlns:a16="http://schemas.microsoft.com/office/drawing/2014/main" id="{7BBBB0B9-8957-7452-F6F2-466F03A9DFBA}"/>
              </a:ext>
            </a:extLst>
          </p:cNvPr>
          <p:cNvSpPr txBox="1"/>
          <p:nvPr/>
        </p:nvSpPr>
        <p:spPr>
          <a:xfrm>
            <a:off x="2400300" y="2549939"/>
            <a:ext cx="3566160" cy="361950"/>
          </a:xfrm>
          <a:prstGeom prst="rect">
            <a:avLst/>
          </a:prstGeom>
        </p:spPr>
        <p:txBody>
          <a:bodyPr lIns="0" tIns="0" rIns="0" bIns="0" rtlCol="0" anchor="t">
            <a:spAutoFit/>
          </a:bodyPr>
          <a:lstStyle/>
          <a:p>
            <a:pPr algn="l">
              <a:lnSpc>
                <a:spcPts val="2879"/>
              </a:lnSpc>
            </a:pPr>
            <a:r>
              <a:rPr lang="en-US" sz="2400" b="1" spc="9" dirty="0" err="1">
                <a:solidFill>
                  <a:srgbClr val="333333"/>
                </a:solidFill>
                <a:latin typeface="Noto Sans Kr Bold"/>
                <a:ea typeface="Noto Sans Kr Bold"/>
                <a:cs typeface="Noto Sans Kr Bold"/>
                <a:sym typeface="Noto Sans Kr Bold"/>
              </a:rPr>
              <a:t>오프라인</a:t>
            </a:r>
            <a:r>
              <a:rPr lang="en-US" sz="2400" b="1" spc="9" dirty="0">
                <a:solidFill>
                  <a:srgbClr val="333333"/>
                </a:solidFill>
                <a:latin typeface="Noto Sans Kr Bold"/>
                <a:ea typeface="Noto Sans Kr Bold"/>
                <a:cs typeface="Noto Sans Kr Bold"/>
                <a:sym typeface="Noto Sans Kr Bold"/>
              </a:rPr>
              <a:t> </a:t>
            </a:r>
            <a:r>
              <a:rPr lang="en-US" sz="2400" b="1" spc="9" dirty="0" err="1">
                <a:solidFill>
                  <a:srgbClr val="333333"/>
                </a:solidFill>
                <a:latin typeface="Noto Sans Kr Bold"/>
                <a:ea typeface="Noto Sans Kr Bold"/>
                <a:cs typeface="Noto Sans Kr Bold"/>
                <a:sym typeface="Noto Sans Kr Bold"/>
              </a:rPr>
              <a:t>스터디카페</a:t>
            </a:r>
            <a:endParaRPr lang="en-US" sz="2400" b="1" spc="9" dirty="0">
              <a:solidFill>
                <a:srgbClr val="333333"/>
              </a:solidFill>
              <a:latin typeface="Noto Sans Kr Bold"/>
              <a:ea typeface="Noto Sans Kr Bold"/>
              <a:cs typeface="Noto Sans Kr Bold"/>
              <a:sym typeface="Noto Sans Kr Bold"/>
            </a:endParaRPr>
          </a:p>
        </p:txBody>
      </p:sp>
      <p:sp>
        <p:nvSpPr>
          <p:cNvPr id="12" name="TextBox 12">
            <a:extLst>
              <a:ext uri="{FF2B5EF4-FFF2-40B4-BE49-F238E27FC236}">
                <a16:creationId xmlns:a16="http://schemas.microsoft.com/office/drawing/2014/main" id="{861190FE-D950-8BBB-265C-8CD7B3F0DED7}"/>
              </a:ext>
            </a:extLst>
          </p:cNvPr>
          <p:cNvSpPr txBox="1"/>
          <p:nvPr/>
        </p:nvSpPr>
        <p:spPr>
          <a:xfrm>
            <a:off x="2400300" y="3043715"/>
            <a:ext cx="3566160" cy="247650"/>
          </a:xfrm>
          <a:prstGeom prst="rect">
            <a:avLst/>
          </a:prstGeom>
        </p:spPr>
        <p:txBody>
          <a:bodyPr lIns="0" tIns="0" rIns="0" bIns="0" rtlCol="0" anchor="t">
            <a:spAutoFit/>
          </a:bodyPr>
          <a:lstStyle/>
          <a:p>
            <a:pPr algn="l">
              <a:lnSpc>
                <a:spcPts val="1980"/>
              </a:lnSpc>
            </a:pPr>
            <a:r>
              <a:rPr lang="en-US" sz="1650" spc="6">
                <a:solidFill>
                  <a:srgbClr val="7F7F7F"/>
                </a:solidFill>
                <a:latin typeface="Noto Sans Kr"/>
                <a:ea typeface="Noto Sans Kr"/>
                <a:cs typeface="Noto Sans Kr"/>
                <a:sym typeface="Noto Sans Kr"/>
              </a:rPr>
              <a:t>타인의 시선이라는 외부 제약은 있지만</a:t>
            </a:r>
          </a:p>
        </p:txBody>
      </p:sp>
      <p:sp>
        <p:nvSpPr>
          <p:cNvPr id="13" name="TextBox 13">
            <a:extLst>
              <a:ext uri="{FF2B5EF4-FFF2-40B4-BE49-F238E27FC236}">
                <a16:creationId xmlns:a16="http://schemas.microsoft.com/office/drawing/2014/main" id="{D39C71CE-7628-F8E9-5C16-D02ACB861BCD}"/>
              </a:ext>
            </a:extLst>
          </p:cNvPr>
          <p:cNvSpPr txBox="1"/>
          <p:nvPr/>
        </p:nvSpPr>
        <p:spPr>
          <a:xfrm>
            <a:off x="1234440" y="3732182"/>
            <a:ext cx="4526280" cy="674370"/>
          </a:xfrm>
          <a:prstGeom prst="rect">
            <a:avLst/>
          </a:prstGeom>
        </p:spPr>
        <p:txBody>
          <a:bodyPr lIns="0" tIns="0" rIns="0" bIns="0" rtlCol="0" anchor="t">
            <a:spAutoFit/>
          </a:bodyPr>
          <a:lstStyle/>
          <a:p>
            <a:pPr marL="352901" lvl="1" indent="-176451" algn="l">
              <a:lnSpc>
                <a:spcPts val="2729"/>
              </a:lnSpc>
              <a:buFont typeface="Arial"/>
              <a:buChar char="•"/>
            </a:pPr>
            <a:r>
              <a:rPr lang="en-US" sz="1950" spc="7">
                <a:solidFill>
                  <a:srgbClr val="333333"/>
                </a:solidFill>
                <a:latin typeface="Noto Sans Kr"/>
                <a:ea typeface="Noto Sans Kr"/>
                <a:cs typeface="Noto Sans Kr"/>
                <a:sym typeface="Noto Sans Kr"/>
              </a:rPr>
              <a:t>시간당 1,500~3,000원</a:t>
            </a:r>
          </a:p>
          <a:p>
            <a:pPr marL="352901" lvl="1" indent="-176451" algn="l">
              <a:lnSpc>
                <a:spcPts val="2729"/>
              </a:lnSpc>
              <a:buFont typeface="Arial"/>
              <a:buChar char="•"/>
            </a:pPr>
            <a:r>
              <a:rPr lang="en-US" sz="1950" spc="7">
                <a:solidFill>
                  <a:srgbClr val="333333"/>
                </a:solidFill>
                <a:latin typeface="Noto Sans Kr"/>
                <a:ea typeface="Noto Sans Kr"/>
                <a:cs typeface="Noto Sans Kr"/>
                <a:sym typeface="Noto Sans Kr"/>
              </a:rPr>
              <a:t>오가는 이동 시간·교통비</a:t>
            </a:r>
          </a:p>
        </p:txBody>
      </p:sp>
      <p:grpSp>
        <p:nvGrpSpPr>
          <p:cNvPr id="14" name="Group 14">
            <a:extLst>
              <a:ext uri="{FF2B5EF4-FFF2-40B4-BE49-F238E27FC236}">
                <a16:creationId xmlns:a16="http://schemas.microsoft.com/office/drawing/2014/main" id="{AB20619C-F28E-26A3-1864-DB2DF259D055}"/>
              </a:ext>
            </a:extLst>
          </p:cNvPr>
          <p:cNvGrpSpPr/>
          <p:nvPr/>
        </p:nvGrpSpPr>
        <p:grpSpPr>
          <a:xfrm>
            <a:off x="6436995" y="2101502"/>
            <a:ext cx="5299710" cy="5382494"/>
            <a:chOff x="0" y="0"/>
            <a:chExt cx="7066280" cy="7176659"/>
          </a:xfrm>
        </p:grpSpPr>
        <p:sp>
          <p:nvSpPr>
            <p:cNvPr id="15" name="Freeform 15">
              <a:extLst>
                <a:ext uri="{FF2B5EF4-FFF2-40B4-BE49-F238E27FC236}">
                  <a16:creationId xmlns:a16="http://schemas.microsoft.com/office/drawing/2014/main" id="{45E48D4B-B5C2-08AA-AEFF-74DFE203406F}"/>
                </a:ext>
              </a:extLst>
            </p:cNvPr>
            <p:cNvSpPr/>
            <p:nvPr/>
          </p:nvSpPr>
          <p:spPr>
            <a:xfrm>
              <a:off x="0" y="0"/>
              <a:ext cx="7066280" cy="7176659"/>
            </a:xfrm>
            <a:custGeom>
              <a:avLst/>
              <a:gdLst/>
              <a:ahLst/>
              <a:cxnLst/>
              <a:rect l="l" t="t" r="r" b="b"/>
              <a:pathLst>
                <a:path w="7066280" h="7176659">
                  <a:moveTo>
                    <a:pt x="0" y="208808"/>
                  </a:moveTo>
                  <a:cubicBezTo>
                    <a:pt x="0" y="93405"/>
                    <a:pt x="65786" y="0"/>
                    <a:pt x="147066" y="0"/>
                  </a:cubicBezTo>
                  <a:lnTo>
                    <a:pt x="6919214" y="0"/>
                  </a:lnTo>
                  <a:cubicBezTo>
                    <a:pt x="7000367" y="0"/>
                    <a:pt x="7066280" y="93405"/>
                    <a:pt x="7066280" y="208808"/>
                  </a:cubicBezTo>
                  <a:lnTo>
                    <a:pt x="7066280" y="6967851"/>
                  </a:lnTo>
                  <a:cubicBezTo>
                    <a:pt x="7066280" y="7083075"/>
                    <a:pt x="7000494" y="7176659"/>
                    <a:pt x="6919214" y="7176659"/>
                  </a:cubicBezTo>
                  <a:lnTo>
                    <a:pt x="147066" y="7176659"/>
                  </a:lnTo>
                  <a:cubicBezTo>
                    <a:pt x="65786" y="7176659"/>
                    <a:pt x="0" y="7083254"/>
                    <a:pt x="0" y="6967851"/>
                  </a:cubicBezTo>
                  <a:close/>
                </a:path>
              </a:pathLst>
            </a:custGeom>
            <a:solidFill>
              <a:srgbClr val="FFFFFF"/>
            </a:solidFill>
            <a:ln w="19050" cap="sq">
              <a:solidFill>
                <a:srgbClr val="ECEEF3"/>
              </a:solidFill>
              <a:prstDash val="solid"/>
              <a:miter/>
            </a:ln>
            <a:effectLst>
              <a:outerShdw blurRad="228600" dist="38100" dir="5400000" algn="t" rotWithShape="0">
                <a:srgbClr val="1F2A5A">
                  <a:alpha val="11000"/>
                </a:srgbClr>
              </a:outerShdw>
            </a:effectLst>
          </p:spPr>
          <p:txBody>
            <a:bodyPr/>
            <a:lstStyle/>
            <a:p>
              <a:endParaRPr lang="ko-KR" altLang="en-US"/>
            </a:p>
          </p:txBody>
        </p:sp>
      </p:grpSp>
      <p:grpSp>
        <p:nvGrpSpPr>
          <p:cNvPr id="16" name="Group 16">
            <a:extLst>
              <a:ext uri="{FF2B5EF4-FFF2-40B4-BE49-F238E27FC236}">
                <a16:creationId xmlns:a16="http://schemas.microsoft.com/office/drawing/2014/main" id="{E1C5DFA3-7BCC-3F76-9882-38ED813C9C31}"/>
              </a:ext>
            </a:extLst>
          </p:cNvPr>
          <p:cNvGrpSpPr/>
          <p:nvPr/>
        </p:nvGrpSpPr>
        <p:grpSpPr>
          <a:xfrm>
            <a:off x="6848475" y="2512982"/>
            <a:ext cx="979170" cy="979170"/>
            <a:chOff x="0" y="0"/>
            <a:chExt cx="1305560" cy="1305560"/>
          </a:xfrm>
        </p:grpSpPr>
        <p:sp>
          <p:nvSpPr>
            <p:cNvPr id="17" name="Freeform 17">
              <a:extLst>
                <a:ext uri="{FF2B5EF4-FFF2-40B4-BE49-F238E27FC236}">
                  <a16:creationId xmlns:a16="http://schemas.microsoft.com/office/drawing/2014/main" id="{BF1C09C9-5F3D-1CFF-7272-4A8C8C4A8814}"/>
                </a:ext>
              </a:extLst>
            </p:cNvPr>
            <p:cNvSpPr/>
            <p:nvPr/>
          </p:nvSpPr>
          <p:spPr>
            <a:xfrm>
              <a:off x="0" y="0"/>
              <a:ext cx="1305560" cy="1305560"/>
            </a:xfrm>
            <a:custGeom>
              <a:avLst/>
              <a:gdLst/>
              <a:ahLst/>
              <a:cxnLst/>
              <a:rect l="l" t="t" r="r" b="b"/>
              <a:pathLst>
                <a:path w="1305560" h="1305560">
                  <a:moveTo>
                    <a:pt x="0" y="652780"/>
                  </a:moveTo>
                  <a:cubicBezTo>
                    <a:pt x="0" y="292227"/>
                    <a:pt x="292227" y="0"/>
                    <a:pt x="652780" y="0"/>
                  </a:cubicBezTo>
                  <a:cubicBezTo>
                    <a:pt x="1013333" y="0"/>
                    <a:pt x="1305560" y="292227"/>
                    <a:pt x="1305560" y="652780"/>
                  </a:cubicBezTo>
                  <a:cubicBezTo>
                    <a:pt x="1305560" y="1013333"/>
                    <a:pt x="1013333" y="1305560"/>
                    <a:pt x="652780" y="1305560"/>
                  </a:cubicBezTo>
                  <a:cubicBezTo>
                    <a:pt x="292227" y="1305560"/>
                    <a:pt x="0" y="1013333"/>
                    <a:pt x="0" y="652780"/>
                  </a:cubicBezTo>
                  <a:close/>
                </a:path>
              </a:pathLst>
            </a:custGeom>
            <a:solidFill>
              <a:srgbClr val="3C55CB"/>
            </a:solidFill>
            <a:ln w="19050" cap="sq">
              <a:solidFill>
                <a:srgbClr val="3C55CB"/>
              </a:solidFill>
              <a:prstDash val="solid"/>
              <a:miter/>
            </a:ln>
          </p:spPr>
          <p:txBody>
            <a:bodyPr/>
            <a:lstStyle/>
            <a:p>
              <a:endParaRPr lang="ko-KR" altLang="en-US"/>
            </a:p>
          </p:txBody>
        </p:sp>
      </p:grpSp>
      <p:grpSp>
        <p:nvGrpSpPr>
          <p:cNvPr id="18" name="Group 18">
            <a:extLst>
              <a:ext uri="{FF2B5EF4-FFF2-40B4-BE49-F238E27FC236}">
                <a16:creationId xmlns:a16="http://schemas.microsoft.com/office/drawing/2014/main" id="{FDBA79CE-030B-6E53-BE88-F0FC31ABCB3F}"/>
              </a:ext>
            </a:extLst>
          </p:cNvPr>
          <p:cNvGrpSpPr/>
          <p:nvPr/>
        </p:nvGrpSpPr>
        <p:grpSpPr>
          <a:xfrm>
            <a:off x="7107631" y="2772138"/>
            <a:ext cx="460858" cy="460858"/>
            <a:chOff x="0" y="0"/>
            <a:chExt cx="614477" cy="614477"/>
          </a:xfrm>
        </p:grpSpPr>
        <p:sp>
          <p:nvSpPr>
            <p:cNvPr id="19" name="Freeform 19" descr="preencoded.png">
              <a:extLst>
                <a:ext uri="{FF2B5EF4-FFF2-40B4-BE49-F238E27FC236}">
                  <a16:creationId xmlns:a16="http://schemas.microsoft.com/office/drawing/2014/main" id="{67363A1A-BB43-1988-8130-7BE7E72B6B7D}"/>
                </a:ext>
              </a:extLst>
            </p:cNvPr>
            <p:cNvSpPr/>
            <p:nvPr/>
          </p:nvSpPr>
          <p:spPr>
            <a:xfrm>
              <a:off x="0" y="0"/>
              <a:ext cx="614426" cy="614426"/>
            </a:xfrm>
            <a:custGeom>
              <a:avLst/>
              <a:gdLst/>
              <a:ahLst/>
              <a:cxnLst/>
              <a:rect l="l" t="t" r="r" b="b"/>
              <a:pathLst>
                <a:path w="614426" h="614426">
                  <a:moveTo>
                    <a:pt x="0" y="0"/>
                  </a:moveTo>
                  <a:lnTo>
                    <a:pt x="614426" y="0"/>
                  </a:lnTo>
                  <a:lnTo>
                    <a:pt x="614426" y="614426"/>
                  </a:lnTo>
                  <a:lnTo>
                    <a:pt x="0" y="614426"/>
                  </a:lnTo>
                  <a:lnTo>
                    <a:pt x="0" y="0"/>
                  </a:lnTo>
                  <a:close/>
                </a:path>
              </a:pathLst>
            </a:custGeom>
            <a:blipFill>
              <a:blip r:embed="rId4"/>
              <a:stretch>
                <a:fillRect r="-8" b="-8"/>
              </a:stretch>
            </a:blipFill>
          </p:spPr>
          <p:txBody>
            <a:bodyPr/>
            <a:lstStyle/>
            <a:p>
              <a:endParaRPr lang="ko-KR" altLang="en-US"/>
            </a:p>
          </p:txBody>
        </p:sp>
      </p:grpSp>
      <p:sp>
        <p:nvSpPr>
          <p:cNvPr id="20" name="TextBox 20">
            <a:extLst>
              <a:ext uri="{FF2B5EF4-FFF2-40B4-BE49-F238E27FC236}">
                <a16:creationId xmlns:a16="http://schemas.microsoft.com/office/drawing/2014/main" id="{8F2B8363-C88C-1420-9E43-86D065F18411}"/>
              </a:ext>
            </a:extLst>
          </p:cNvPr>
          <p:cNvSpPr txBox="1"/>
          <p:nvPr/>
        </p:nvSpPr>
        <p:spPr>
          <a:xfrm>
            <a:off x="8023860" y="2549939"/>
            <a:ext cx="3566160" cy="361950"/>
          </a:xfrm>
          <a:prstGeom prst="rect">
            <a:avLst/>
          </a:prstGeom>
        </p:spPr>
        <p:txBody>
          <a:bodyPr lIns="0" tIns="0" rIns="0" bIns="0" rtlCol="0" anchor="t">
            <a:spAutoFit/>
          </a:bodyPr>
          <a:lstStyle/>
          <a:p>
            <a:pPr algn="l">
              <a:lnSpc>
                <a:spcPts val="2879"/>
              </a:lnSpc>
            </a:pPr>
            <a:r>
              <a:rPr lang="en-US" sz="2400" b="1" spc="9">
                <a:solidFill>
                  <a:srgbClr val="333333"/>
                </a:solidFill>
                <a:latin typeface="Noto Sans Kr Bold"/>
                <a:ea typeface="Noto Sans Kr Bold"/>
                <a:cs typeface="Noto Sans Kr Bold"/>
                <a:sym typeface="Noto Sans Kr Bold"/>
              </a:rPr>
              <a:t>캠스터디 · 캠 ON</a:t>
            </a:r>
          </a:p>
        </p:txBody>
      </p:sp>
      <p:sp>
        <p:nvSpPr>
          <p:cNvPr id="21" name="TextBox 21">
            <a:extLst>
              <a:ext uri="{FF2B5EF4-FFF2-40B4-BE49-F238E27FC236}">
                <a16:creationId xmlns:a16="http://schemas.microsoft.com/office/drawing/2014/main" id="{44EC9935-3979-9553-0C9A-2E767A84516B}"/>
              </a:ext>
            </a:extLst>
          </p:cNvPr>
          <p:cNvSpPr txBox="1"/>
          <p:nvPr/>
        </p:nvSpPr>
        <p:spPr>
          <a:xfrm>
            <a:off x="8023860" y="3043715"/>
            <a:ext cx="3566160" cy="247650"/>
          </a:xfrm>
          <a:prstGeom prst="rect">
            <a:avLst/>
          </a:prstGeom>
        </p:spPr>
        <p:txBody>
          <a:bodyPr lIns="0" tIns="0" rIns="0" bIns="0" rtlCol="0" anchor="t">
            <a:spAutoFit/>
          </a:bodyPr>
          <a:lstStyle/>
          <a:p>
            <a:pPr algn="l">
              <a:lnSpc>
                <a:spcPts val="1980"/>
              </a:lnSpc>
            </a:pPr>
            <a:r>
              <a:rPr lang="en-US" sz="1650" spc="6">
                <a:solidFill>
                  <a:srgbClr val="7F7F7F"/>
                </a:solidFill>
                <a:latin typeface="Noto Sans Kr"/>
                <a:ea typeface="Noto Sans Kr"/>
                <a:cs typeface="Noto Sans Kr"/>
                <a:sym typeface="Noto Sans Kr"/>
              </a:rPr>
              <a:t>함께 공부하는 긴장감은 있지만</a:t>
            </a:r>
          </a:p>
        </p:txBody>
      </p:sp>
      <p:sp>
        <p:nvSpPr>
          <p:cNvPr id="22" name="TextBox 22">
            <a:extLst>
              <a:ext uri="{FF2B5EF4-FFF2-40B4-BE49-F238E27FC236}">
                <a16:creationId xmlns:a16="http://schemas.microsoft.com/office/drawing/2014/main" id="{C8BB44EA-5C72-5C35-C9A6-76E569B27C71}"/>
              </a:ext>
            </a:extLst>
          </p:cNvPr>
          <p:cNvSpPr txBox="1"/>
          <p:nvPr/>
        </p:nvSpPr>
        <p:spPr>
          <a:xfrm>
            <a:off x="6858000" y="3732182"/>
            <a:ext cx="4526280" cy="674370"/>
          </a:xfrm>
          <a:prstGeom prst="rect">
            <a:avLst/>
          </a:prstGeom>
        </p:spPr>
        <p:txBody>
          <a:bodyPr lIns="0" tIns="0" rIns="0" bIns="0" rtlCol="0" anchor="t">
            <a:spAutoFit/>
          </a:bodyPr>
          <a:lstStyle/>
          <a:p>
            <a:pPr marL="352901" lvl="1" indent="-176451" algn="l">
              <a:lnSpc>
                <a:spcPts val="2729"/>
              </a:lnSpc>
              <a:buFont typeface="Arial"/>
              <a:buChar char="•"/>
            </a:pPr>
            <a:r>
              <a:rPr lang="en-US" sz="1950" spc="7">
                <a:solidFill>
                  <a:srgbClr val="333333"/>
                </a:solidFill>
                <a:latin typeface="Noto Sans Kr"/>
                <a:ea typeface="Noto Sans Kr"/>
                <a:cs typeface="Noto Sans Kr"/>
                <a:sym typeface="Noto Sans Kr"/>
              </a:rPr>
              <a:t>얼굴·옷차림·방 배경이 그대로 노출</a:t>
            </a:r>
          </a:p>
          <a:p>
            <a:pPr marL="352901" lvl="1" indent="-176451" algn="l">
              <a:lnSpc>
                <a:spcPts val="2729"/>
              </a:lnSpc>
              <a:buFont typeface="Arial"/>
              <a:buChar char="•"/>
            </a:pPr>
            <a:r>
              <a:rPr lang="en-US" sz="1950" spc="7">
                <a:solidFill>
                  <a:srgbClr val="333333"/>
                </a:solidFill>
                <a:latin typeface="Noto Sans Kr"/>
                <a:ea typeface="Noto Sans Kr"/>
                <a:cs typeface="Noto Sans Kr"/>
                <a:sym typeface="Noto Sans Kr"/>
              </a:rPr>
              <a:t>노출이 부담돼 참여를 망설임</a:t>
            </a:r>
          </a:p>
        </p:txBody>
      </p:sp>
      <p:grpSp>
        <p:nvGrpSpPr>
          <p:cNvPr id="23" name="Group 23">
            <a:extLst>
              <a:ext uri="{FF2B5EF4-FFF2-40B4-BE49-F238E27FC236}">
                <a16:creationId xmlns:a16="http://schemas.microsoft.com/office/drawing/2014/main" id="{BC894B0B-04F2-56AC-60A5-91ED9BF05292}"/>
              </a:ext>
            </a:extLst>
          </p:cNvPr>
          <p:cNvGrpSpPr/>
          <p:nvPr/>
        </p:nvGrpSpPr>
        <p:grpSpPr>
          <a:xfrm>
            <a:off x="12060555" y="2101502"/>
            <a:ext cx="5299710" cy="5382494"/>
            <a:chOff x="0" y="0"/>
            <a:chExt cx="7066280" cy="7176659"/>
          </a:xfrm>
        </p:grpSpPr>
        <p:sp>
          <p:nvSpPr>
            <p:cNvPr id="24" name="Freeform 24">
              <a:extLst>
                <a:ext uri="{FF2B5EF4-FFF2-40B4-BE49-F238E27FC236}">
                  <a16:creationId xmlns:a16="http://schemas.microsoft.com/office/drawing/2014/main" id="{410147D6-EDA4-C7FE-7841-EBECA9095214}"/>
                </a:ext>
              </a:extLst>
            </p:cNvPr>
            <p:cNvSpPr/>
            <p:nvPr/>
          </p:nvSpPr>
          <p:spPr>
            <a:xfrm>
              <a:off x="0" y="0"/>
              <a:ext cx="7066280" cy="7176659"/>
            </a:xfrm>
            <a:custGeom>
              <a:avLst/>
              <a:gdLst/>
              <a:ahLst/>
              <a:cxnLst/>
              <a:rect l="l" t="t" r="r" b="b"/>
              <a:pathLst>
                <a:path w="7066280" h="7176659">
                  <a:moveTo>
                    <a:pt x="0" y="208808"/>
                  </a:moveTo>
                  <a:cubicBezTo>
                    <a:pt x="0" y="93405"/>
                    <a:pt x="65786" y="0"/>
                    <a:pt x="147066" y="0"/>
                  </a:cubicBezTo>
                  <a:lnTo>
                    <a:pt x="6919214" y="0"/>
                  </a:lnTo>
                  <a:cubicBezTo>
                    <a:pt x="7000367" y="0"/>
                    <a:pt x="7066280" y="93405"/>
                    <a:pt x="7066280" y="208808"/>
                  </a:cubicBezTo>
                  <a:lnTo>
                    <a:pt x="7066280" y="6967851"/>
                  </a:lnTo>
                  <a:cubicBezTo>
                    <a:pt x="7066280" y="7083075"/>
                    <a:pt x="7000494" y="7176659"/>
                    <a:pt x="6919214" y="7176659"/>
                  </a:cubicBezTo>
                  <a:lnTo>
                    <a:pt x="147066" y="7176659"/>
                  </a:lnTo>
                  <a:cubicBezTo>
                    <a:pt x="65786" y="7176659"/>
                    <a:pt x="0" y="7083254"/>
                    <a:pt x="0" y="6967851"/>
                  </a:cubicBezTo>
                  <a:close/>
                </a:path>
              </a:pathLst>
            </a:custGeom>
            <a:solidFill>
              <a:srgbClr val="FFFFFF"/>
            </a:solidFill>
            <a:ln w="19050" cap="sq">
              <a:solidFill>
                <a:srgbClr val="ECEEF3"/>
              </a:solidFill>
              <a:prstDash val="solid"/>
              <a:miter/>
            </a:ln>
            <a:effectLst>
              <a:outerShdw blurRad="228600" dist="38100" dir="5400000" algn="t" rotWithShape="0">
                <a:srgbClr val="1F2A5A">
                  <a:alpha val="11000"/>
                </a:srgbClr>
              </a:outerShdw>
            </a:effectLst>
          </p:spPr>
          <p:txBody>
            <a:bodyPr/>
            <a:lstStyle/>
            <a:p>
              <a:endParaRPr lang="ko-KR" altLang="en-US"/>
            </a:p>
          </p:txBody>
        </p:sp>
      </p:grpSp>
      <p:grpSp>
        <p:nvGrpSpPr>
          <p:cNvPr id="25" name="Group 25">
            <a:extLst>
              <a:ext uri="{FF2B5EF4-FFF2-40B4-BE49-F238E27FC236}">
                <a16:creationId xmlns:a16="http://schemas.microsoft.com/office/drawing/2014/main" id="{1C8FBA33-F2AD-2188-3C76-481C4A277A3E}"/>
              </a:ext>
            </a:extLst>
          </p:cNvPr>
          <p:cNvGrpSpPr/>
          <p:nvPr/>
        </p:nvGrpSpPr>
        <p:grpSpPr>
          <a:xfrm>
            <a:off x="12472035" y="2512982"/>
            <a:ext cx="979170" cy="979170"/>
            <a:chOff x="0" y="0"/>
            <a:chExt cx="1305560" cy="1305560"/>
          </a:xfrm>
        </p:grpSpPr>
        <p:sp>
          <p:nvSpPr>
            <p:cNvPr id="26" name="Freeform 26">
              <a:extLst>
                <a:ext uri="{FF2B5EF4-FFF2-40B4-BE49-F238E27FC236}">
                  <a16:creationId xmlns:a16="http://schemas.microsoft.com/office/drawing/2014/main" id="{7A2FC2FE-A9F7-A994-DDA4-3ADFC16F0115}"/>
                </a:ext>
              </a:extLst>
            </p:cNvPr>
            <p:cNvSpPr/>
            <p:nvPr/>
          </p:nvSpPr>
          <p:spPr>
            <a:xfrm>
              <a:off x="0" y="0"/>
              <a:ext cx="1305560" cy="1305560"/>
            </a:xfrm>
            <a:custGeom>
              <a:avLst/>
              <a:gdLst/>
              <a:ahLst/>
              <a:cxnLst/>
              <a:rect l="l" t="t" r="r" b="b"/>
              <a:pathLst>
                <a:path w="1305560" h="1305560">
                  <a:moveTo>
                    <a:pt x="0" y="652780"/>
                  </a:moveTo>
                  <a:cubicBezTo>
                    <a:pt x="0" y="292227"/>
                    <a:pt x="292227" y="0"/>
                    <a:pt x="652780" y="0"/>
                  </a:cubicBezTo>
                  <a:cubicBezTo>
                    <a:pt x="1013333" y="0"/>
                    <a:pt x="1305560" y="292227"/>
                    <a:pt x="1305560" y="652780"/>
                  </a:cubicBezTo>
                  <a:cubicBezTo>
                    <a:pt x="1305560" y="1013333"/>
                    <a:pt x="1013333" y="1305560"/>
                    <a:pt x="652780" y="1305560"/>
                  </a:cubicBezTo>
                  <a:cubicBezTo>
                    <a:pt x="292227" y="1305560"/>
                    <a:pt x="0" y="1013333"/>
                    <a:pt x="0" y="652780"/>
                  </a:cubicBezTo>
                  <a:close/>
                </a:path>
              </a:pathLst>
            </a:custGeom>
            <a:solidFill>
              <a:srgbClr val="3C55CB"/>
            </a:solidFill>
            <a:ln w="19050" cap="sq">
              <a:solidFill>
                <a:srgbClr val="3C55CB"/>
              </a:solidFill>
              <a:prstDash val="solid"/>
              <a:miter/>
            </a:ln>
          </p:spPr>
          <p:txBody>
            <a:bodyPr/>
            <a:lstStyle/>
            <a:p>
              <a:endParaRPr lang="ko-KR" altLang="en-US"/>
            </a:p>
          </p:txBody>
        </p:sp>
      </p:grpSp>
      <p:grpSp>
        <p:nvGrpSpPr>
          <p:cNvPr id="27" name="Group 27">
            <a:extLst>
              <a:ext uri="{FF2B5EF4-FFF2-40B4-BE49-F238E27FC236}">
                <a16:creationId xmlns:a16="http://schemas.microsoft.com/office/drawing/2014/main" id="{9E936820-5FDD-5E3E-B02C-1C0061000E3A}"/>
              </a:ext>
            </a:extLst>
          </p:cNvPr>
          <p:cNvGrpSpPr/>
          <p:nvPr/>
        </p:nvGrpSpPr>
        <p:grpSpPr>
          <a:xfrm>
            <a:off x="12731191" y="2772138"/>
            <a:ext cx="460858" cy="460858"/>
            <a:chOff x="0" y="0"/>
            <a:chExt cx="614477" cy="614477"/>
          </a:xfrm>
        </p:grpSpPr>
        <p:sp>
          <p:nvSpPr>
            <p:cNvPr id="28" name="Freeform 28" descr="preencoded.png">
              <a:extLst>
                <a:ext uri="{FF2B5EF4-FFF2-40B4-BE49-F238E27FC236}">
                  <a16:creationId xmlns:a16="http://schemas.microsoft.com/office/drawing/2014/main" id="{3A645746-7673-A834-DD6D-3075975F9DFD}"/>
                </a:ext>
              </a:extLst>
            </p:cNvPr>
            <p:cNvSpPr/>
            <p:nvPr/>
          </p:nvSpPr>
          <p:spPr>
            <a:xfrm>
              <a:off x="0" y="0"/>
              <a:ext cx="614426" cy="614426"/>
            </a:xfrm>
            <a:custGeom>
              <a:avLst/>
              <a:gdLst/>
              <a:ahLst/>
              <a:cxnLst/>
              <a:rect l="l" t="t" r="r" b="b"/>
              <a:pathLst>
                <a:path w="614426" h="614426">
                  <a:moveTo>
                    <a:pt x="0" y="0"/>
                  </a:moveTo>
                  <a:lnTo>
                    <a:pt x="614426" y="0"/>
                  </a:lnTo>
                  <a:lnTo>
                    <a:pt x="614426" y="614426"/>
                  </a:lnTo>
                  <a:lnTo>
                    <a:pt x="0" y="614426"/>
                  </a:lnTo>
                  <a:lnTo>
                    <a:pt x="0" y="0"/>
                  </a:lnTo>
                  <a:close/>
                </a:path>
              </a:pathLst>
            </a:custGeom>
            <a:blipFill>
              <a:blip r:embed="rId5"/>
              <a:stretch>
                <a:fillRect r="-8" b="-8"/>
              </a:stretch>
            </a:blipFill>
          </p:spPr>
          <p:txBody>
            <a:bodyPr/>
            <a:lstStyle/>
            <a:p>
              <a:endParaRPr lang="ko-KR" altLang="en-US"/>
            </a:p>
          </p:txBody>
        </p:sp>
      </p:grpSp>
      <p:sp>
        <p:nvSpPr>
          <p:cNvPr id="29" name="TextBox 29">
            <a:extLst>
              <a:ext uri="{FF2B5EF4-FFF2-40B4-BE49-F238E27FC236}">
                <a16:creationId xmlns:a16="http://schemas.microsoft.com/office/drawing/2014/main" id="{975ECEAD-FDB0-1A7E-3C45-73DA45D0D19B}"/>
              </a:ext>
            </a:extLst>
          </p:cNvPr>
          <p:cNvSpPr txBox="1"/>
          <p:nvPr/>
        </p:nvSpPr>
        <p:spPr>
          <a:xfrm>
            <a:off x="13647420" y="2549939"/>
            <a:ext cx="3566160" cy="361950"/>
          </a:xfrm>
          <a:prstGeom prst="rect">
            <a:avLst/>
          </a:prstGeom>
        </p:spPr>
        <p:txBody>
          <a:bodyPr lIns="0" tIns="0" rIns="0" bIns="0" rtlCol="0" anchor="t">
            <a:spAutoFit/>
          </a:bodyPr>
          <a:lstStyle/>
          <a:p>
            <a:pPr algn="l">
              <a:lnSpc>
                <a:spcPts val="2879"/>
              </a:lnSpc>
            </a:pPr>
            <a:r>
              <a:rPr lang="en-US" sz="2400" b="1" spc="9">
                <a:solidFill>
                  <a:srgbClr val="333333"/>
                </a:solidFill>
                <a:latin typeface="Noto Sans Kr Bold"/>
                <a:ea typeface="Noto Sans Kr Bold"/>
                <a:cs typeface="Noto Sans Kr Bold"/>
                <a:sym typeface="Noto Sans Kr Bold"/>
              </a:rPr>
              <a:t>캠 OFF · 혼자 공부</a:t>
            </a:r>
          </a:p>
        </p:txBody>
      </p:sp>
      <p:sp>
        <p:nvSpPr>
          <p:cNvPr id="30" name="TextBox 30">
            <a:extLst>
              <a:ext uri="{FF2B5EF4-FFF2-40B4-BE49-F238E27FC236}">
                <a16:creationId xmlns:a16="http://schemas.microsoft.com/office/drawing/2014/main" id="{DA452E29-77ED-3410-08A0-F1D501FA1FB0}"/>
              </a:ext>
            </a:extLst>
          </p:cNvPr>
          <p:cNvSpPr txBox="1"/>
          <p:nvPr/>
        </p:nvSpPr>
        <p:spPr>
          <a:xfrm>
            <a:off x="13647420" y="3043715"/>
            <a:ext cx="3566160" cy="247650"/>
          </a:xfrm>
          <a:prstGeom prst="rect">
            <a:avLst/>
          </a:prstGeom>
        </p:spPr>
        <p:txBody>
          <a:bodyPr lIns="0" tIns="0" rIns="0" bIns="0" rtlCol="0" anchor="t">
            <a:spAutoFit/>
          </a:bodyPr>
          <a:lstStyle/>
          <a:p>
            <a:pPr algn="l">
              <a:lnSpc>
                <a:spcPts val="1980"/>
              </a:lnSpc>
            </a:pPr>
            <a:r>
              <a:rPr lang="en-US" sz="1650" spc="6">
                <a:solidFill>
                  <a:srgbClr val="7F7F7F"/>
                </a:solidFill>
                <a:latin typeface="Noto Sans Kr"/>
                <a:ea typeface="Noto Sans Kr"/>
                <a:cs typeface="Noto Sans Kr"/>
                <a:sym typeface="Noto Sans Kr"/>
              </a:rPr>
              <a:t>노출 부담은 없지만</a:t>
            </a:r>
          </a:p>
        </p:txBody>
      </p:sp>
      <p:sp>
        <p:nvSpPr>
          <p:cNvPr id="31" name="TextBox 31">
            <a:extLst>
              <a:ext uri="{FF2B5EF4-FFF2-40B4-BE49-F238E27FC236}">
                <a16:creationId xmlns:a16="http://schemas.microsoft.com/office/drawing/2014/main" id="{A5B1EAB1-3403-C644-A0B3-606173BFD3CA}"/>
              </a:ext>
            </a:extLst>
          </p:cNvPr>
          <p:cNvSpPr txBox="1"/>
          <p:nvPr/>
        </p:nvSpPr>
        <p:spPr>
          <a:xfrm>
            <a:off x="12481560" y="3732182"/>
            <a:ext cx="4594860" cy="674370"/>
          </a:xfrm>
          <a:prstGeom prst="rect">
            <a:avLst/>
          </a:prstGeom>
        </p:spPr>
        <p:txBody>
          <a:bodyPr lIns="0" tIns="0" rIns="0" bIns="0" rtlCol="0" anchor="t">
            <a:spAutoFit/>
          </a:bodyPr>
          <a:lstStyle/>
          <a:p>
            <a:pPr marL="352901" lvl="1" indent="-176451" algn="l">
              <a:lnSpc>
                <a:spcPts val="2729"/>
              </a:lnSpc>
              <a:buFont typeface="Arial"/>
              <a:buChar char="•"/>
            </a:pPr>
            <a:r>
              <a:rPr lang="en-US" sz="1950" spc="7">
                <a:solidFill>
                  <a:srgbClr val="333333"/>
                </a:solidFill>
                <a:latin typeface="Noto Sans Kr"/>
                <a:ea typeface="Noto Sans Kr"/>
                <a:cs typeface="Noto Sans Kr"/>
                <a:sym typeface="Noto Sans Kr"/>
              </a:rPr>
              <a:t>외부 제약도 함께 사라져 딴짓</a:t>
            </a:r>
          </a:p>
          <a:p>
            <a:pPr marL="352901" lvl="1" indent="-176451" algn="l">
              <a:lnSpc>
                <a:spcPts val="2729"/>
              </a:lnSpc>
              <a:buFont typeface="Arial"/>
              <a:buChar char="•"/>
            </a:pPr>
            <a:r>
              <a:rPr lang="en-US" sz="1950" spc="7">
                <a:solidFill>
                  <a:srgbClr val="333333"/>
                </a:solidFill>
                <a:latin typeface="Noto Sans Kr"/>
                <a:ea typeface="Noto Sans Kr"/>
                <a:cs typeface="Noto Sans Kr"/>
                <a:sym typeface="Noto Sans Kr"/>
              </a:rPr>
              <a:t>수동 타이머는 실제 집중과 무관하게 기록</a:t>
            </a:r>
          </a:p>
        </p:txBody>
      </p:sp>
      <p:grpSp>
        <p:nvGrpSpPr>
          <p:cNvPr id="32" name="Group 32">
            <a:extLst>
              <a:ext uri="{FF2B5EF4-FFF2-40B4-BE49-F238E27FC236}">
                <a16:creationId xmlns:a16="http://schemas.microsoft.com/office/drawing/2014/main" id="{52AEE73A-6766-0858-004F-BBA82FEB0398}"/>
              </a:ext>
            </a:extLst>
          </p:cNvPr>
          <p:cNvGrpSpPr/>
          <p:nvPr/>
        </p:nvGrpSpPr>
        <p:grpSpPr>
          <a:xfrm>
            <a:off x="836295" y="7950721"/>
            <a:ext cx="16765905" cy="1322070"/>
            <a:chOff x="0" y="0"/>
            <a:chExt cx="22354540" cy="1762760"/>
          </a:xfrm>
        </p:grpSpPr>
        <p:grpSp>
          <p:nvGrpSpPr>
            <p:cNvPr id="33" name="Group 33">
              <a:extLst>
                <a:ext uri="{FF2B5EF4-FFF2-40B4-BE49-F238E27FC236}">
                  <a16:creationId xmlns:a16="http://schemas.microsoft.com/office/drawing/2014/main" id="{300D8B91-5D5A-0547-DAB5-6417A7FBEF4E}"/>
                </a:ext>
              </a:extLst>
            </p:cNvPr>
            <p:cNvGrpSpPr/>
            <p:nvPr/>
          </p:nvGrpSpPr>
          <p:grpSpPr>
            <a:xfrm>
              <a:off x="0" y="0"/>
              <a:ext cx="22153880" cy="1762760"/>
              <a:chOff x="0" y="0"/>
              <a:chExt cx="22153880" cy="1762760"/>
            </a:xfrm>
          </p:grpSpPr>
          <p:sp>
            <p:nvSpPr>
              <p:cNvPr id="34" name="Freeform 34">
                <a:extLst>
                  <a:ext uri="{FF2B5EF4-FFF2-40B4-BE49-F238E27FC236}">
                    <a16:creationId xmlns:a16="http://schemas.microsoft.com/office/drawing/2014/main" id="{700B7E56-C41B-C52E-AFE2-7AFD9F1CD2EE}"/>
                  </a:ext>
                </a:extLst>
              </p:cNvPr>
              <p:cNvSpPr/>
              <p:nvPr/>
            </p:nvSpPr>
            <p:spPr>
              <a:xfrm>
                <a:off x="0" y="0"/>
                <a:ext cx="22153880" cy="1762760"/>
              </a:xfrm>
              <a:custGeom>
                <a:avLst/>
                <a:gdLst/>
                <a:ahLst/>
                <a:cxnLst/>
                <a:rect l="l" t="t" r="r" b="b"/>
                <a:pathLst>
                  <a:path w="22153880" h="1762760">
                    <a:moveTo>
                      <a:pt x="0" y="148463"/>
                    </a:moveTo>
                    <a:cubicBezTo>
                      <a:pt x="0" y="66421"/>
                      <a:pt x="66421" y="0"/>
                      <a:pt x="148463" y="0"/>
                    </a:cubicBezTo>
                    <a:lnTo>
                      <a:pt x="22005417" y="0"/>
                    </a:lnTo>
                    <a:cubicBezTo>
                      <a:pt x="22087458" y="0"/>
                      <a:pt x="22153880" y="66421"/>
                      <a:pt x="22153880" y="148463"/>
                    </a:cubicBezTo>
                    <a:lnTo>
                      <a:pt x="22153880" y="1614297"/>
                    </a:lnTo>
                    <a:cubicBezTo>
                      <a:pt x="22153880" y="1696339"/>
                      <a:pt x="22087458" y="1762760"/>
                      <a:pt x="22005417" y="1762760"/>
                    </a:cubicBezTo>
                    <a:lnTo>
                      <a:pt x="148463" y="1762760"/>
                    </a:lnTo>
                    <a:cubicBezTo>
                      <a:pt x="66421" y="1762760"/>
                      <a:pt x="0" y="1696339"/>
                      <a:pt x="0" y="1614297"/>
                    </a:cubicBezTo>
                    <a:close/>
                  </a:path>
                </a:pathLst>
              </a:custGeom>
              <a:solidFill>
                <a:srgbClr val="3C55CB"/>
              </a:solidFill>
              <a:ln w="19050" cap="sq">
                <a:solidFill>
                  <a:srgbClr val="3C55CB"/>
                </a:solidFill>
                <a:prstDash val="solid"/>
                <a:miter/>
              </a:ln>
            </p:spPr>
            <p:txBody>
              <a:bodyPr/>
              <a:lstStyle/>
              <a:p>
                <a:endParaRPr lang="ko-KR" altLang="en-US"/>
              </a:p>
            </p:txBody>
          </p:sp>
        </p:grpSp>
        <p:grpSp>
          <p:nvGrpSpPr>
            <p:cNvPr id="35" name="Group 35">
              <a:extLst>
                <a:ext uri="{FF2B5EF4-FFF2-40B4-BE49-F238E27FC236}">
                  <a16:creationId xmlns:a16="http://schemas.microsoft.com/office/drawing/2014/main" id="{47D6AA3F-8E50-0E0A-3CDC-B0299C9BF9CD}"/>
                </a:ext>
              </a:extLst>
            </p:cNvPr>
            <p:cNvGrpSpPr/>
            <p:nvPr/>
          </p:nvGrpSpPr>
          <p:grpSpPr>
            <a:xfrm>
              <a:off x="561340" y="12700"/>
              <a:ext cx="2560320" cy="1737360"/>
              <a:chOff x="0" y="0"/>
              <a:chExt cx="2560320" cy="1737360"/>
            </a:xfrm>
          </p:grpSpPr>
          <p:sp>
            <p:nvSpPr>
              <p:cNvPr id="36" name="Freeform 36">
                <a:extLst>
                  <a:ext uri="{FF2B5EF4-FFF2-40B4-BE49-F238E27FC236}">
                    <a16:creationId xmlns:a16="http://schemas.microsoft.com/office/drawing/2014/main" id="{7EE7AFDC-7573-CD45-E76B-01FCF82C0676}"/>
                  </a:ext>
                </a:extLst>
              </p:cNvPr>
              <p:cNvSpPr/>
              <p:nvPr/>
            </p:nvSpPr>
            <p:spPr>
              <a:xfrm>
                <a:off x="0" y="0"/>
                <a:ext cx="2560320" cy="1737360"/>
              </a:xfrm>
              <a:custGeom>
                <a:avLst/>
                <a:gdLst/>
                <a:ahLst/>
                <a:cxnLst/>
                <a:rect l="l" t="t" r="r" b="b"/>
                <a:pathLst>
                  <a:path w="2560320" h="1737360">
                    <a:moveTo>
                      <a:pt x="0" y="0"/>
                    </a:moveTo>
                    <a:lnTo>
                      <a:pt x="2560320" y="0"/>
                    </a:lnTo>
                    <a:lnTo>
                      <a:pt x="2560320" y="1737360"/>
                    </a:lnTo>
                    <a:lnTo>
                      <a:pt x="0" y="1737360"/>
                    </a:lnTo>
                    <a:close/>
                  </a:path>
                </a:pathLst>
              </a:custGeom>
              <a:blipFill>
                <a:blip r:embed="rId6">
                  <a:alphaModFix amt="0"/>
                </a:blip>
                <a:stretch>
                  <a:fillRect l="-37063" r="-37063"/>
                </a:stretch>
              </a:blipFill>
            </p:spPr>
            <p:txBody>
              <a:bodyPr/>
              <a:lstStyle/>
              <a:p>
                <a:endParaRPr lang="ko-KR" altLang="en-US"/>
              </a:p>
            </p:txBody>
          </p:sp>
          <p:sp>
            <p:nvSpPr>
              <p:cNvPr id="37" name="TextBox 37">
                <a:extLst>
                  <a:ext uri="{FF2B5EF4-FFF2-40B4-BE49-F238E27FC236}">
                    <a16:creationId xmlns:a16="http://schemas.microsoft.com/office/drawing/2014/main" id="{E137C800-3368-1EAF-AE9D-AEAF06A7053E}"/>
                  </a:ext>
                </a:extLst>
              </p:cNvPr>
              <p:cNvSpPr txBox="1"/>
              <p:nvPr/>
            </p:nvSpPr>
            <p:spPr>
              <a:xfrm>
                <a:off x="0" y="-9525"/>
                <a:ext cx="2560320" cy="1746885"/>
              </a:xfrm>
              <a:prstGeom prst="rect">
                <a:avLst/>
              </a:prstGeom>
            </p:spPr>
            <p:txBody>
              <a:bodyPr lIns="0" tIns="0" rIns="0" bIns="0" rtlCol="0" anchor="ctr"/>
              <a:lstStyle/>
              <a:p>
                <a:pPr algn="l">
                  <a:lnSpc>
                    <a:spcPts val="2340"/>
                  </a:lnSpc>
                </a:pPr>
                <a:r>
                  <a:rPr lang="en-US" sz="1950" spc="7" dirty="0" err="1">
                    <a:solidFill>
                      <a:srgbClr val="D6DDF8"/>
                    </a:solidFill>
                    <a:latin typeface="Malgun Gothic" panose="020B0503020000020004" pitchFamily="34" charset="-127"/>
                    <a:ea typeface="Malgun Gothic" panose="020B0503020000020004" pitchFamily="34" charset="-127"/>
                    <a:cs typeface="Mandali"/>
                    <a:sym typeface="Mandali"/>
                  </a:rPr>
                  <a:t>핵심</a:t>
                </a:r>
                <a:r>
                  <a:rPr lang="en-US" sz="1950" spc="7" dirty="0">
                    <a:solidFill>
                      <a:srgbClr val="D6DDF8"/>
                    </a:solidFill>
                    <a:latin typeface="Malgun Gothic" panose="020B0503020000020004" pitchFamily="34" charset="-127"/>
                    <a:ea typeface="Malgun Gothic" panose="020B0503020000020004" pitchFamily="34" charset="-127"/>
                    <a:cs typeface="Mandali"/>
                    <a:sym typeface="Mandali"/>
                  </a:rPr>
                  <a:t> </a:t>
                </a:r>
                <a:r>
                  <a:rPr lang="en-US" sz="1950" spc="7" dirty="0" err="1">
                    <a:solidFill>
                      <a:srgbClr val="D6DDF8"/>
                    </a:solidFill>
                    <a:latin typeface="Malgun Gothic" panose="020B0503020000020004" pitchFamily="34" charset="-127"/>
                    <a:ea typeface="Malgun Gothic" panose="020B0503020000020004" pitchFamily="34" charset="-127"/>
                    <a:cs typeface="Mandali"/>
                    <a:sym typeface="Mandali"/>
                  </a:rPr>
                  <a:t>문제</a:t>
                </a:r>
                <a:endParaRPr lang="en-US" sz="1950" spc="7" dirty="0">
                  <a:solidFill>
                    <a:srgbClr val="D6DDF8"/>
                  </a:solidFill>
                  <a:latin typeface="Malgun Gothic" panose="020B0503020000020004" pitchFamily="34" charset="-127"/>
                  <a:ea typeface="Malgun Gothic" panose="020B0503020000020004" pitchFamily="34" charset="-127"/>
                  <a:cs typeface="Mandali"/>
                  <a:sym typeface="Mandali"/>
                </a:endParaRPr>
              </a:p>
            </p:txBody>
          </p:sp>
        </p:grpSp>
        <p:grpSp>
          <p:nvGrpSpPr>
            <p:cNvPr id="38" name="Group 38">
              <a:extLst>
                <a:ext uri="{FF2B5EF4-FFF2-40B4-BE49-F238E27FC236}">
                  <a16:creationId xmlns:a16="http://schemas.microsoft.com/office/drawing/2014/main" id="{521C3120-7031-2EF5-D8CE-70CBD487FF51}"/>
                </a:ext>
              </a:extLst>
            </p:cNvPr>
            <p:cNvGrpSpPr/>
            <p:nvPr/>
          </p:nvGrpSpPr>
          <p:grpSpPr>
            <a:xfrm>
              <a:off x="3121660" y="12700"/>
              <a:ext cx="19232880" cy="1737360"/>
              <a:chOff x="0" y="0"/>
              <a:chExt cx="19232880" cy="1737360"/>
            </a:xfrm>
          </p:grpSpPr>
          <p:sp>
            <p:nvSpPr>
              <p:cNvPr id="39" name="Freeform 39">
                <a:extLst>
                  <a:ext uri="{FF2B5EF4-FFF2-40B4-BE49-F238E27FC236}">
                    <a16:creationId xmlns:a16="http://schemas.microsoft.com/office/drawing/2014/main" id="{BF76CE04-9E0B-5D4F-8A99-D5280B532C46}"/>
                  </a:ext>
                </a:extLst>
              </p:cNvPr>
              <p:cNvSpPr/>
              <p:nvPr/>
            </p:nvSpPr>
            <p:spPr>
              <a:xfrm>
                <a:off x="0" y="0"/>
                <a:ext cx="18653761" cy="1737360"/>
              </a:xfrm>
              <a:custGeom>
                <a:avLst/>
                <a:gdLst/>
                <a:ahLst/>
                <a:cxnLst/>
                <a:rect l="l" t="t" r="r" b="b"/>
                <a:pathLst>
                  <a:path w="18653761" h="1737360">
                    <a:moveTo>
                      <a:pt x="0" y="0"/>
                    </a:moveTo>
                    <a:lnTo>
                      <a:pt x="18653761" y="0"/>
                    </a:lnTo>
                    <a:lnTo>
                      <a:pt x="18653761" y="1737360"/>
                    </a:lnTo>
                    <a:lnTo>
                      <a:pt x="0" y="1737360"/>
                    </a:lnTo>
                    <a:close/>
                  </a:path>
                </a:pathLst>
              </a:custGeom>
              <a:blipFill>
                <a:blip r:embed="rId6">
                  <a:alphaModFix amt="0"/>
                </a:blip>
                <a:stretch>
                  <a:fillRect t="-159207" b="-159207"/>
                </a:stretch>
              </a:blipFill>
            </p:spPr>
            <p:txBody>
              <a:bodyPr/>
              <a:lstStyle/>
              <a:p>
                <a:endParaRPr lang="ko-KR" altLang="en-US"/>
              </a:p>
            </p:txBody>
          </p:sp>
          <p:sp>
            <p:nvSpPr>
              <p:cNvPr id="40" name="TextBox 40">
                <a:extLst>
                  <a:ext uri="{FF2B5EF4-FFF2-40B4-BE49-F238E27FC236}">
                    <a16:creationId xmlns:a16="http://schemas.microsoft.com/office/drawing/2014/main" id="{FD4AE234-6A9F-E744-AE61-BF5F5CD3E1CB}"/>
                  </a:ext>
                </a:extLst>
              </p:cNvPr>
              <p:cNvSpPr txBox="1"/>
              <p:nvPr/>
            </p:nvSpPr>
            <p:spPr>
              <a:xfrm>
                <a:off x="0" y="9525"/>
                <a:ext cx="19232880" cy="1727835"/>
              </a:xfrm>
              <a:prstGeom prst="rect">
                <a:avLst/>
              </a:prstGeom>
            </p:spPr>
            <p:txBody>
              <a:bodyPr lIns="0" tIns="0" rIns="0" bIns="0" rtlCol="0" anchor="ctr"/>
              <a:lstStyle/>
              <a:p>
                <a:pPr algn="l">
                  <a:lnSpc>
                    <a:spcPts val="3060"/>
                  </a:lnSpc>
                </a:pPr>
                <a:r>
                  <a:rPr lang="en-US" sz="2550" spc="9" dirty="0" err="1">
                    <a:solidFill>
                      <a:srgbClr val="FFFFFF"/>
                    </a:solidFill>
                    <a:latin typeface="Malgun Gothic" panose="020B0503020000020004" pitchFamily="34" charset="-127"/>
                    <a:ea typeface="Malgun Gothic" panose="020B0503020000020004" pitchFamily="34" charset="-127"/>
                    <a:cs typeface="Mandali"/>
                    <a:sym typeface="Mandali"/>
                  </a:rPr>
                  <a:t>노출</a:t>
                </a:r>
                <a:r>
                  <a:rPr lang="en-US" sz="2550" spc="9" dirty="0">
                    <a:solidFill>
                      <a:srgbClr val="FFFFFF"/>
                    </a:solidFill>
                    <a:latin typeface="Malgun Gothic" panose="020B0503020000020004" pitchFamily="34" charset="-127"/>
                    <a:ea typeface="Malgun Gothic" panose="020B0503020000020004" pitchFamily="34" charset="-127"/>
                    <a:cs typeface="Mandali"/>
                    <a:sym typeface="Mandali"/>
                  </a:rPr>
                  <a:t> </a:t>
                </a:r>
                <a:r>
                  <a:rPr lang="en-US" sz="2550" spc="9" dirty="0" err="1">
                    <a:solidFill>
                      <a:srgbClr val="FFFFFF"/>
                    </a:solidFill>
                    <a:latin typeface="Malgun Gothic" panose="020B0503020000020004" pitchFamily="34" charset="-127"/>
                    <a:ea typeface="Malgun Gothic" panose="020B0503020000020004" pitchFamily="34" charset="-127"/>
                    <a:cs typeface="Mandali"/>
                    <a:sym typeface="Mandali"/>
                  </a:rPr>
                  <a:t>부담</a:t>
                </a:r>
                <a:r>
                  <a:rPr lang="en-US" sz="2550" spc="9" dirty="0">
                    <a:solidFill>
                      <a:srgbClr val="FFFFFF"/>
                    </a:solidFill>
                    <a:latin typeface="Malgun Gothic" panose="020B0503020000020004" pitchFamily="34" charset="-127"/>
                    <a:ea typeface="Malgun Gothic" panose="020B0503020000020004" pitchFamily="34" charset="-127"/>
                    <a:cs typeface="Mandali"/>
                    <a:sym typeface="Mandali"/>
                  </a:rPr>
                  <a:t> </a:t>
                </a:r>
                <a:r>
                  <a:rPr lang="en-US" sz="2550" spc="9" dirty="0" err="1">
                    <a:solidFill>
                      <a:srgbClr val="FFFFFF"/>
                    </a:solidFill>
                    <a:latin typeface="Malgun Gothic" panose="020B0503020000020004" pitchFamily="34" charset="-127"/>
                    <a:ea typeface="Malgun Gothic" panose="020B0503020000020004" pitchFamily="34" charset="-127"/>
                    <a:cs typeface="Mandali"/>
                    <a:sym typeface="Mandali"/>
                  </a:rPr>
                  <a:t>없이</a:t>
                </a:r>
                <a:r>
                  <a:rPr lang="en-US" sz="2550" spc="9" dirty="0">
                    <a:solidFill>
                      <a:srgbClr val="FFFFFF"/>
                    </a:solidFill>
                    <a:latin typeface="Malgun Gothic" panose="020B0503020000020004" pitchFamily="34" charset="-127"/>
                    <a:ea typeface="Malgun Gothic" panose="020B0503020000020004" pitchFamily="34" charset="-127"/>
                    <a:cs typeface="Mandali"/>
                    <a:sym typeface="Mandali"/>
                  </a:rPr>
                  <a:t> “</a:t>
                </a:r>
                <a:r>
                  <a:rPr lang="en-US" sz="2550" spc="9" dirty="0" err="1">
                    <a:solidFill>
                      <a:srgbClr val="FFFFFF"/>
                    </a:solidFill>
                    <a:latin typeface="Malgun Gothic" panose="020B0503020000020004" pitchFamily="34" charset="-127"/>
                    <a:ea typeface="Malgun Gothic" panose="020B0503020000020004" pitchFamily="34" charset="-127"/>
                    <a:cs typeface="Mandali"/>
                    <a:sym typeface="Mandali"/>
                  </a:rPr>
                  <a:t>누군가</a:t>
                </a:r>
                <a:r>
                  <a:rPr lang="en-US" sz="2550" spc="9" dirty="0">
                    <a:solidFill>
                      <a:srgbClr val="FFFFFF"/>
                    </a:solidFill>
                    <a:latin typeface="Malgun Gothic" panose="020B0503020000020004" pitchFamily="34" charset="-127"/>
                    <a:ea typeface="Malgun Gothic" panose="020B0503020000020004" pitchFamily="34" charset="-127"/>
                    <a:cs typeface="Mandali"/>
                    <a:sym typeface="Mandali"/>
                  </a:rPr>
                  <a:t> </a:t>
                </a:r>
                <a:r>
                  <a:rPr lang="en-US" sz="2550" spc="9" dirty="0" err="1">
                    <a:solidFill>
                      <a:srgbClr val="FFFFFF"/>
                    </a:solidFill>
                    <a:latin typeface="Malgun Gothic" panose="020B0503020000020004" pitchFamily="34" charset="-127"/>
                    <a:ea typeface="Malgun Gothic" panose="020B0503020000020004" pitchFamily="34" charset="-127"/>
                    <a:cs typeface="Mandali"/>
                    <a:sym typeface="Mandali"/>
                  </a:rPr>
                  <a:t>함께</a:t>
                </a:r>
                <a:r>
                  <a:rPr lang="en-US" sz="2550" spc="9" dirty="0">
                    <a:solidFill>
                      <a:srgbClr val="FFFFFF"/>
                    </a:solidFill>
                    <a:latin typeface="Malgun Gothic" panose="020B0503020000020004" pitchFamily="34" charset="-127"/>
                    <a:ea typeface="Malgun Gothic" panose="020B0503020000020004" pitchFamily="34" charset="-127"/>
                    <a:cs typeface="Mandali"/>
                    <a:sym typeface="Mandali"/>
                  </a:rPr>
                  <a:t> </a:t>
                </a:r>
                <a:r>
                  <a:rPr lang="en-US" sz="2550" spc="9" dirty="0" err="1">
                    <a:solidFill>
                      <a:srgbClr val="FFFFFF"/>
                    </a:solidFill>
                    <a:latin typeface="Malgun Gothic" panose="020B0503020000020004" pitchFamily="34" charset="-127"/>
                    <a:ea typeface="Malgun Gothic" panose="020B0503020000020004" pitchFamily="34" charset="-127"/>
                    <a:cs typeface="Mandali"/>
                    <a:sym typeface="Mandali"/>
                  </a:rPr>
                  <a:t>있다”는</a:t>
                </a:r>
                <a:r>
                  <a:rPr lang="en-US" sz="2550" spc="9" dirty="0">
                    <a:solidFill>
                      <a:srgbClr val="FFFFFF"/>
                    </a:solidFill>
                    <a:latin typeface="Malgun Gothic" panose="020B0503020000020004" pitchFamily="34" charset="-127"/>
                    <a:ea typeface="Malgun Gothic" panose="020B0503020000020004" pitchFamily="34" charset="-127"/>
                    <a:cs typeface="Mandali"/>
                    <a:sym typeface="Mandali"/>
                  </a:rPr>
                  <a:t> </a:t>
                </a:r>
                <a:r>
                  <a:rPr lang="en-US" sz="2550" spc="9" dirty="0" err="1">
                    <a:solidFill>
                      <a:srgbClr val="FFFFFF"/>
                    </a:solidFill>
                    <a:latin typeface="Malgun Gothic" panose="020B0503020000020004" pitchFamily="34" charset="-127"/>
                    <a:ea typeface="Malgun Gothic" panose="020B0503020000020004" pitchFamily="34" charset="-127"/>
                    <a:cs typeface="Mandali"/>
                    <a:sym typeface="Mandali"/>
                  </a:rPr>
                  <a:t>외부</a:t>
                </a:r>
                <a:r>
                  <a:rPr lang="en-US" sz="2550" spc="9" dirty="0">
                    <a:solidFill>
                      <a:srgbClr val="FFFFFF"/>
                    </a:solidFill>
                    <a:latin typeface="Malgun Gothic" panose="020B0503020000020004" pitchFamily="34" charset="-127"/>
                    <a:ea typeface="Malgun Gothic" panose="020B0503020000020004" pitchFamily="34" charset="-127"/>
                    <a:cs typeface="Mandali"/>
                    <a:sym typeface="Mandali"/>
                  </a:rPr>
                  <a:t> </a:t>
                </a:r>
                <a:r>
                  <a:rPr lang="en-US" sz="2550" spc="9" dirty="0" err="1">
                    <a:solidFill>
                      <a:srgbClr val="FFFFFF"/>
                    </a:solidFill>
                    <a:latin typeface="Malgun Gothic" panose="020B0503020000020004" pitchFamily="34" charset="-127"/>
                    <a:ea typeface="Malgun Gothic" panose="020B0503020000020004" pitchFamily="34" charset="-127"/>
                    <a:cs typeface="Mandali"/>
                    <a:sym typeface="Mandali"/>
                  </a:rPr>
                  <a:t>제약의</a:t>
                </a:r>
                <a:r>
                  <a:rPr lang="en-US" sz="2550" spc="9" dirty="0">
                    <a:solidFill>
                      <a:srgbClr val="FFFFFF"/>
                    </a:solidFill>
                    <a:latin typeface="Malgun Gothic" panose="020B0503020000020004" pitchFamily="34" charset="-127"/>
                    <a:ea typeface="Malgun Gothic" panose="020B0503020000020004" pitchFamily="34" charset="-127"/>
                    <a:cs typeface="Mandali"/>
                    <a:sym typeface="Mandali"/>
                  </a:rPr>
                  <a:t> </a:t>
                </a:r>
                <a:r>
                  <a:rPr lang="en-US" sz="2550" spc="9" dirty="0" err="1">
                    <a:solidFill>
                      <a:srgbClr val="FFFFFF"/>
                    </a:solidFill>
                    <a:latin typeface="Malgun Gothic" panose="020B0503020000020004" pitchFamily="34" charset="-127"/>
                    <a:ea typeface="Malgun Gothic" panose="020B0503020000020004" pitchFamily="34" charset="-127"/>
                    <a:cs typeface="Mandali"/>
                    <a:sym typeface="Mandali"/>
                  </a:rPr>
                  <a:t>효과를</a:t>
                </a:r>
                <a:r>
                  <a:rPr lang="en-US" sz="2550" spc="9" dirty="0">
                    <a:solidFill>
                      <a:srgbClr val="FFFFFF"/>
                    </a:solidFill>
                    <a:latin typeface="Malgun Gothic" panose="020B0503020000020004" pitchFamily="34" charset="-127"/>
                    <a:ea typeface="Malgun Gothic" panose="020B0503020000020004" pitchFamily="34" charset="-127"/>
                    <a:cs typeface="Mandali"/>
                    <a:sym typeface="Mandali"/>
                  </a:rPr>
                  <a:t> </a:t>
                </a:r>
                <a:r>
                  <a:rPr lang="en-US" sz="2550" spc="9" dirty="0" err="1">
                    <a:solidFill>
                      <a:srgbClr val="FFFFFF"/>
                    </a:solidFill>
                    <a:latin typeface="Malgun Gothic" panose="020B0503020000020004" pitchFamily="34" charset="-127"/>
                    <a:ea typeface="Malgun Gothic" panose="020B0503020000020004" pitchFamily="34" charset="-127"/>
                    <a:cs typeface="Mandali"/>
                    <a:sym typeface="Mandali"/>
                  </a:rPr>
                  <a:t>얻을</a:t>
                </a:r>
                <a:r>
                  <a:rPr lang="en-US" sz="2550" spc="9" dirty="0">
                    <a:solidFill>
                      <a:srgbClr val="FFFFFF"/>
                    </a:solidFill>
                    <a:latin typeface="Malgun Gothic" panose="020B0503020000020004" pitchFamily="34" charset="-127"/>
                    <a:ea typeface="Malgun Gothic" panose="020B0503020000020004" pitchFamily="34" charset="-127"/>
                    <a:cs typeface="Mandali"/>
                    <a:sym typeface="Mandali"/>
                  </a:rPr>
                  <a:t> </a:t>
                </a:r>
                <a:r>
                  <a:rPr lang="en-US" sz="2550" spc="9" dirty="0" err="1">
                    <a:solidFill>
                      <a:srgbClr val="FFFFFF"/>
                    </a:solidFill>
                    <a:latin typeface="Malgun Gothic" panose="020B0503020000020004" pitchFamily="34" charset="-127"/>
                    <a:ea typeface="Malgun Gothic" panose="020B0503020000020004" pitchFamily="34" charset="-127"/>
                    <a:cs typeface="Mandali"/>
                    <a:sym typeface="Mandali"/>
                  </a:rPr>
                  <a:t>수</a:t>
                </a:r>
                <a:r>
                  <a:rPr lang="en-US" sz="2550" spc="9" dirty="0">
                    <a:solidFill>
                      <a:srgbClr val="FFFFFF"/>
                    </a:solidFill>
                    <a:latin typeface="Malgun Gothic" panose="020B0503020000020004" pitchFamily="34" charset="-127"/>
                    <a:ea typeface="Malgun Gothic" panose="020B0503020000020004" pitchFamily="34" charset="-127"/>
                    <a:cs typeface="Mandali"/>
                    <a:sym typeface="Mandali"/>
                  </a:rPr>
                  <a:t> </a:t>
                </a:r>
                <a:r>
                  <a:rPr lang="en-US" sz="2550" spc="9" dirty="0" err="1">
                    <a:solidFill>
                      <a:srgbClr val="FFFFFF"/>
                    </a:solidFill>
                    <a:latin typeface="Malgun Gothic" panose="020B0503020000020004" pitchFamily="34" charset="-127"/>
                    <a:ea typeface="Malgun Gothic" panose="020B0503020000020004" pitchFamily="34" charset="-127"/>
                    <a:cs typeface="Mandali"/>
                    <a:sym typeface="Mandali"/>
                  </a:rPr>
                  <a:t>있는</a:t>
                </a:r>
                <a:r>
                  <a:rPr lang="en-US" sz="2550" spc="9" dirty="0">
                    <a:solidFill>
                      <a:srgbClr val="FFFFFF"/>
                    </a:solidFill>
                    <a:latin typeface="Malgun Gothic" panose="020B0503020000020004" pitchFamily="34" charset="-127"/>
                    <a:ea typeface="Malgun Gothic" panose="020B0503020000020004" pitchFamily="34" charset="-127"/>
                    <a:cs typeface="Mandali"/>
                    <a:sym typeface="Mandali"/>
                  </a:rPr>
                  <a:t> </a:t>
                </a:r>
                <a:r>
                  <a:rPr lang="en-US" sz="2550" spc="9" dirty="0" err="1">
                    <a:solidFill>
                      <a:srgbClr val="FFFFFF"/>
                    </a:solidFill>
                    <a:latin typeface="Malgun Gothic" panose="020B0503020000020004" pitchFamily="34" charset="-127"/>
                    <a:ea typeface="Malgun Gothic" panose="020B0503020000020004" pitchFamily="34" charset="-127"/>
                    <a:cs typeface="Mandali"/>
                    <a:sym typeface="Mandali"/>
                  </a:rPr>
                  <a:t>온라인</a:t>
                </a:r>
                <a:r>
                  <a:rPr lang="en-US" sz="2550" spc="9" dirty="0">
                    <a:solidFill>
                      <a:srgbClr val="FFFFFF"/>
                    </a:solidFill>
                    <a:latin typeface="Malgun Gothic" panose="020B0503020000020004" pitchFamily="34" charset="-127"/>
                    <a:ea typeface="Malgun Gothic" panose="020B0503020000020004" pitchFamily="34" charset="-127"/>
                    <a:cs typeface="Mandali"/>
                    <a:sym typeface="Mandali"/>
                  </a:rPr>
                  <a:t> </a:t>
                </a:r>
                <a:r>
                  <a:rPr lang="en-US" sz="2550" spc="9" dirty="0" err="1">
                    <a:solidFill>
                      <a:srgbClr val="FFFFFF"/>
                    </a:solidFill>
                    <a:latin typeface="Malgun Gothic" panose="020B0503020000020004" pitchFamily="34" charset="-127"/>
                    <a:ea typeface="Malgun Gothic" panose="020B0503020000020004" pitchFamily="34" charset="-127"/>
                    <a:cs typeface="Mandali"/>
                    <a:sym typeface="Mandali"/>
                  </a:rPr>
                  <a:t>공부</a:t>
                </a:r>
                <a:r>
                  <a:rPr lang="en-US" sz="2550" spc="9" dirty="0">
                    <a:solidFill>
                      <a:srgbClr val="FFFFFF"/>
                    </a:solidFill>
                    <a:latin typeface="Malgun Gothic" panose="020B0503020000020004" pitchFamily="34" charset="-127"/>
                    <a:ea typeface="Malgun Gothic" panose="020B0503020000020004" pitchFamily="34" charset="-127"/>
                    <a:cs typeface="Mandali"/>
                    <a:sym typeface="Mandali"/>
                  </a:rPr>
                  <a:t> </a:t>
                </a:r>
                <a:r>
                  <a:rPr lang="en-US" sz="2550" spc="9" dirty="0" err="1">
                    <a:solidFill>
                      <a:srgbClr val="FFFFFF"/>
                    </a:solidFill>
                    <a:latin typeface="Malgun Gothic" panose="020B0503020000020004" pitchFamily="34" charset="-127"/>
                    <a:ea typeface="Malgun Gothic" panose="020B0503020000020004" pitchFamily="34" charset="-127"/>
                    <a:cs typeface="Mandali"/>
                    <a:sym typeface="Mandali"/>
                  </a:rPr>
                  <a:t>환경이</a:t>
                </a:r>
                <a:r>
                  <a:rPr lang="en-US" sz="2550" spc="9" dirty="0">
                    <a:solidFill>
                      <a:srgbClr val="FFFFFF"/>
                    </a:solidFill>
                    <a:latin typeface="Malgun Gothic" panose="020B0503020000020004" pitchFamily="34" charset="-127"/>
                    <a:ea typeface="Malgun Gothic" panose="020B0503020000020004" pitchFamily="34" charset="-127"/>
                    <a:cs typeface="Mandali"/>
                    <a:sym typeface="Mandali"/>
                  </a:rPr>
                  <a:t> </a:t>
                </a:r>
                <a:r>
                  <a:rPr lang="en-US" sz="2550" spc="9" dirty="0" err="1">
                    <a:solidFill>
                      <a:srgbClr val="FFFFFF"/>
                    </a:solidFill>
                    <a:latin typeface="Malgun Gothic" panose="020B0503020000020004" pitchFamily="34" charset="-127"/>
                    <a:ea typeface="Malgun Gothic" panose="020B0503020000020004" pitchFamily="34" charset="-127"/>
                    <a:cs typeface="Mandali"/>
                    <a:sym typeface="Mandali"/>
                  </a:rPr>
                  <a:t>없다</a:t>
                </a:r>
                <a:endParaRPr lang="en-US" sz="2550" spc="9" dirty="0">
                  <a:solidFill>
                    <a:srgbClr val="FFFFFF"/>
                  </a:solidFill>
                  <a:latin typeface="Malgun Gothic" panose="020B0503020000020004" pitchFamily="34" charset="-127"/>
                  <a:ea typeface="Malgun Gothic" panose="020B0503020000020004" pitchFamily="34" charset="-127"/>
                  <a:cs typeface="Mandali"/>
                  <a:sym typeface="Mandali"/>
                </a:endParaRPr>
              </a:p>
            </p:txBody>
          </p:sp>
        </p:grpSp>
      </p:grpSp>
      <p:sp>
        <p:nvSpPr>
          <p:cNvPr id="41" name="AutoShape 41">
            <a:extLst>
              <a:ext uri="{FF2B5EF4-FFF2-40B4-BE49-F238E27FC236}">
                <a16:creationId xmlns:a16="http://schemas.microsoft.com/office/drawing/2014/main" id="{3EE91934-301E-1AA4-DE34-D73A559ECEFB}"/>
              </a:ext>
            </a:extLst>
          </p:cNvPr>
          <p:cNvSpPr/>
          <p:nvPr/>
        </p:nvSpPr>
        <p:spPr>
          <a:xfrm>
            <a:off x="1097280" y="4658825"/>
            <a:ext cx="4732020" cy="0"/>
          </a:xfrm>
          <a:prstGeom prst="line">
            <a:avLst/>
          </a:prstGeom>
          <a:ln w="9525" cap="flat">
            <a:solidFill>
              <a:srgbClr val="9A9EA8"/>
            </a:solidFill>
            <a:prstDash val="solid"/>
            <a:headEnd type="none" w="sm" len="sm"/>
            <a:tailEnd type="none" w="sm" len="sm"/>
          </a:ln>
        </p:spPr>
        <p:txBody>
          <a:bodyPr/>
          <a:lstStyle/>
          <a:p>
            <a:endParaRPr lang="ko-KR" altLang="en-US"/>
          </a:p>
        </p:txBody>
      </p:sp>
      <p:sp>
        <p:nvSpPr>
          <p:cNvPr id="42" name="AutoShape 42">
            <a:extLst>
              <a:ext uri="{FF2B5EF4-FFF2-40B4-BE49-F238E27FC236}">
                <a16:creationId xmlns:a16="http://schemas.microsoft.com/office/drawing/2014/main" id="{8DE11CCD-96E5-AE37-4824-B7FE21414C5E}"/>
              </a:ext>
            </a:extLst>
          </p:cNvPr>
          <p:cNvSpPr/>
          <p:nvPr/>
        </p:nvSpPr>
        <p:spPr>
          <a:xfrm>
            <a:off x="6720840" y="4654063"/>
            <a:ext cx="4732020" cy="0"/>
          </a:xfrm>
          <a:prstGeom prst="line">
            <a:avLst/>
          </a:prstGeom>
          <a:ln w="9525" cap="flat">
            <a:solidFill>
              <a:srgbClr val="9A9EA8"/>
            </a:solidFill>
            <a:prstDash val="solid"/>
            <a:headEnd type="none" w="sm" len="sm"/>
            <a:tailEnd type="none" w="sm" len="sm"/>
          </a:ln>
        </p:spPr>
        <p:txBody>
          <a:bodyPr/>
          <a:lstStyle/>
          <a:p>
            <a:endParaRPr lang="ko-KR" altLang="en-US"/>
          </a:p>
        </p:txBody>
      </p:sp>
      <p:sp>
        <p:nvSpPr>
          <p:cNvPr id="43" name="AutoShape 43">
            <a:extLst>
              <a:ext uri="{FF2B5EF4-FFF2-40B4-BE49-F238E27FC236}">
                <a16:creationId xmlns:a16="http://schemas.microsoft.com/office/drawing/2014/main" id="{5520FB51-CFF9-EDF4-A677-F3439AF213D9}"/>
              </a:ext>
            </a:extLst>
          </p:cNvPr>
          <p:cNvSpPr/>
          <p:nvPr/>
        </p:nvSpPr>
        <p:spPr>
          <a:xfrm>
            <a:off x="12344400" y="4663588"/>
            <a:ext cx="4732020" cy="0"/>
          </a:xfrm>
          <a:prstGeom prst="line">
            <a:avLst/>
          </a:prstGeom>
          <a:ln w="9525" cap="flat">
            <a:solidFill>
              <a:srgbClr val="9A9EA8"/>
            </a:solidFill>
            <a:prstDash val="solid"/>
            <a:headEnd type="none" w="sm" len="sm"/>
            <a:tailEnd type="none" w="sm" len="sm"/>
          </a:ln>
        </p:spPr>
        <p:txBody>
          <a:bodyPr/>
          <a:lstStyle/>
          <a:p>
            <a:endParaRPr lang="ko-KR" altLang="en-US"/>
          </a:p>
        </p:txBody>
      </p:sp>
      <p:sp>
        <p:nvSpPr>
          <p:cNvPr id="44" name="TextBox 44">
            <a:extLst>
              <a:ext uri="{FF2B5EF4-FFF2-40B4-BE49-F238E27FC236}">
                <a16:creationId xmlns:a16="http://schemas.microsoft.com/office/drawing/2014/main" id="{D04F1C46-111F-0010-3700-DE6E2891FC40}"/>
              </a:ext>
            </a:extLst>
          </p:cNvPr>
          <p:cNvSpPr txBox="1"/>
          <p:nvPr/>
        </p:nvSpPr>
        <p:spPr>
          <a:xfrm>
            <a:off x="1200150" y="4901713"/>
            <a:ext cx="4526280" cy="2045970"/>
          </a:xfrm>
          <a:prstGeom prst="rect">
            <a:avLst/>
          </a:prstGeom>
        </p:spPr>
        <p:txBody>
          <a:bodyPr lIns="0" tIns="0" rIns="0" bIns="0" rtlCol="0" anchor="t">
            <a:spAutoFit/>
          </a:bodyPr>
          <a:lstStyle/>
          <a:p>
            <a:pPr algn="just">
              <a:lnSpc>
                <a:spcPts val="2729"/>
              </a:lnSpc>
            </a:pPr>
            <a:r>
              <a:rPr lang="en-US" sz="1950" spc="7" dirty="0">
                <a:solidFill>
                  <a:srgbClr val="333333"/>
                </a:solidFill>
                <a:latin typeface="Noto Sans Kr"/>
                <a:ea typeface="Noto Sans Kr"/>
                <a:cs typeface="Noto Sans Kr"/>
                <a:sym typeface="Noto Sans Kr"/>
              </a:rPr>
              <a:t>1,500~3,000원, </a:t>
            </a:r>
            <a:r>
              <a:rPr lang="en-US" sz="1950" spc="7" dirty="0" err="1">
                <a:solidFill>
                  <a:srgbClr val="333333"/>
                </a:solidFill>
                <a:latin typeface="Noto Sans Kr"/>
                <a:ea typeface="Noto Sans Kr"/>
                <a:cs typeface="Noto Sans Kr"/>
                <a:sym typeface="Noto Sans Kr"/>
              </a:rPr>
              <a:t>매일</a:t>
            </a:r>
            <a:r>
              <a:rPr lang="en-US" sz="1950" spc="7" dirty="0">
                <a:solidFill>
                  <a:srgbClr val="333333"/>
                </a:solidFill>
                <a:latin typeface="Noto Sans Kr"/>
                <a:ea typeface="Noto Sans Kr"/>
                <a:cs typeface="Noto Sans Kr"/>
                <a:sym typeface="Noto Sans Kr"/>
              </a:rPr>
              <a:t> </a:t>
            </a:r>
            <a:r>
              <a:rPr lang="en-US" sz="1950" spc="7" dirty="0" err="1">
                <a:solidFill>
                  <a:srgbClr val="333333"/>
                </a:solidFill>
                <a:latin typeface="Noto Sans Kr"/>
                <a:ea typeface="Noto Sans Kr"/>
                <a:cs typeface="Noto Sans Kr"/>
                <a:sym typeface="Noto Sans Kr"/>
              </a:rPr>
              <a:t>서너</a:t>
            </a:r>
            <a:r>
              <a:rPr lang="en-US" sz="1950" spc="7" dirty="0">
                <a:solidFill>
                  <a:srgbClr val="333333"/>
                </a:solidFill>
                <a:latin typeface="Noto Sans Kr"/>
                <a:ea typeface="Noto Sans Kr"/>
                <a:cs typeface="Noto Sans Kr"/>
                <a:sym typeface="Noto Sans Kr"/>
              </a:rPr>
              <a:t> </a:t>
            </a:r>
            <a:r>
              <a:rPr lang="en-US" sz="1950" spc="7" dirty="0" err="1">
                <a:solidFill>
                  <a:srgbClr val="333333"/>
                </a:solidFill>
                <a:latin typeface="Noto Sans Kr"/>
                <a:ea typeface="Noto Sans Kr"/>
                <a:cs typeface="Noto Sans Kr"/>
                <a:sym typeface="Noto Sans Kr"/>
              </a:rPr>
              <a:t>시간</a:t>
            </a:r>
            <a:r>
              <a:rPr lang="en-US" sz="1950" spc="7" dirty="0">
                <a:solidFill>
                  <a:srgbClr val="333333"/>
                </a:solidFill>
                <a:latin typeface="Noto Sans Kr"/>
                <a:ea typeface="Noto Sans Kr"/>
                <a:cs typeface="Noto Sans Kr"/>
                <a:sym typeface="Noto Sans Kr"/>
              </a:rPr>
              <a:t> </a:t>
            </a:r>
            <a:r>
              <a:rPr lang="en-US" sz="1950" spc="7" dirty="0" err="1">
                <a:solidFill>
                  <a:srgbClr val="333333"/>
                </a:solidFill>
                <a:latin typeface="Noto Sans Kr"/>
                <a:ea typeface="Noto Sans Kr"/>
                <a:cs typeface="Noto Sans Kr"/>
                <a:sym typeface="Noto Sans Kr"/>
              </a:rPr>
              <a:t>이용</a:t>
            </a:r>
            <a:r>
              <a:rPr lang="en-US" sz="1950" spc="7" dirty="0">
                <a:solidFill>
                  <a:srgbClr val="333333"/>
                </a:solidFill>
                <a:latin typeface="Noto Sans Kr"/>
                <a:ea typeface="Noto Sans Kr"/>
                <a:cs typeface="Noto Sans Kr"/>
                <a:sym typeface="Noto Sans Kr"/>
              </a:rPr>
              <a:t> (</a:t>
            </a:r>
            <a:r>
              <a:rPr lang="en-US" sz="1950" spc="7" dirty="0" err="1">
                <a:solidFill>
                  <a:srgbClr val="333333"/>
                </a:solidFill>
                <a:latin typeface="Noto Sans Kr"/>
                <a:ea typeface="Noto Sans Kr"/>
                <a:cs typeface="Noto Sans Kr"/>
                <a:sym typeface="Noto Sans Kr"/>
              </a:rPr>
              <a:t>광남신문</a:t>
            </a:r>
            <a:r>
              <a:rPr lang="en-US" sz="1950" spc="7" dirty="0">
                <a:solidFill>
                  <a:srgbClr val="333333"/>
                </a:solidFill>
                <a:latin typeface="Noto Sans Kr"/>
                <a:ea typeface="Noto Sans Kr"/>
                <a:cs typeface="Noto Sans Kr"/>
                <a:sym typeface="Noto Sans Kr"/>
              </a:rPr>
              <a:t>, 2023) · </a:t>
            </a:r>
            <a:r>
              <a:rPr lang="en-US" sz="1950" spc="7" dirty="0" err="1">
                <a:solidFill>
                  <a:srgbClr val="333333"/>
                </a:solidFill>
                <a:latin typeface="Noto Sans Kr"/>
                <a:ea typeface="Noto Sans Kr"/>
                <a:cs typeface="Noto Sans Kr"/>
                <a:sym typeface="Noto Sans Kr"/>
              </a:rPr>
              <a:t>강동구는</a:t>
            </a:r>
            <a:r>
              <a:rPr lang="en-US" sz="1950" spc="7" dirty="0">
                <a:solidFill>
                  <a:srgbClr val="333333"/>
                </a:solidFill>
                <a:latin typeface="Noto Sans Kr"/>
                <a:ea typeface="Noto Sans Kr"/>
                <a:cs typeface="Noto Sans Kr"/>
                <a:sym typeface="Noto Sans Kr"/>
              </a:rPr>
              <a:t> </a:t>
            </a:r>
            <a:r>
              <a:rPr lang="en-US" sz="1950" spc="7" dirty="0" err="1">
                <a:solidFill>
                  <a:srgbClr val="333333"/>
                </a:solidFill>
                <a:latin typeface="Noto Sans Kr"/>
                <a:ea typeface="Noto Sans Kr"/>
                <a:cs typeface="Noto Sans Kr"/>
                <a:sym typeface="Noto Sans Kr"/>
              </a:rPr>
              <a:t>취약계층</a:t>
            </a:r>
            <a:r>
              <a:rPr lang="en-US" sz="1950" spc="7" dirty="0">
                <a:solidFill>
                  <a:srgbClr val="333333"/>
                </a:solidFill>
                <a:latin typeface="Noto Sans Kr"/>
                <a:ea typeface="Noto Sans Kr"/>
                <a:cs typeface="Noto Sans Kr"/>
                <a:sym typeface="Noto Sans Kr"/>
              </a:rPr>
              <a:t> </a:t>
            </a:r>
            <a:r>
              <a:rPr lang="en-US" sz="1950" spc="7" dirty="0" err="1">
                <a:solidFill>
                  <a:srgbClr val="333333"/>
                </a:solidFill>
                <a:latin typeface="Noto Sans Kr"/>
                <a:ea typeface="Noto Sans Kr"/>
                <a:cs typeface="Noto Sans Kr"/>
                <a:sym typeface="Noto Sans Kr"/>
              </a:rPr>
              <a:t>고등학생의</a:t>
            </a:r>
            <a:r>
              <a:rPr lang="en-US" sz="1950" spc="7" dirty="0">
                <a:solidFill>
                  <a:srgbClr val="333333"/>
                </a:solidFill>
                <a:latin typeface="Noto Sans Kr"/>
                <a:ea typeface="Noto Sans Kr"/>
                <a:cs typeface="Noto Sans Kr"/>
                <a:sym typeface="Noto Sans Kr"/>
              </a:rPr>
              <a:t> </a:t>
            </a:r>
            <a:r>
              <a:rPr lang="en-US" sz="1950" spc="7" dirty="0" err="1">
                <a:solidFill>
                  <a:srgbClr val="333333"/>
                </a:solidFill>
                <a:latin typeface="Noto Sans Kr"/>
                <a:ea typeface="Noto Sans Kr"/>
                <a:cs typeface="Noto Sans Kr"/>
                <a:sym typeface="Noto Sans Kr"/>
              </a:rPr>
              <a:t>스터디카페·독서실</a:t>
            </a:r>
            <a:r>
              <a:rPr lang="en-US" sz="1950" spc="7" dirty="0">
                <a:solidFill>
                  <a:srgbClr val="333333"/>
                </a:solidFill>
                <a:latin typeface="Noto Sans Kr"/>
                <a:ea typeface="Noto Sans Kr"/>
                <a:cs typeface="Noto Sans Kr"/>
                <a:sym typeface="Noto Sans Kr"/>
              </a:rPr>
              <a:t> </a:t>
            </a:r>
            <a:r>
              <a:rPr lang="en-US" sz="1950" spc="7" dirty="0" err="1">
                <a:solidFill>
                  <a:srgbClr val="333333"/>
                </a:solidFill>
                <a:latin typeface="Noto Sans Kr"/>
                <a:ea typeface="Noto Sans Kr"/>
                <a:cs typeface="Noto Sans Kr"/>
                <a:sym typeface="Noto Sans Kr"/>
              </a:rPr>
              <a:t>이용료를</a:t>
            </a:r>
            <a:r>
              <a:rPr lang="en-US" sz="1950" spc="7" dirty="0">
                <a:solidFill>
                  <a:srgbClr val="333333"/>
                </a:solidFill>
                <a:latin typeface="Noto Sans Kr"/>
                <a:ea typeface="Noto Sans Kr"/>
                <a:cs typeface="Noto Sans Kr"/>
                <a:sym typeface="Noto Sans Kr"/>
              </a:rPr>
              <a:t> </a:t>
            </a:r>
            <a:r>
              <a:rPr lang="en-US" sz="1950" spc="7" dirty="0" err="1">
                <a:solidFill>
                  <a:srgbClr val="333333"/>
                </a:solidFill>
                <a:latin typeface="Noto Sans Kr"/>
                <a:ea typeface="Noto Sans Kr"/>
                <a:cs typeface="Noto Sans Kr"/>
                <a:sym typeface="Noto Sans Kr"/>
              </a:rPr>
              <a:t>월</a:t>
            </a:r>
            <a:r>
              <a:rPr lang="en-US" sz="1950" spc="7" dirty="0">
                <a:solidFill>
                  <a:srgbClr val="333333"/>
                </a:solidFill>
                <a:latin typeface="Noto Sans Kr"/>
                <a:ea typeface="Noto Sans Kr"/>
                <a:cs typeface="Noto Sans Kr"/>
                <a:sym typeface="Noto Sans Kr"/>
              </a:rPr>
              <a:t> </a:t>
            </a:r>
            <a:r>
              <a:rPr lang="en-US" sz="1950" spc="7" dirty="0" err="1">
                <a:solidFill>
                  <a:srgbClr val="333333"/>
                </a:solidFill>
                <a:latin typeface="Noto Sans Kr"/>
                <a:ea typeface="Noto Sans Kr"/>
                <a:cs typeface="Noto Sans Kr"/>
                <a:sym typeface="Noto Sans Kr"/>
              </a:rPr>
              <a:t>최대</a:t>
            </a:r>
            <a:r>
              <a:rPr lang="en-US" sz="1950" spc="7" dirty="0">
                <a:solidFill>
                  <a:srgbClr val="333333"/>
                </a:solidFill>
                <a:latin typeface="Noto Sans Kr"/>
                <a:ea typeface="Noto Sans Kr"/>
                <a:cs typeface="Noto Sans Kr"/>
                <a:sym typeface="Noto Sans Kr"/>
              </a:rPr>
              <a:t> 10만·연 </a:t>
            </a:r>
            <a:r>
              <a:rPr lang="en-US" sz="1950" spc="7" dirty="0" err="1">
                <a:solidFill>
                  <a:srgbClr val="333333"/>
                </a:solidFill>
                <a:latin typeface="Noto Sans Kr"/>
                <a:ea typeface="Noto Sans Kr"/>
                <a:cs typeface="Noto Sans Kr"/>
                <a:sym typeface="Noto Sans Kr"/>
              </a:rPr>
              <a:t>최대</a:t>
            </a:r>
            <a:r>
              <a:rPr lang="en-US" sz="1950" spc="7" dirty="0">
                <a:solidFill>
                  <a:srgbClr val="333333"/>
                </a:solidFill>
                <a:latin typeface="Noto Sans Kr"/>
                <a:ea typeface="Noto Sans Kr"/>
                <a:cs typeface="Noto Sans Kr"/>
                <a:sym typeface="Noto Sans Kr"/>
              </a:rPr>
              <a:t> 20만 </a:t>
            </a:r>
            <a:r>
              <a:rPr lang="en-US" sz="1950" spc="7" dirty="0" err="1">
                <a:solidFill>
                  <a:srgbClr val="333333"/>
                </a:solidFill>
                <a:latin typeface="Noto Sans Kr"/>
                <a:ea typeface="Noto Sans Kr"/>
                <a:cs typeface="Noto Sans Kr"/>
                <a:sym typeface="Noto Sans Kr"/>
              </a:rPr>
              <a:t>원</a:t>
            </a:r>
            <a:r>
              <a:rPr lang="en-US" sz="1950" spc="7" dirty="0">
                <a:solidFill>
                  <a:srgbClr val="333333"/>
                </a:solidFill>
                <a:latin typeface="Noto Sans Kr"/>
                <a:ea typeface="Noto Sans Kr"/>
                <a:cs typeface="Noto Sans Kr"/>
                <a:sym typeface="Noto Sans Kr"/>
              </a:rPr>
              <a:t> </a:t>
            </a:r>
            <a:r>
              <a:rPr lang="en-US" sz="1950" spc="7" dirty="0" err="1">
                <a:solidFill>
                  <a:srgbClr val="333333"/>
                </a:solidFill>
                <a:latin typeface="Noto Sans Kr"/>
                <a:ea typeface="Noto Sans Kr"/>
                <a:cs typeface="Noto Sans Kr"/>
                <a:sym typeface="Noto Sans Kr"/>
              </a:rPr>
              <a:t>지원</a:t>
            </a:r>
            <a:r>
              <a:rPr lang="en-US" sz="1950" spc="7" dirty="0">
                <a:solidFill>
                  <a:srgbClr val="333333"/>
                </a:solidFill>
                <a:latin typeface="Noto Sans Kr"/>
                <a:ea typeface="Noto Sans Kr"/>
                <a:cs typeface="Noto Sans Kr"/>
                <a:sym typeface="Noto Sans Kr"/>
              </a:rPr>
              <a:t> (</a:t>
            </a:r>
            <a:r>
              <a:rPr lang="en-US" sz="1950" spc="7" dirty="0" err="1">
                <a:solidFill>
                  <a:srgbClr val="333333"/>
                </a:solidFill>
                <a:latin typeface="Noto Sans Kr"/>
                <a:ea typeface="Noto Sans Kr"/>
                <a:cs typeface="Noto Sans Kr"/>
                <a:sym typeface="Noto Sans Kr"/>
              </a:rPr>
              <a:t>헤럴드경제</a:t>
            </a:r>
            <a:r>
              <a:rPr lang="en-US" sz="1950" spc="7" dirty="0">
                <a:solidFill>
                  <a:srgbClr val="333333"/>
                </a:solidFill>
                <a:latin typeface="Noto Sans Kr"/>
                <a:ea typeface="Noto Sans Kr"/>
                <a:cs typeface="Noto Sans Kr"/>
                <a:sym typeface="Noto Sans Kr"/>
              </a:rPr>
              <a:t>, 2026)</a:t>
            </a:r>
          </a:p>
        </p:txBody>
      </p:sp>
      <p:sp>
        <p:nvSpPr>
          <p:cNvPr id="45" name="TextBox 45">
            <a:extLst>
              <a:ext uri="{FF2B5EF4-FFF2-40B4-BE49-F238E27FC236}">
                <a16:creationId xmlns:a16="http://schemas.microsoft.com/office/drawing/2014/main" id="{E60D6840-4441-A87D-5362-8427C21F98C6}"/>
              </a:ext>
            </a:extLst>
          </p:cNvPr>
          <p:cNvSpPr txBox="1"/>
          <p:nvPr/>
        </p:nvSpPr>
        <p:spPr>
          <a:xfrm>
            <a:off x="6823710" y="4901713"/>
            <a:ext cx="4526280" cy="1360170"/>
          </a:xfrm>
          <a:prstGeom prst="rect">
            <a:avLst/>
          </a:prstGeom>
        </p:spPr>
        <p:txBody>
          <a:bodyPr lIns="0" tIns="0" rIns="0" bIns="0" rtlCol="0" anchor="t">
            <a:spAutoFit/>
          </a:bodyPr>
          <a:lstStyle/>
          <a:p>
            <a:pPr algn="just">
              <a:lnSpc>
                <a:spcPts val="2729"/>
              </a:lnSpc>
            </a:pPr>
            <a:r>
              <a:rPr lang="en-US" sz="1950" spc="7" dirty="0" err="1">
                <a:solidFill>
                  <a:srgbClr val="333333"/>
                </a:solidFill>
                <a:latin typeface="Noto Sans Kr"/>
                <a:ea typeface="Noto Sans Kr"/>
                <a:cs typeface="Noto Sans Kr"/>
                <a:sym typeface="Noto Sans Kr"/>
              </a:rPr>
              <a:t>모습을</a:t>
            </a:r>
            <a:r>
              <a:rPr lang="en-US" sz="1950" spc="7" dirty="0">
                <a:solidFill>
                  <a:srgbClr val="333333"/>
                </a:solidFill>
                <a:latin typeface="Noto Sans Kr"/>
                <a:ea typeface="Noto Sans Kr"/>
                <a:cs typeface="Noto Sans Kr"/>
                <a:sym typeface="Noto Sans Kr"/>
              </a:rPr>
              <a:t> </a:t>
            </a:r>
            <a:r>
              <a:rPr lang="en-US" sz="1950" spc="7" dirty="0" err="1">
                <a:solidFill>
                  <a:srgbClr val="333333"/>
                </a:solidFill>
                <a:latin typeface="Noto Sans Kr"/>
                <a:ea typeface="Noto Sans Kr"/>
                <a:cs typeface="Noto Sans Kr"/>
                <a:sym typeface="Noto Sans Kr"/>
              </a:rPr>
              <a:t>있는</a:t>
            </a:r>
            <a:r>
              <a:rPr lang="en-US" sz="1950" spc="7" dirty="0">
                <a:solidFill>
                  <a:srgbClr val="333333"/>
                </a:solidFill>
                <a:latin typeface="Noto Sans Kr"/>
                <a:ea typeface="Noto Sans Kr"/>
                <a:cs typeface="Noto Sans Kr"/>
                <a:sym typeface="Noto Sans Kr"/>
              </a:rPr>
              <a:t> </a:t>
            </a:r>
            <a:r>
              <a:rPr lang="en-US" sz="1950" spc="7" dirty="0" err="1">
                <a:solidFill>
                  <a:srgbClr val="333333"/>
                </a:solidFill>
                <a:latin typeface="Noto Sans Kr"/>
                <a:ea typeface="Noto Sans Kr"/>
                <a:cs typeface="Noto Sans Kr"/>
                <a:sym typeface="Noto Sans Kr"/>
              </a:rPr>
              <a:t>그대로</a:t>
            </a:r>
            <a:r>
              <a:rPr lang="en-US" sz="1950" spc="7" dirty="0">
                <a:solidFill>
                  <a:srgbClr val="333333"/>
                </a:solidFill>
                <a:latin typeface="Noto Sans Kr"/>
                <a:ea typeface="Noto Sans Kr"/>
                <a:cs typeface="Noto Sans Kr"/>
                <a:sym typeface="Noto Sans Kr"/>
              </a:rPr>
              <a:t> </a:t>
            </a:r>
            <a:r>
              <a:rPr lang="en-US" sz="1950" spc="7" dirty="0" err="1">
                <a:solidFill>
                  <a:srgbClr val="333333"/>
                </a:solidFill>
                <a:latin typeface="Noto Sans Kr"/>
                <a:ea typeface="Noto Sans Kr"/>
                <a:cs typeface="Noto Sans Kr"/>
                <a:sym typeface="Noto Sans Kr"/>
              </a:rPr>
              <a:t>보여주지</a:t>
            </a:r>
            <a:r>
              <a:rPr lang="en-US" sz="1950" spc="7" dirty="0">
                <a:solidFill>
                  <a:srgbClr val="333333"/>
                </a:solidFill>
                <a:latin typeface="Noto Sans Kr"/>
                <a:ea typeface="Noto Sans Kr"/>
                <a:cs typeface="Noto Sans Kr"/>
                <a:sym typeface="Noto Sans Kr"/>
              </a:rPr>
              <a:t> </a:t>
            </a:r>
            <a:r>
              <a:rPr lang="en-US" sz="1950" spc="7" dirty="0" err="1">
                <a:solidFill>
                  <a:srgbClr val="333333"/>
                </a:solidFill>
                <a:latin typeface="Noto Sans Kr"/>
                <a:ea typeface="Noto Sans Kr"/>
                <a:cs typeface="Noto Sans Kr"/>
                <a:sym typeface="Noto Sans Kr"/>
              </a:rPr>
              <a:t>않고</a:t>
            </a:r>
            <a:r>
              <a:rPr lang="en-US" sz="1950" spc="7" dirty="0">
                <a:solidFill>
                  <a:srgbClr val="333333"/>
                </a:solidFill>
                <a:latin typeface="Noto Sans Kr"/>
                <a:ea typeface="Noto Sans Kr"/>
                <a:cs typeface="Noto Sans Kr"/>
                <a:sym typeface="Noto Sans Kr"/>
              </a:rPr>
              <a:t> </a:t>
            </a:r>
            <a:r>
              <a:rPr lang="en-US" sz="1950" spc="7" dirty="0" err="1">
                <a:solidFill>
                  <a:srgbClr val="333333"/>
                </a:solidFill>
                <a:latin typeface="Noto Sans Kr"/>
                <a:ea typeface="Noto Sans Kr"/>
                <a:cs typeface="Noto Sans Kr"/>
                <a:sym typeface="Noto Sans Kr"/>
              </a:rPr>
              <a:t>추상화해</a:t>
            </a:r>
            <a:r>
              <a:rPr lang="en-US" sz="1950" spc="7" dirty="0">
                <a:solidFill>
                  <a:srgbClr val="333333"/>
                </a:solidFill>
                <a:latin typeface="Noto Sans Kr"/>
                <a:ea typeface="Noto Sans Kr"/>
                <a:cs typeface="Noto Sans Kr"/>
                <a:sym typeface="Noto Sans Kr"/>
              </a:rPr>
              <a:t> </a:t>
            </a:r>
            <a:r>
              <a:rPr lang="en-US" sz="1950" spc="7" dirty="0" err="1">
                <a:solidFill>
                  <a:srgbClr val="333333"/>
                </a:solidFill>
                <a:latin typeface="Noto Sans Kr"/>
                <a:ea typeface="Noto Sans Kr"/>
                <a:cs typeface="Noto Sans Kr"/>
                <a:sym typeface="Noto Sans Kr"/>
              </a:rPr>
              <a:t>드러내도</a:t>
            </a:r>
            <a:r>
              <a:rPr lang="en-US" sz="1950" spc="7" dirty="0">
                <a:solidFill>
                  <a:srgbClr val="333333"/>
                </a:solidFill>
                <a:latin typeface="Noto Sans Kr"/>
                <a:ea typeface="Noto Sans Kr"/>
                <a:cs typeface="Noto Sans Kr"/>
                <a:sym typeface="Noto Sans Kr"/>
              </a:rPr>
              <a:t> ‘</a:t>
            </a:r>
            <a:r>
              <a:rPr lang="en-US" sz="1950" spc="7" dirty="0" err="1">
                <a:solidFill>
                  <a:srgbClr val="333333"/>
                </a:solidFill>
                <a:latin typeface="Noto Sans Kr"/>
                <a:ea typeface="Noto Sans Kr"/>
                <a:cs typeface="Noto Sans Kr"/>
                <a:sym typeface="Noto Sans Kr"/>
              </a:rPr>
              <a:t>함께</a:t>
            </a:r>
            <a:r>
              <a:rPr lang="en-US" sz="1950" spc="7" dirty="0">
                <a:solidFill>
                  <a:srgbClr val="333333"/>
                </a:solidFill>
                <a:latin typeface="Noto Sans Kr"/>
                <a:ea typeface="Noto Sans Kr"/>
                <a:cs typeface="Noto Sans Kr"/>
                <a:sym typeface="Noto Sans Kr"/>
              </a:rPr>
              <a:t> </a:t>
            </a:r>
            <a:r>
              <a:rPr lang="en-US" sz="1950" spc="7" dirty="0" err="1">
                <a:solidFill>
                  <a:srgbClr val="333333"/>
                </a:solidFill>
                <a:latin typeface="Noto Sans Kr"/>
                <a:ea typeface="Noto Sans Kr"/>
                <a:cs typeface="Noto Sans Kr"/>
                <a:sym typeface="Noto Sans Kr"/>
              </a:rPr>
              <a:t>있다’는</a:t>
            </a:r>
            <a:r>
              <a:rPr lang="en-US" sz="1950" spc="7" dirty="0">
                <a:solidFill>
                  <a:srgbClr val="333333"/>
                </a:solidFill>
                <a:latin typeface="Noto Sans Kr"/>
                <a:ea typeface="Noto Sans Kr"/>
                <a:cs typeface="Noto Sans Kr"/>
                <a:sym typeface="Noto Sans Kr"/>
              </a:rPr>
              <a:t> </a:t>
            </a:r>
            <a:r>
              <a:rPr lang="en-US" sz="1950" spc="7" dirty="0" err="1">
                <a:solidFill>
                  <a:srgbClr val="333333"/>
                </a:solidFill>
                <a:latin typeface="Noto Sans Kr"/>
                <a:ea typeface="Noto Sans Kr"/>
                <a:cs typeface="Noto Sans Kr"/>
                <a:sym typeface="Noto Sans Kr"/>
              </a:rPr>
              <a:t>느낌은</a:t>
            </a:r>
            <a:r>
              <a:rPr lang="en-US" sz="1950" spc="7" dirty="0">
                <a:solidFill>
                  <a:srgbClr val="333333"/>
                </a:solidFill>
                <a:latin typeface="Noto Sans Kr"/>
                <a:ea typeface="Noto Sans Kr"/>
                <a:cs typeface="Noto Sans Kr"/>
                <a:sym typeface="Noto Sans Kr"/>
              </a:rPr>
              <a:t> </a:t>
            </a:r>
            <a:r>
              <a:rPr lang="en-US" sz="1950" spc="7" dirty="0" err="1">
                <a:solidFill>
                  <a:srgbClr val="333333"/>
                </a:solidFill>
                <a:latin typeface="Noto Sans Kr"/>
                <a:ea typeface="Noto Sans Kr"/>
                <a:cs typeface="Noto Sans Kr"/>
                <a:sym typeface="Noto Sans Kr"/>
              </a:rPr>
              <a:t>크게</a:t>
            </a:r>
            <a:r>
              <a:rPr lang="en-US" sz="1950" spc="7" dirty="0">
                <a:solidFill>
                  <a:srgbClr val="333333"/>
                </a:solidFill>
                <a:latin typeface="Noto Sans Kr"/>
                <a:ea typeface="Noto Sans Kr"/>
                <a:cs typeface="Noto Sans Kr"/>
                <a:sym typeface="Noto Sans Kr"/>
              </a:rPr>
              <a:t> </a:t>
            </a:r>
            <a:r>
              <a:rPr lang="en-US" sz="1950" spc="7" dirty="0" err="1">
                <a:solidFill>
                  <a:srgbClr val="333333"/>
                </a:solidFill>
                <a:latin typeface="Noto Sans Kr"/>
                <a:ea typeface="Noto Sans Kr"/>
                <a:cs typeface="Noto Sans Kr"/>
                <a:sym typeface="Noto Sans Kr"/>
              </a:rPr>
              <a:t>줄지</a:t>
            </a:r>
            <a:r>
              <a:rPr lang="en-US" sz="1950" spc="7" dirty="0">
                <a:solidFill>
                  <a:srgbClr val="333333"/>
                </a:solidFill>
                <a:latin typeface="Noto Sans Kr"/>
                <a:ea typeface="Noto Sans Kr"/>
                <a:cs typeface="Noto Sans Kr"/>
                <a:sym typeface="Noto Sans Kr"/>
              </a:rPr>
              <a:t> </a:t>
            </a:r>
            <a:r>
              <a:rPr lang="en-US" sz="1950" spc="7" dirty="0" err="1">
                <a:solidFill>
                  <a:srgbClr val="333333"/>
                </a:solidFill>
                <a:latin typeface="Noto Sans Kr"/>
                <a:ea typeface="Noto Sans Kr"/>
                <a:cs typeface="Noto Sans Kr"/>
                <a:sym typeface="Noto Sans Kr"/>
              </a:rPr>
              <a:t>않고</a:t>
            </a:r>
            <a:r>
              <a:rPr lang="en-US" sz="1950" spc="7" dirty="0">
                <a:solidFill>
                  <a:srgbClr val="333333"/>
                </a:solidFill>
                <a:latin typeface="Noto Sans Kr"/>
                <a:ea typeface="Noto Sans Kr"/>
                <a:cs typeface="Noto Sans Kr"/>
                <a:sym typeface="Noto Sans Kr"/>
              </a:rPr>
              <a:t>, </a:t>
            </a:r>
            <a:r>
              <a:rPr lang="en-US" sz="1950" spc="7" dirty="0" err="1">
                <a:solidFill>
                  <a:srgbClr val="333333"/>
                </a:solidFill>
                <a:latin typeface="Noto Sans Kr"/>
                <a:ea typeface="Noto Sans Kr"/>
                <a:cs typeface="Noto Sans Kr"/>
                <a:sym typeface="Noto Sans Kr"/>
              </a:rPr>
              <a:t>모두</a:t>
            </a:r>
            <a:r>
              <a:rPr lang="en-US" sz="1950" spc="7" dirty="0">
                <a:solidFill>
                  <a:srgbClr val="333333"/>
                </a:solidFill>
                <a:latin typeface="Noto Sans Kr"/>
                <a:ea typeface="Noto Sans Kr"/>
                <a:cs typeface="Noto Sans Kr"/>
                <a:sym typeface="Noto Sans Kr"/>
              </a:rPr>
              <a:t> </a:t>
            </a:r>
            <a:r>
              <a:rPr lang="en-US" sz="1950" spc="7" dirty="0" err="1">
                <a:solidFill>
                  <a:srgbClr val="333333"/>
                </a:solidFill>
                <a:latin typeface="Noto Sans Kr"/>
                <a:ea typeface="Noto Sans Kr"/>
                <a:cs typeface="Noto Sans Kr"/>
                <a:sym typeface="Noto Sans Kr"/>
              </a:rPr>
              <a:t>노출될</a:t>
            </a:r>
            <a:r>
              <a:rPr lang="en-US" sz="1950" spc="7" dirty="0">
                <a:solidFill>
                  <a:srgbClr val="333333"/>
                </a:solidFill>
                <a:latin typeface="Noto Sans Kr"/>
                <a:ea typeface="Noto Sans Kr"/>
                <a:cs typeface="Noto Sans Kr"/>
                <a:sym typeface="Noto Sans Kr"/>
              </a:rPr>
              <a:t> </a:t>
            </a:r>
            <a:r>
              <a:rPr lang="en-US" sz="1950" spc="7" dirty="0" err="1">
                <a:solidFill>
                  <a:srgbClr val="333333"/>
                </a:solidFill>
                <a:latin typeface="Noto Sans Kr"/>
                <a:ea typeface="Noto Sans Kr"/>
                <a:cs typeface="Noto Sans Kr"/>
                <a:sym typeface="Noto Sans Kr"/>
              </a:rPr>
              <a:t>때의</a:t>
            </a:r>
            <a:r>
              <a:rPr lang="en-US" sz="1950" spc="7" dirty="0">
                <a:solidFill>
                  <a:srgbClr val="333333"/>
                </a:solidFill>
                <a:latin typeface="Noto Sans Kr"/>
                <a:ea typeface="Noto Sans Kr"/>
                <a:cs typeface="Noto Sans Kr"/>
                <a:sym typeface="Noto Sans Kr"/>
              </a:rPr>
              <a:t> </a:t>
            </a:r>
            <a:r>
              <a:rPr lang="en-US" sz="1950" spc="7" dirty="0" err="1">
                <a:solidFill>
                  <a:srgbClr val="333333"/>
                </a:solidFill>
                <a:latin typeface="Noto Sans Kr"/>
                <a:ea typeface="Noto Sans Kr"/>
                <a:cs typeface="Noto Sans Kr"/>
                <a:sym typeface="Noto Sans Kr"/>
              </a:rPr>
              <a:t>사생활</a:t>
            </a:r>
            <a:r>
              <a:rPr lang="en-US" sz="1950" spc="7" dirty="0">
                <a:solidFill>
                  <a:srgbClr val="333333"/>
                </a:solidFill>
                <a:latin typeface="Noto Sans Kr"/>
                <a:ea typeface="Noto Sans Kr"/>
                <a:cs typeface="Noto Sans Kr"/>
                <a:sym typeface="Noto Sans Kr"/>
              </a:rPr>
              <a:t> </a:t>
            </a:r>
            <a:r>
              <a:rPr lang="en-US" sz="1950" spc="7" dirty="0" err="1">
                <a:solidFill>
                  <a:srgbClr val="333333"/>
                </a:solidFill>
                <a:latin typeface="Noto Sans Kr"/>
                <a:ea typeface="Noto Sans Kr"/>
                <a:cs typeface="Noto Sans Kr"/>
                <a:sym typeface="Noto Sans Kr"/>
              </a:rPr>
              <a:t>문제는</a:t>
            </a:r>
            <a:r>
              <a:rPr lang="en-US" sz="1950" spc="7" dirty="0">
                <a:solidFill>
                  <a:srgbClr val="333333"/>
                </a:solidFill>
                <a:latin typeface="Noto Sans Kr"/>
                <a:ea typeface="Noto Sans Kr"/>
                <a:cs typeface="Noto Sans Kr"/>
                <a:sym typeface="Noto Sans Kr"/>
              </a:rPr>
              <a:t> </a:t>
            </a:r>
            <a:r>
              <a:rPr lang="en-US" sz="1950" spc="7" dirty="0" err="1">
                <a:solidFill>
                  <a:srgbClr val="333333"/>
                </a:solidFill>
                <a:latin typeface="Noto Sans Kr"/>
                <a:ea typeface="Noto Sans Kr"/>
                <a:cs typeface="Noto Sans Kr"/>
                <a:sym typeface="Noto Sans Kr"/>
              </a:rPr>
              <a:t>덜</a:t>
            </a:r>
            <a:r>
              <a:rPr lang="en-US" sz="1950" spc="7" dirty="0">
                <a:solidFill>
                  <a:srgbClr val="333333"/>
                </a:solidFill>
                <a:latin typeface="Noto Sans Kr"/>
                <a:ea typeface="Noto Sans Kr"/>
                <a:cs typeface="Noto Sans Kr"/>
                <a:sym typeface="Noto Sans Kr"/>
              </a:rPr>
              <a:t> </a:t>
            </a:r>
            <a:r>
              <a:rPr lang="en-US" sz="1950" spc="7" dirty="0" err="1">
                <a:solidFill>
                  <a:srgbClr val="333333"/>
                </a:solidFill>
                <a:latin typeface="Noto Sans Kr"/>
                <a:ea typeface="Noto Sans Kr"/>
                <a:cs typeface="Noto Sans Kr"/>
                <a:sym typeface="Noto Sans Kr"/>
              </a:rPr>
              <a:t>수</a:t>
            </a:r>
            <a:r>
              <a:rPr lang="en-US" sz="1950" spc="7" dirty="0">
                <a:solidFill>
                  <a:srgbClr val="333333"/>
                </a:solidFill>
                <a:latin typeface="Noto Sans Kr"/>
                <a:ea typeface="Noto Sans Kr"/>
                <a:cs typeface="Noto Sans Kr"/>
                <a:sym typeface="Noto Sans Kr"/>
              </a:rPr>
              <a:t> </a:t>
            </a:r>
            <a:r>
              <a:rPr lang="en-US" sz="1950" spc="7" dirty="0" err="1">
                <a:solidFill>
                  <a:srgbClr val="333333"/>
                </a:solidFill>
                <a:latin typeface="Noto Sans Kr"/>
                <a:ea typeface="Noto Sans Kr"/>
                <a:cs typeface="Noto Sans Kr"/>
                <a:sym typeface="Noto Sans Kr"/>
              </a:rPr>
              <a:t>있다</a:t>
            </a:r>
            <a:r>
              <a:rPr lang="en-US" sz="1950" spc="7" dirty="0">
                <a:solidFill>
                  <a:srgbClr val="333333"/>
                </a:solidFill>
                <a:latin typeface="Noto Sans Kr"/>
                <a:ea typeface="Noto Sans Kr"/>
                <a:cs typeface="Noto Sans Kr"/>
                <a:sym typeface="Noto Sans Kr"/>
              </a:rPr>
              <a:t> (Lee </a:t>
            </a:r>
            <a:r>
              <a:rPr lang="en-US" sz="1950" spc="7" dirty="0" err="1">
                <a:solidFill>
                  <a:srgbClr val="333333"/>
                </a:solidFill>
                <a:latin typeface="Noto Sans Kr"/>
                <a:ea typeface="Noto Sans Kr"/>
                <a:cs typeface="Noto Sans Kr"/>
                <a:sym typeface="Noto Sans Kr"/>
              </a:rPr>
              <a:t>외</a:t>
            </a:r>
            <a:r>
              <a:rPr lang="en-US" sz="1950" spc="7" dirty="0">
                <a:solidFill>
                  <a:srgbClr val="333333"/>
                </a:solidFill>
                <a:latin typeface="Noto Sans Kr"/>
                <a:ea typeface="Noto Sans Kr"/>
                <a:cs typeface="Noto Sans Kr"/>
                <a:sym typeface="Noto Sans Kr"/>
              </a:rPr>
              <a:t>, CHI 2021)</a:t>
            </a:r>
          </a:p>
        </p:txBody>
      </p:sp>
      <p:sp>
        <p:nvSpPr>
          <p:cNvPr id="46" name="TextBox 46">
            <a:extLst>
              <a:ext uri="{FF2B5EF4-FFF2-40B4-BE49-F238E27FC236}">
                <a16:creationId xmlns:a16="http://schemas.microsoft.com/office/drawing/2014/main" id="{EFF6F99C-93B4-97EB-4BAF-CECF3B01C26E}"/>
              </a:ext>
            </a:extLst>
          </p:cNvPr>
          <p:cNvSpPr txBox="1"/>
          <p:nvPr/>
        </p:nvSpPr>
        <p:spPr>
          <a:xfrm>
            <a:off x="12447270" y="4901713"/>
            <a:ext cx="4526280" cy="1703070"/>
          </a:xfrm>
          <a:prstGeom prst="rect">
            <a:avLst/>
          </a:prstGeom>
        </p:spPr>
        <p:txBody>
          <a:bodyPr lIns="0" tIns="0" rIns="0" bIns="0" rtlCol="0" anchor="t">
            <a:spAutoFit/>
          </a:bodyPr>
          <a:lstStyle/>
          <a:p>
            <a:pPr algn="just">
              <a:lnSpc>
                <a:spcPts val="2729"/>
              </a:lnSpc>
            </a:pPr>
            <a:r>
              <a:rPr lang="en-US" sz="1950" spc="7">
                <a:solidFill>
                  <a:srgbClr val="333333"/>
                </a:solidFill>
                <a:latin typeface="Noto Sans Kr"/>
                <a:ea typeface="Noto Sans Kr"/>
                <a:cs typeface="Noto Sans Kr"/>
                <a:sym typeface="Noto Sans Kr"/>
              </a:rPr>
              <a:t>타인이 곁에 있으면 수행이 달라진다(사회적 촉진). 가상환경에서도 실제 사람이 조종한다고 믿은 아바타 앞에서만 이 영향이 나타났다 (Hoyt 외, 2003)</a:t>
            </a:r>
          </a:p>
        </p:txBody>
      </p:sp>
      <p:sp>
        <p:nvSpPr>
          <p:cNvPr id="49" name="TextBox 2">
            <a:extLst>
              <a:ext uri="{FF2B5EF4-FFF2-40B4-BE49-F238E27FC236}">
                <a16:creationId xmlns:a16="http://schemas.microsoft.com/office/drawing/2014/main" id="{1F4DEAB0-B00B-14C4-EA2A-D777C12A3C4C}"/>
              </a:ext>
            </a:extLst>
          </p:cNvPr>
          <p:cNvSpPr txBox="1"/>
          <p:nvPr/>
        </p:nvSpPr>
        <p:spPr>
          <a:xfrm>
            <a:off x="822960" y="548640"/>
            <a:ext cx="10972800" cy="266676"/>
          </a:xfrm>
          <a:prstGeom prst="rect">
            <a:avLst/>
          </a:prstGeom>
        </p:spPr>
        <p:txBody>
          <a:bodyPr lIns="0" tIns="0" rIns="0" bIns="0" rtlCol="0" anchor="t">
            <a:spAutoFit/>
          </a:bodyPr>
          <a:lstStyle/>
          <a:p>
            <a:pPr>
              <a:lnSpc>
                <a:spcPts val="2160"/>
              </a:lnSpc>
            </a:pPr>
            <a:r>
              <a:rPr lang="en-US" altLang="ko-KR" spc="8" dirty="0">
                <a:solidFill>
                  <a:schemeClr val="bg1">
                    <a:lumMod val="50000"/>
                  </a:schemeClr>
                </a:solidFill>
                <a:latin typeface="Noto Sans Kr Bold"/>
                <a:ea typeface="Noto Sans Kr Bold"/>
                <a:cs typeface="Noto Sans Kr Bold"/>
                <a:sym typeface="Noto Sans Kr Bold"/>
              </a:rPr>
              <a:t>2026-2 </a:t>
            </a:r>
            <a:r>
              <a:rPr lang="en-US" altLang="ko-KR" spc="8" dirty="0" err="1">
                <a:solidFill>
                  <a:schemeClr val="bg1">
                    <a:lumMod val="50000"/>
                  </a:schemeClr>
                </a:solidFill>
                <a:latin typeface="Noto Sans Kr Bold"/>
                <a:ea typeface="Noto Sans Kr Bold"/>
                <a:cs typeface="Noto Sans Kr Bold"/>
                <a:sym typeface="Noto Sans Kr Bold"/>
              </a:rPr>
              <a:t>융합캡스톤디자인</a:t>
            </a:r>
            <a:r>
              <a:rPr lang="en-US" altLang="ko-KR" spc="8" dirty="0">
                <a:solidFill>
                  <a:schemeClr val="bg1">
                    <a:lumMod val="50000"/>
                  </a:schemeClr>
                </a:solidFill>
                <a:latin typeface="Noto Sans Kr Bold"/>
                <a:ea typeface="Noto Sans Kr Bold"/>
                <a:cs typeface="Noto Sans Kr Bold"/>
                <a:sym typeface="Noto Sans Kr Bold"/>
              </a:rPr>
              <a:t> </a:t>
            </a:r>
            <a:r>
              <a:rPr lang="en-US" altLang="ko-KR" spc="8" dirty="0" err="1">
                <a:solidFill>
                  <a:schemeClr val="bg1">
                    <a:lumMod val="50000"/>
                  </a:schemeClr>
                </a:solidFill>
                <a:latin typeface="Noto Sans Kr Bold"/>
                <a:ea typeface="Noto Sans Kr Bold"/>
                <a:cs typeface="Noto Sans Kr Bold"/>
                <a:sym typeface="Noto Sans Kr Bold"/>
              </a:rPr>
              <a:t>제안발표</a:t>
            </a:r>
            <a:endParaRPr lang="en-US" sz="1800" spc="6" dirty="0">
              <a:solidFill>
                <a:schemeClr val="bg1">
                  <a:lumMod val="50000"/>
                </a:schemeClr>
              </a:solidFill>
              <a:latin typeface="Noto Sans Kr Bold"/>
              <a:ea typeface="Noto Sans Kr Bold"/>
              <a:cs typeface="Noto Sans Kr Bold"/>
              <a:sym typeface="Noto Sans Kr Bold"/>
            </a:endParaRPr>
          </a:p>
        </p:txBody>
      </p:sp>
    </p:spTree>
    <p:extLst>
      <p:ext uri="{BB962C8B-B14F-4D97-AF65-F5344CB8AC3E}">
        <p14:creationId xmlns:p14="http://schemas.microsoft.com/office/powerpoint/2010/main" val="123172146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813435" y="2084070"/>
            <a:ext cx="5299710" cy="4667628"/>
            <a:chOff x="0" y="0"/>
            <a:chExt cx="7066280" cy="6223504"/>
          </a:xfrm>
        </p:grpSpPr>
        <p:sp>
          <p:nvSpPr>
            <p:cNvPr id="3" name="Freeform 3"/>
            <p:cNvSpPr/>
            <p:nvPr/>
          </p:nvSpPr>
          <p:spPr>
            <a:xfrm>
              <a:off x="0" y="0"/>
              <a:ext cx="7066280" cy="6223505"/>
            </a:xfrm>
            <a:custGeom>
              <a:avLst/>
              <a:gdLst/>
              <a:ahLst/>
              <a:cxnLst/>
              <a:rect l="l" t="t" r="r" b="b"/>
              <a:pathLst>
                <a:path w="7066280" h="6223505">
                  <a:moveTo>
                    <a:pt x="0" y="109470"/>
                  </a:moveTo>
                  <a:cubicBezTo>
                    <a:pt x="0" y="49053"/>
                    <a:pt x="65786" y="0"/>
                    <a:pt x="146812" y="0"/>
                  </a:cubicBezTo>
                  <a:lnTo>
                    <a:pt x="6919468" y="0"/>
                  </a:lnTo>
                  <a:cubicBezTo>
                    <a:pt x="7000622" y="0"/>
                    <a:pt x="7066280" y="49053"/>
                    <a:pt x="7066280" y="109470"/>
                  </a:cubicBezTo>
                  <a:lnTo>
                    <a:pt x="7066280" y="6114035"/>
                  </a:lnTo>
                  <a:cubicBezTo>
                    <a:pt x="7066280" y="6174546"/>
                    <a:pt x="7000494" y="6223505"/>
                    <a:pt x="6919468" y="6223505"/>
                  </a:cubicBezTo>
                  <a:lnTo>
                    <a:pt x="146812" y="6223505"/>
                  </a:lnTo>
                  <a:cubicBezTo>
                    <a:pt x="65786" y="6223505"/>
                    <a:pt x="0" y="6174451"/>
                    <a:pt x="0" y="6114035"/>
                  </a:cubicBezTo>
                  <a:close/>
                </a:path>
              </a:pathLst>
            </a:custGeom>
            <a:solidFill>
              <a:srgbClr val="3C55CB"/>
            </a:solidFill>
            <a:ln w="19050" cap="sq">
              <a:solidFill>
                <a:srgbClr val="3C55CB"/>
              </a:solidFill>
              <a:prstDash val="solid"/>
              <a:miter/>
            </a:ln>
          </p:spPr>
          <p:txBody>
            <a:bodyPr/>
            <a:lstStyle/>
            <a:p>
              <a:endParaRPr lang="ko-KR" altLang="en-US"/>
            </a:p>
          </p:txBody>
        </p:sp>
      </p:grpSp>
      <p:grpSp>
        <p:nvGrpSpPr>
          <p:cNvPr id="4" name="Group 4"/>
          <p:cNvGrpSpPr/>
          <p:nvPr/>
        </p:nvGrpSpPr>
        <p:grpSpPr>
          <a:xfrm>
            <a:off x="1224915" y="2495550"/>
            <a:ext cx="1047750" cy="1047750"/>
            <a:chOff x="0" y="0"/>
            <a:chExt cx="1397000" cy="1397000"/>
          </a:xfrm>
        </p:grpSpPr>
        <p:sp>
          <p:nvSpPr>
            <p:cNvPr id="5" name="Freeform 5"/>
            <p:cNvSpPr/>
            <p:nvPr/>
          </p:nvSpPr>
          <p:spPr>
            <a:xfrm>
              <a:off x="0" y="0"/>
              <a:ext cx="1397000" cy="1397000"/>
            </a:xfrm>
            <a:custGeom>
              <a:avLst/>
              <a:gdLst/>
              <a:ahLst/>
              <a:cxnLst/>
              <a:rect l="l" t="t" r="r" b="b"/>
              <a:pathLst>
                <a:path w="1397000" h="1397000">
                  <a:moveTo>
                    <a:pt x="0" y="698500"/>
                  </a:moveTo>
                  <a:cubicBezTo>
                    <a:pt x="0" y="312674"/>
                    <a:pt x="312674" y="0"/>
                    <a:pt x="698500" y="0"/>
                  </a:cubicBezTo>
                  <a:cubicBezTo>
                    <a:pt x="1084326" y="0"/>
                    <a:pt x="1397000" y="312674"/>
                    <a:pt x="1397000" y="698500"/>
                  </a:cubicBezTo>
                  <a:cubicBezTo>
                    <a:pt x="1397000" y="1084326"/>
                    <a:pt x="1084326" y="1397000"/>
                    <a:pt x="698500" y="1397000"/>
                  </a:cubicBezTo>
                  <a:cubicBezTo>
                    <a:pt x="312674" y="1397000"/>
                    <a:pt x="0" y="1084326"/>
                    <a:pt x="0" y="698500"/>
                  </a:cubicBezTo>
                  <a:close/>
                </a:path>
              </a:pathLst>
            </a:custGeom>
            <a:solidFill>
              <a:srgbClr val="3C55CB"/>
            </a:solidFill>
            <a:ln w="19050" cap="sq">
              <a:solidFill>
                <a:srgbClr val="3C55CB"/>
              </a:solidFill>
              <a:prstDash val="solid"/>
              <a:miter/>
            </a:ln>
          </p:spPr>
          <p:txBody>
            <a:bodyPr/>
            <a:lstStyle/>
            <a:p>
              <a:endParaRPr lang="ko-KR" altLang="en-US"/>
            </a:p>
          </p:txBody>
        </p:sp>
      </p:grpSp>
      <p:grpSp>
        <p:nvGrpSpPr>
          <p:cNvPr id="6" name="Group 6"/>
          <p:cNvGrpSpPr/>
          <p:nvPr/>
        </p:nvGrpSpPr>
        <p:grpSpPr>
          <a:xfrm>
            <a:off x="1501902" y="2772537"/>
            <a:ext cx="493776" cy="493776"/>
            <a:chOff x="0" y="0"/>
            <a:chExt cx="658368" cy="658368"/>
          </a:xfrm>
        </p:grpSpPr>
        <p:sp>
          <p:nvSpPr>
            <p:cNvPr id="7" name="Freeform 7" descr="preencoded.png"/>
            <p:cNvSpPr/>
            <p:nvPr/>
          </p:nvSpPr>
          <p:spPr>
            <a:xfrm>
              <a:off x="0" y="0"/>
              <a:ext cx="658368" cy="658368"/>
            </a:xfrm>
            <a:custGeom>
              <a:avLst/>
              <a:gdLst/>
              <a:ahLst/>
              <a:cxnLst/>
              <a:rect l="l" t="t" r="r" b="b"/>
              <a:pathLst>
                <a:path w="658368" h="658368">
                  <a:moveTo>
                    <a:pt x="0" y="0"/>
                  </a:moveTo>
                  <a:lnTo>
                    <a:pt x="658368" y="0"/>
                  </a:lnTo>
                  <a:lnTo>
                    <a:pt x="658368" y="658368"/>
                  </a:lnTo>
                  <a:lnTo>
                    <a:pt x="0" y="658368"/>
                  </a:lnTo>
                  <a:lnTo>
                    <a:pt x="0" y="0"/>
                  </a:lnTo>
                  <a:close/>
                </a:path>
              </a:pathLst>
            </a:custGeom>
            <a:blipFill>
              <a:blip r:embed="rId3"/>
              <a:stretch>
                <a:fillRect/>
              </a:stretch>
            </a:blipFill>
          </p:spPr>
          <p:txBody>
            <a:bodyPr/>
            <a:lstStyle/>
            <a:p>
              <a:endParaRPr lang="ko-KR" altLang="en-US"/>
            </a:p>
          </p:txBody>
        </p:sp>
      </p:grpSp>
      <p:grpSp>
        <p:nvGrpSpPr>
          <p:cNvPr id="8" name="Group 8"/>
          <p:cNvGrpSpPr/>
          <p:nvPr/>
        </p:nvGrpSpPr>
        <p:grpSpPr>
          <a:xfrm>
            <a:off x="6436995" y="2084070"/>
            <a:ext cx="5299710" cy="4667628"/>
            <a:chOff x="0" y="0"/>
            <a:chExt cx="7066280" cy="6223504"/>
          </a:xfrm>
        </p:grpSpPr>
        <p:sp>
          <p:nvSpPr>
            <p:cNvPr id="9" name="Freeform 9"/>
            <p:cNvSpPr/>
            <p:nvPr/>
          </p:nvSpPr>
          <p:spPr>
            <a:xfrm>
              <a:off x="0" y="0"/>
              <a:ext cx="7066280" cy="6223505"/>
            </a:xfrm>
            <a:custGeom>
              <a:avLst/>
              <a:gdLst/>
              <a:ahLst/>
              <a:cxnLst/>
              <a:rect l="l" t="t" r="r" b="b"/>
              <a:pathLst>
                <a:path w="7066280" h="6223505">
                  <a:moveTo>
                    <a:pt x="0" y="109470"/>
                  </a:moveTo>
                  <a:cubicBezTo>
                    <a:pt x="0" y="49053"/>
                    <a:pt x="65786" y="0"/>
                    <a:pt x="146812" y="0"/>
                  </a:cubicBezTo>
                  <a:lnTo>
                    <a:pt x="6919468" y="0"/>
                  </a:lnTo>
                  <a:cubicBezTo>
                    <a:pt x="7000622" y="0"/>
                    <a:pt x="7066280" y="49053"/>
                    <a:pt x="7066280" y="109470"/>
                  </a:cubicBezTo>
                  <a:lnTo>
                    <a:pt x="7066280" y="6114035"/>
                  </a:lnTo>
                  <a:cubicBezTo>
                    <a:pt x="7066280" y="6174546"/>
                    <a:pt x="7000494" y="6223505"/>
                    <a:pt x="6919468" y="6223505"/>
                  </a:cubicBezTo>
                  <a:lnTo>
                    <a:pt x="146812" y="6223505"/>
                  </a:lnTo>
                  <a:cubicBezTo>
                    <a:pt x="65786" y="6223505"/>
                    <a:pt x="0" y="6174451"/>
                    <a:pt x="0" y="6114035"/>
                  </a:cubicBezTo>
                  <a:close/>
                </a:path>
              </a:pathLst>
            </a:custGeom>
            <a:solidFill>
              <a:srgbClr val="FFFFFF"/>
            </a:solidFill>
            <a:ln w="19050" cap="sq">
              <a:solidFill>
                <a:srgbClr val="ECEEF3"/>
              </a:solidFill>
              <a:prstDash val="solid"/>
              <a:miter/>
            </a:ln>
            <a:effectLst>
              <a:outerShdw blurRad="228600" dist="38100" dir="5400000" algn="t" rotWithShape="0">
                <a:srgbClr val="1F2A5A">
                  <a:alpha val="11000"/>
                </a:srgbClr>
              </a:outerShdw>
            </a:effectLst>
          </p:spPr>
          <p:txBody>
            <a:bodyPr/>
            <a:lstStyle/>
            <a:p>
              <a:endParaRPr lang="ko-KR" altLang="en-US"/>
            </a:p>
          </p:txBody>
        </p:sp>
      </p:grpSp>
      <p:grpSp>
        <p:nvGrpSpPr>
          <p:cNvPr id="10" name="Group 10"/>
          <p:cNvGrpSpPr/>
          <p:nvPr/>
        </p:nvGrpSpPr>
        <p:grpSpPr>
          <a:xfrm>
            <a:off x="6848475" y="2495550"/>
            <a:ext cx="1047750" cy="1047750"/>
            <a:chOff x="0" y="0"/>
            <a:chExt cx="1397000" cy="1397000"/>
          </a:xfrm>
        </p:grpSpPr>
        <p:sp>
          <p:nvSpPr>
            <p:cNvPr id="11" name="Freeform 11"/>
            <p:cNvSpPr/>
            <p:nvPr/>
          </p:nvSpPr>
          <p:spPr>
            <a:xfrm>
              <a:off x="0" y="0"/>
              <a:ext cx="1397000" cy="1397000"/>
            </a:xfrm>
            <a:custGeom>
              <a:avLst/>
              <a:gdLst/>
              <a:ahLst/>
              <a:cxnLst/>
              <a:rect l="l" t="t" r="r" b="b"/>
              <a:pathLst>
                <a:path w="1397000" h="1397000">
                  <a:moveTo>
                    <a:pt x="0" y="698500"/>
                  </a:moveTo>
                  <a:cubicBezTo>
                    <a:pt x="0" y="312674"/>
                    <a:pt x="312674" y="0"/>
                    <a:pt x="698500" y="0"/>
                  </a:cubicBezTo>
                  <a:cubicBezTo>
                    <a:pt x="1084326" y="0"/>
                    <a:pt x="1397000" y="312674"/>
                    <a:pt x="1397000" y="698500"/>
                  </a:cubicBezTo>
                  <a:cubicBezTo>
                    <a:pt x="1397000" y="1084326"/>
                    <a:pt x="1084326" y="1397000"/>
                    <a:pt x="698500" y="1397000"/>
                  </a:cubicBezTo>
                  <a:cubicBezTo>
                    <a:pt x="312674" y="1397000"/>
                    <a:pt x="0" y="1084326"/>
                    <a:pt x="0" y="698500"/>
                  </a:cubicBezTo>
                  <a:close/>
                </a:path>
              </a:pathLst>
            </a:custGeom>
            <a:solidFill>
              <a:srgbClr val="3C55CB"/>
            </a:solidFill>
            <a:ln w="19050" cap="sq">
              <a:solidFill>
                <a:srgbClr val="3C55CB"/>
              </a:solidFill>
              <a:prstDash val="solid"/>
              <a:miter/>
            </a:ln>
          </p:spPr>
          <p:txBody>
            <a:bodyPr/>
            <a:lstStyle/>
            <a:p>
              <a:endParaRPr lang="ko-KR" altLang="en-US"/>
            </a:p>
          </p:txBody>
        </p:sp>
      </p:grpSp>
      <p:grpSp>
        <p:nvGrpSpPr>
          <p:cNvPr id="12" name="Group 12"/>
          <p:cNvGrpSpPr/>
          <p:nvPr/>
        </p:nvGrpSpPr>
        <p:grpSpPr>
          <a:xfrm>
            <a:off x="7125462" y="2772537"/>
            <a:ext cx="493776" cy="493776"/>
            <a:chOff x="0" y="0"/>
            <a:chExt cx="658368" cy="658368"/>
          </a:xfrm>
        </p:grpSpPr>
        <p:sp>
          <p:nvSpPr>
            <p:cNvPr id="13" name="Freeform 13" descr="preencoded.png"/>
            <p:cNvSpPr/>
            <p:nvPr/>
          </p:nvSpPr>
          <p:spPr>
            <a:xfrm>
              <a:off x="0" y="0"/>
              <a:ext cx="658368" cy="658368"/>
            </a:xfrm>
            <a:custGeom>
              <a:avLst/>
              <a:gdLst/>
              <a:ahLst/>
              <a:cxnLst/>
              <a:rect l="l" t="t" r="r" b="b"/>
              <a:pathLst>
                <a:path w="658368" h="658368">
                  <a:moveTo>
                    <a:pt x="0" y="0"/>
                  </a:moveTo>
                  <a:lnTo>
                    <a:pt x="658368" y="0"/>
                  </a:lnTo>
                  <a:lnTo>
                    <a:pt x="658368" y="658368"/>
                  </a:lnTo>
                  <a:lnTo>
                    <a:pt x="0" y="658368"/>
                  </a:lnTo>
                  <a:lnTo>
                    <a:pt x="0" y="0"/>
                  </a:lnTo>
                  <a:close/>
                </a:path>
              </a:pathLst>
            </a:custGeom>
            <a:blipFill>
              <a:blip r:embed="rId4"/>
              <a:stretch>
                <a:fillRect/>
              </a:stretch>
            </a:blipFill>
          </p:spPr>
          <p:txBody>
            <a:bodyPr/>
            <a:lstStyle/>
            <a:p>
              <a:endParaRPr lang="ko-KR" altLang="en-US"/>
            </a:p>
          </p:txBody>
        </p:sp>
      </p:grpSp>
      <p:grpSp>
        <p:nvGrpSpPr>
          <p:cNvPr id="14" name="Group 14"/>
          <p:cNvGrpSpPr/>
          <p:nvPr/>
        </p:nvGrpSpPr>
        <p:grpSpPr>
          <a:xfrm>
            <a:off x="12060555" y="2084070"/>
            <a:ext cx="5299710" cy="4667628"/>
            <a:chOff x="0" y="0"/>
            <a:chExt cx="7066280" cy="6223504"/>
          </a:xfrm>
        </p:grpSpPr>
        <p:sp>
          <p:nvSpPr>
            <p:cNvPr id="15" name="Freeform 15"/>
            <p:cNvSpPr/>
            <p:nvPr/>
          </p:nvSpPr>
          <p:spPr>
            <a:xfrm>
              <a:off x="0" y="0"/>
              <a:ext cx="7066280" cy="6223505"/>
            </a:xfrm>
            <a:custGeom>
              <a:avLst/>
              <a:gdLst/>
              <a:ahLst/>
              <a:cxnLst/>
              <a:rect l="l" t="t" r="r" b="b"/>
              <a:pathLst>
                <a:path w="7066280" h="6223505">
                  <a:moveTo>
                    <a:pt x="0" y="109470"/>
                  </a:moveTo>
                  <a:cubicBezTo>
                    <a:pt x="0" y="49053"/>
                    <a:pt x="65786" y="0"/>
                    <a:pt x="146812" y="0"/>
                  </a:cubicBezTo>
                  <a:lnTo>
                    <a:pt x="6919468" y="0"/>
                  </a:lnTo>
                  <a:cubicBezTo>
                    <a:pt x="7000622" y="0"/>
                    <a:pt x="7066280" y="49053"/>
                    <a:pt x="7066280" y="109470"/>
                  </a:cubicBezTo>
                  <a:lnTo>
                    <a:pt x="7066280" y="6114035"/>
                  </a:lnTo>
                  <a:cubicBezTo>
                    <a:pt x="7066280" y="6174546"/>
                    <a:pt x="7000494" y="6223505"/>
                    <a:pt x="6919468" y="6223505"/>
                  </a:cubicBezTo>
                  <a:lnTo>
                    <a:pt x="146812" y="6223505"/>
                  </a:lnTo>
                  <a:cubicBezTo>
                    <a:pt x="65786" y="6223505"/>
                    <a:pt x="0" y="6174451"/>
                    <a:pt x="0" y="6114035"/>
                  </a:cubicBezTo>
                  <a:close/>
                </a:path>
              </a:pathLst>
            </a:custGeom>
            <a:solidFill>
              <a:srgbClr val="FFFFFF"/>
            </a:solidFill>
            <a:ln w="19050" cap="sq">
              <a:solidFill>
                <a:srgbClr val="ECEEF3"/>
              </a:solidFill>
              <a:prstDash val="solid"/>
              <a:miter/>
            </a:ln>
            <a:effectLst>
              <a:outerShdw blurRad="228600" dist="38100" dir="5400000" algn="t" rotWithShape="0">
                <a:srgbClr val="1F2A5A">
                  <a:alpha val="11000"/>
                </a:srgbClr>
              </a:outerShdw>
            </a:effectLst>
          </p:spPr>
          <p:txBody>
            <a:bodyPr/>
            <a:lstStyle/>
            <a:p>
              <a:endParaRPr lang="ko-KR" altLang="en-US"/>
            </a:p>
          </p:txBody>
        </p:sp>
      </p:grpSp>
      <p:grpSp>
        <p:nvGrpSpPr>
          <p:cNvPr id="16" name="Group 16"/>
          <p:cNvGrpSpPr/>
          <p:nvPr/>
        </p:nvGrpSpPr>
        <p:grpSpPr>
          <a:xfrm>
            <a:off x="12472035" y="2495550"/>
            <a:ext cx="1047750" cy="1047750"/>
            <a:chOff x="0" y="0"/>
            <a:chExt cx="1397000" cy="1397000"/>
          </a:xfrm>
        </p:grpSpPr>
        <p:sp>
          <p:nvSpPr>
            <p:cNvPr id="17" name="Freeform 17"/>
            <p:cNvSpPr/>
            <p:nvPr/>
          </p:nvSpPr>
          <p:spPr>
            <a:xfrm>
              <a:off x="0" y="0"/>
              <a:ext cx="1397000" cy="1397000"/>
            </a:xfrm>
            <a:custGeom>
              <a:avLst/>
              <a:gdLst/>
              <a:ahLst/>
              <a:cxnLst/>
              <a:rect l="l" t="t" r="r" b="b"/>
              <a:pathLst>
                <a:path w="1397000" h="1397000">
                  <a:moveTo>
                    <a:pt x="0" y="698500"/>
                  </a:moveTo>
                  <a:cubicBezTo>
                    <a:pt x="0" y="312674"/>
                    <a:pt x="312674" y="0"/>
                    <a:pt x="698500" y="0"/>
                  </a:cubicBezTo>
                  <a:cubicBezTo>
                    <a:pt x="1084326" y="0"/>
                    <a:pt x="1397000" y="312674"/>
                    <a:pt x="1397000" y="698500"/>
                  </a:cubicBezTo>
                  <a:cubicBezTo>
                    <a:pt x="1397000" y="1084326"/>
                    <a:pt x="1084326" y="1397000"/>
                    <a:pt x="698500" y="1397000"/>
                  </a:cubicBezTo>
                  <a:cubicBezTo>
                    <a:pt x="312674" y="1397000"/>
                    <a:pt x="0" y="1084326"/>
                    <a:pt x="0" y="698500"/>
                  </a:cubicBezTo>
                  <a:close/>
                </a:path>
              </a:pathLst>
            </a:custGeom>
            <a:solidFill>
              <a:srgbClr val="3C55CB"/>
            </a:solidFill>
            <a:ln w="19050" cap="sq">
              <a:solidFill>
                <a:srgbClr val="3C55CB"/>
              </a:solidFill>
              <a:prstDash val="solid"/>
              <a:miter/>
            </a:ln>
          </p:spPr>
          <p:txBody>
            <a:bodyPr/>
            <a:lstStyle/>
            <a:p>
              <a:endParaRPr lang="ko-KR" altLang="en-US"/>
            </a:p>
          </p:txBody>
        </p:sp>
      </p:grpSp>
      <p:grpSp>
        <p:nvGrpSpPr>
          <p:cNvPr id="18" name="Group 18"/>
          <p:cNvGrpSpPr/>
          <p:nvPr/>
        </p:nvGrpSpPr>
        <p:grpSpPr>
          <a:xfrm>
            <a:off x="12749022" y="2772537"/>
            <a:ext cx="493776" cy="493776"/>
            <a:chOff x="0" y="0"/>
            <a:chExt cx="658368" cy="658368"/>
          </a:xfrm>
        </p:grpSpPr>
        <p:sp>
          <p:nvSpPr>
            <p:cNvPr id="19" name="Freeform 19" descr="preencoded.png"/>
            <p:cNvSpPr/>
            <p:nvPr/>
          </p:nvSpPr>
          <p:spPr>
            <a:xfrm>
              <a:off x="0" y="0"/>
              <a:ext cx="658368" cy="658368"/>
            </a:xfrm>
            <a:custGeom>
              <a:avLst/>
              <a:gdLst/>
              <a:ahLst/>
              <a:cxnLst/>
              <a:rect l="l" t="t" r="r" b="b"/>
              <a:pathLst>
                <a:path w="658368" h="658368">
                  <a:moveTo>
                    <a:pt x="0" y="0"/>
                  </a:moveTo>
                  <a:lnTo>
                    <a:pt x="658368" y="0"/>
                  </a:lnTo>
                  <a:lnTo>
                    <a:pt x="658368" y="658368"/>
                  </a:lnTo>
                  <a:lnTo>
                    <a:pt x="0" y="658368"/>
                  </a:lnTo>
                  <a:lnTo>
                    <a:pt x="0" y="0"/>
                  </a:lnTo>
                  <a:close/>
                </a:path>
              </a:pathLst>
            </a:custGeom>
            <a:blipFill>
              <a:blip r:embed="rId5"/>
              <a:stretch>
                <a:fillRect/>
              </a:stretch>
            </a:blipFill>
          </p:spPr>
          <p:txBody>
            <a:bodyPr/>
            <a:lstStyle/>
            <a:p>
              <a:endParaRPr lang="ko-KR" altLang="en-US"/>
            </a:p>
          </p:txBody>
        </p:sp>
      </p:grpSp>
      <p:grpSp>
        <p:nvGrpSpPr>
          <p:cNvPr id="20" name="Group 20"/>
          <p:cNvGrpSpPr/>
          <p:nvPr/>
        </p:nvGrpSpPr>
        <p:grpSpPr>
          <a:xfrm>
            <a:off x="877824" y="7635480"/>
            <a:ext cx="16615410" cy="1351025"/>
            <a:chOff x="73152" y="48075"/>
            <a:chExt cx="22153880" cy="1801367"/>
          </a:xfrm>
        </p:grpSpPr>
        <p:grpSp>
          <p:nvGrpSpPr>
            <p:cNvPr id="21" name="Group 21"/>
            <p:cNvGrpSpPr/>
            <p:nvPr/>
          </p:nvGrpSpPr>
          <p:grpSpPr>
            <a:xfrm>
              <a:off x="73152" y="48075"/>
              <a:ext cx="22153880" cy="1762760"/>
              <a:chOff x="73152" y="48075"/>
              <a:chExt cx="22153880" cy="1762760"/>
            </a:xfrm>
          </p:grpSpPr>
          <p:sp>
            <p:nvSpPr>
              <p:cNvPr id="22" name="Freeform 22"/>
              <p:cNvSpPr/>
              <p:nvPr/>
            </p:nvSpPr>
            <p:spPr>
              <a:xfrm>
                <a:off x="73152" y="48075"/>
                <a:ext cx="22153880" cy="1762760"/>
              </a:xfrm>
              <a:custGeom>
                <a:avLst/>
                <a:gdLst/>
                <a:ahLst/>
                <a:cxnLst/>
                <a:rect l="l" t="t" r="r" b="b"/>
                <a:pathLst>
                  <a:path w="22153880" h="1762760">
                    <a:moveTo>
                      <a:pt x="0" y="148463"/>
                    </a:moveTo>
                    <a:cubicBezTo>
                      <a:pt x="0" y="66421"/>
                      <a:pt x="66421" y="0"/>
                      <a:pt x="148463" y="0"/>
                    </a:cubicBezTo>
                    <a:lnTo>
                      <a:pt x="22005417" y="0"/>
                    </a:lnTo>
                    <a:cubicBezTo>
                      <a:pt x="22087458" y="0"/>
                      <a:pt x="22153880" y="66421"/>
                      <a:pt x="22153880" y="148463"/>
                    </a:cubicBezTo>
                    <a:lnTo>
                      <a:pt x="22153880" y="1614297"/>
                    </a:lnTo>
                    <a:cubicBezTo>
                      <a:pt x="22153880" y="1696339"/>
                      <a:pt x="22087458" y="1762760"/>
                      <a:pt x="22005417" y="1762760"/>
                    </a:cubicBezTo>
                    <a:lnTo>
                      <a:pt x="148463" y="1762760"/>
                    </a:lnTo>
                    <a:cubicBezTo>
                      <a:pt x="66421" y="1762760"/>
                      <a:pt x="0" y="1696339"/>
                      <a:pt x="0" y="1614297"/>
                    </a:cubicBezTo>
                    <a:close/>
                  </a:path>
                </a:pathLst>
              </a:custGeom>
              <a:solidFill>
                <a:srgbClr val="3C55CB"/>
              </a:solidFill>
              <a:ln cap="sq">
                <a:noFill/>
                <a:prstDash val="solid"/>
                <a:miter/>
              </a:ln>
            </p:spPr>
            <p:txBody>
              <a:bodyPr/>
              <a:lstStyle/>
              <a:p>
                <a:endParaRPr lang="ko-KR" altLang="en-US"/>
              </a:p>
            </p:txBody>
          </p:sp>
        </p:grpSp>
        <p:sp>
          <p:nvSpPr>
            <p:cNvPr id="25" name="TextBox 25"/>
            <p:cNvSpPr txBox="1"/>
            <p:nvPr/>
          </p:nvSpPr>
          <p:spPr>
            <a:xfrm>
              <a:off x="1737360" y="121607"/>
              <a:ext cx="18653760" cy="1727835"/>
            </a:xfrm>
            <a:prstGeom prst="rect">
              <a:avLst/>
            </a:prstGeom>
          </p:spPr>
          <p:txBody>
            <a:bodyPr lIns="0" tIns="0" rIns="0" bIns="0" rtlCol="0" anchor="ctr"/>
            <a:lstStyle/>
            <a:p>
              <a:pPr algn="l">
                <a:lnSpc>
                  <a:spcPts val="3060"/>
                </a:lnSpc>
              </a:pPr>
              <a:r>
                <a:rPr lang="en-US" sz="2550" spc="9" dirty="0" err="1">
                  <a:solidFill>
                    <a:srgbClr val="FFFFFF"/>
                  </a:solidFill>
                  <a:latin typeface="Malgun Gothic" panose="020B0503020000020004" pitchFamily="34" charset="-127"/>
                  <a:ea typeface="Malgun Gothic" panose="020B0503020000020004" pitchFamily="34" charset="-127"/>
                  <a:cs typeface="Mandali"/>
                  <a:sym typeface="Mandali"/>
                </a:rPr>
                <a:t>얼굴은</a:t>
              </a:r>
              <a:r>
                <a:rPr lang="en-US" sz="2550" spc="9" dirty="0">
                  <a:solidFill>
                    <a:srgbClr val="FFFFFF"/>
                  </a:solidFill>
                  <a:latin typeface="Malgun Gothic" panose="020B0503020000020004" pitchFamily="34" charset="-127"/>
                  <a:ea typeface="Malgun Gothic" panose="020B0503020000020004" pitchFamily="34" charset="-127"/>
                  <a:cs typeface="Mandali"/>
                  <a:sym typeface="Mandali"/>
                </a:rPr>
                <a:t> </a:t>
              </a:r>
              <a:r>
                <a:rPr lang="en-US" sz="2550" spc="9" dirty="0" err="1">
                  <a:solidFill>
                    <a:srgbClr val="FFFFFF"/>
                  </a:solidFill>
                  <a:latin typeface="Malgun Gothic" panose="020B0503020000020004" pitchFamily="34" charset="-127"/>
                  <a:ea typeface="Malgun Gothic" panose="020B0503020000020004" pitchFamily="34" charset="-127"/>
                  <a:cs typeface="Mandali"/>
                  <a:sym typeface="Mandali"/>
                </a:rPr>
                <a:t>보여주지</a:t>
              </a:r>
              <a:r>
                <a:rPr lang="en-US" sz="2550" spc="9" dirty="0">
                  <a:solidFill>
                    <a:srgbClr val="FFFFFF"/>
                  </a:solidFill>
                  <a:latin typeface="Malgun Gothic" panose="020B0503020000020004" pitchFamily="34" charset="-127"/>
                  <a:ea typeface="Malgun Gothic" panose="020B0503020000020004" pitchFamily="34" charset="-127"/>
                  <a:cs typeface="Mandali"/>
                  <a:sym typeface="Mandali"/>
                </a:rPr>
                <a:t> </a:t>
              </a:r>
              <a:r>
                <a:rPr lang="en-US" sz="2550" spc="9" dirty="0" err="1">
                  <a:solidFill>
                    <a:srgbClr val="FFFFFF"/>
                  </a:solidFill>
                  <a:latin typeface="Malgun Gothic" panose="020B0503020000020004" pitchFamily="34" charset="-127"/>
                  <a:ea typeface="Malgun Gothic" panose="020B0503020000020004" pitchFamily="34" charset="-127"/>
                  <a:cs typeface="Mandali"/>
                  <a:sym typeface="Mandali"/>
                </a:rPr>
                <a:t>않되</a:t>
              </a:r>
              <a:r>
                <a:rPr lang="en-US" sz="2550" spc="9" dirty="0">
                  <a:solidFill>
                    <a:srgbClr val="FFFFFF"/>
                  </a:solidFill>
                  <a:latin typeface="Malgun Gothic" panose="020B0503020000020004" pitchFamily="34" charset="-127"/>
                  <a:ea typeface="Malgun Gothic" panose="020B0503020000020004" pitchFamily="34" charset="-127"/>
                  <a:cs typeface="Mandali"/>
                  <a:sym typeface="Mandali"/>
                </a:rPr>
                <a:t>, </a:t>
              </a:r>
              <a:r>
                <a:rPr lang="en-US" sz="2550" spc="9" dirty="0" err="1">
                  <a:solidFill>
                    <a:srgbClr val="FFFFFF"/>
                  </a:solidFill>
                  <a:latin typeface="Malgun Gothic" panose="020B0503020000020004" pitchFamily="34" charset="-127"/>
                  <a:ea typeface="Malgun Gothic" panose="020B0503020000020004" pitchFamily="34" charset="-127"/>
                  <a:cs typeface="Mandali"/>
                  <a:sym typeface="Mandali"/>
                </a:rPr>
                <a:t>누군가와</a:t>
              </a:r>
              <a:r>
                <a:rPr lang="en-US" sz="2550" spc="9" dirty="0">
                  <a:solidFill>
                    <a:srgbClr val="FFFFFF"/>
                  </a:solidFill>
                  <a:latin typeface="Malgun Gothic" panose="020B0503020000020004" pitchFamily="34" charset="-127"/>
                  <a:ea typeface="Malgun Gothic" panose="020B0503020000020004" pitchFamily="34" charset="-127"/>
                  <a:cs typeface="Mandali"/>
                  <a:sym typeface="Mandali"/>
                </a:rPr>
                <a:t> </a:t>
              </a:r>
              <a:r>
                <a:rPr lang="en-US" sz="2550" spc="9" dirty="0" err="1">
                  <a:solidFill>
                    <a:srgbClr val="FFFFFF"/>
                  </a:solidFill>
                  <a:latin typeface="Malgun Gothic" panose="020B0503020000020004" pitchFamily="34" charset="-127"/>
                  <a:ea typeface="Malgun Gothic" panose="020B0503020000020004" pitchFamily="34" charset="-127"/>
                  <a:cs typeface="Mandali"/>
                  <a:sym typeface="Mandali"/>
                </a:rPr>
                <a:t>함께</a:t>
              </a:r>
              <a:r>
                <a:rPr lang="en-US" sz="2550" spc="9" dirty="0">
                  <a:solidFill>
                    <a:srgbClr val="FFFFFF"/>
                  </a:solidFill>
                  <a:latin typeface="Malgun Gothic" panose="020B0503020000020004" pitchFamily="34" charset="-127"/>
                  <a:ea typeface="Malgun Gothic" panose="020B0503020000020004" pitchFamily="34" charset="-127"/>
                  <a:cs typeface="Mandali"/>
                  <a:sym typeface="Mandali"/>
                </a:rPr>
                <a:t> </a:t>
              </a:r>
              <a:r>
                <a:rPr lang="en-US" sz="2550" spc="9" dirty="0" err="1">
                  <a:solidFill>
                    <a:srgbClr val="FFFFFF"/>
                  </a:solidFill>
                  <a:latin typeface="Malgun Gothic" panose="020B0503020000020004" pitchFamily="34" charset="-127"/>
                  <a:ea typeface="Malgun Gothic" panose="020B0503020000020004" pitchFamily="34" charset="-127"/>
                  <a:cs typeface="Mandali"/>
                  <a:sym typeface="Mandali"/>
                </a:rPr>
                <a:t>앉아</a:t>
              </a:r>
              <a:r>
                <a:rPr lang="en-US" sz="2550" spc="9" dirty="0">
                  <a:solidFill>
                    <a:srgbClr val="FFFFFF"/>
                  </a:solidFill>
                  <a:latin typeface="Malgun Gothic" panose="020B0503020000020004" pitchFamily="34" charset="-127"/>
                  <a:ea typeface="Malgun Gothic" panose="020B0503020000020004" pitchFamily="34" charset="-127"/>
                  <a:cs typeface="Mandali"/>
                  <a:sym typeface="Mandali"/>
                </a:rPr>
                <a:t> </a:t>
              </a:r>
              <a:r>
                <a:rPr lang="en-US" sz="2550" spc="9" dirty="0" err="1">
                  <a:solidFill>
                    <a:srgbClr val="FFFFFF"/>
                  </a:solidFill>
                  <a:latin typeface="Malgun Gothic" panose="020B0503020000020004" pitchFamily="34" charset="-127"/>
                  <a:ea typeface="Malgun Gothic" panose="020B0503020000020004" pitchFamily="34" charset="-127"/>
                  <a:cs typeface="Mandali"/>
                  <a:sym typeface="Mandali"/>
                </a:rPr>
                <a:t>있는</a:t>
              </a:r>
              <a:r>
                <a:rPr lang="en-US" sz="2550" spc="9" dirty="0">
                  <a:solidFill>
                    <a:srgbClr val="FFFFFF"/>
                  </a:solidFill>
                  <a:latin typeface="Malgun Gothic" panose="020B0503020000020004" pitchFamily="34" charset="-127"/>
                  <a:ea typeface="Malgun Gothic" panose="020B0503020000020004" pitchFamily="34" charset="-127"/>
                  <a:cs typeface="Mandali"/>
                  <a:sym typeface="Mandali"/>
                </a:rPr>
                <a:t> </a:t>
              </a:r>
              <a:r>
                <a:rPr lang="en-US" sz="2550" spc="9" dirty="0" err="1">
                  <a:solidFill>
                    <a:srgbClr val="FFFFFF"/>
                  </a:solidFill>
                  <a:latin typeface="Malgun Gothic" panose="020B0503020000020004" pitchFamily="34" charset="-127"/>
                  <a:ea typeface="Malgun Gothic" panose="020B0503020000020004" pitchFamily="34" charset="-127"/>
                  <a:cs typeface="Mandali"/>
                  <a:sym typeface="Mandali"/>
                </a:rPr>
                <a:t>긴장감과</a:t>
              </a:r>
              <a:r>
                <a:rPr lang="en-US" sz="2550" spc="9" dirty="0">
                  <a:solidFill>
                    <a:srgbClr val="FFFFFF"/>
                  </a:solidFill>
                  <a:latin typeface="Malgun Gothic" panose="020B0503020000020004" pitchFamily="34" charset="-127"/>
                  <a:ea typeface="Malgun Gothic" panose="020B0503020000020004" pitchFamily="34" charset="-127"/>
                  <a:cs typeface="Mandali"/>
                  <a:sym typeface="Mandali"/>
                </a:rPr>
                <a:t> </a:t>
              </a:r>
              <a:r>
                <a:rPr lang="en-US" sz="2550" spc="9" dirty="0" err="1">
                  <a:solidFill>
                    <a:srgbClr val="FFFFFF"/>
                  </a:solidFill>
                  <a:latin typeface="Malgun Gothic" panose="020B0503020000020004" pitchFamily="34" charset="-127"/>
                  <a:ea typeface="Malgun Gothic" panose="020B0503020000020004" pitchFamily="34" charset="-127"/>
                  <a:cs typeface="Mandali"/>
                  <a:sym typeface="Mandali"/>
                </a:rPr>
                <a:t>실제로</a:t>
              </a:r>
              <a:r>
                <a:rPr lang="en-US" sz="2550" spc="9" dirty="0">
                  <a:solidFill>
                    <a:srgbClr val="FFFFFF"/>
                  </a:solidFill>
                  <a:latin typeface="Malgun Gothic" panose="020B0503020000020004" pitchFamily="34" charset="-127"/>
                  <a:ea typeface="Malgun Gothic" panose="020B0503020000020004" pitchFamily="34" charset="-127"/>
                  <a:cs typeface="Mandali"/>
                  <a:sym typeface="Mandali"/>
                </a:rPr>
                <a:t> </a:t>
              </a:r>
              <a:r>
                <a:rPr lang="en-US" sz="2550" spc="9" dirty="0" err="1">
                  <a:solidFill>
                    <a:srgbClr val="FFFFFF"/>
                  </a:solidFill>
                  <a:latin typeface="Malgun Gothic" panose="020B0503020000020004" pitchFamily="34" charset="-127"/>
                  <a:ea typeface="Malgun Gothic" panose="020B0503020000020004" pitchFamily="34" charset="-127"/>
                  <a:cs typeface="Mandali"/>
                  <a:sym typeface="Mandali"/>
                </a:rPr>
                <a:t>집중한</a:t>
              </a:r>
              <a:r>
                <a:rPr lang="en-US" sz="2550" spc="9" dirty="0">
                  <a:solidFill>
                    <a:srgbClr val="FFFFFF"/>
                  </a:solidFill>
                  <a:latin typeface="Malgun Gothic" panose="020B0503020000020004" pitchFamily="34" charset="-127"/>
                  <a:ea typeface="Malgun Gothic" panose="020B0503020000020004" pitchFamily="34" charset="-127"/>
                  <a:cs typeface="Mandali"/>
                  <a:sym typeface="Mandali"/>
                </a:rPr>
                <a:t> </a:t>
              </a:r>
              <a:r>
                <a:rPr lang="en-US" sz="2550" spc="9" dirty="0" err="1">
                  <a:solidFill>
                    <a:srgbClr val="FFFFFF"/>
                  </a:solidFill>
                  <a:latin typeface="Malgun Gothic" panose="020B0503020000020004" pitchFamily="34" charset="-127"/>
                  <a:ea typeface="Malgun Gothic" panose="020B0503020000020004" pitchFamily="34" charset="-127"/>
                  <a:cs typeface="Mandali"/>
                  <a:sym typeface="Mandali"/>
                </a:rPr>
                <a:t>시간의</a:t>
              </a:r>
              <a:r>
                <a:rPr lang="en-US" sz="2550" spc="9" dirty="0">
                  <a:solidFill>
                    <a:srgbClr val="FFFFFF"/>
                  </a:solidFill>
                  <a:latin typeface="Malgun Gothic" panose="020B0503020000020004" pitchFamily="34" charset="-127"/>
                  <a:ea typeface="Malgun Gothic" panose="020B0503020000020004" pitchFamily="34" charset="-127"/>
                  <a:cs typeface="Mandali"/>
                  <a:sym typeface="Mandali"/>
                </a:rPr>
                <a:t> </a:t>
              </a:r>
              <a:r>
                <a:rPr lang="en-US" sz="2550" spc="9" dirty="0" err="1">
                  <a:solidFill>
                    <a:srgbClr val="FFFFFF"/>
                  </a:solidFill>
                  <a:latin typeface="Malgun Gothic" panose="020B0503020000020004" pitchFamily="34" charset="-127"/>
                  <a:ea typeface="Malgun Gothic" panose="020B0503020000020004" pitchFamily="34" charset="-127"/>
                  <a:cs typeface="Mandali"/>
                  <a:sym typeface="Mandali"/>
                </a:rPr>
                <a:t>기록을</a:t>
              </a:r>
              <a:r>
                <a:rPr lang="en-US" sz="2550" spc="9" dirty="0">
                  <a:solidFill>
                    <a:srgbClr val="FFFFFF"/>
                  </a:solidFill>
                  <a:latin typeface="Malgun Gothic" panose="020B0503020000020004" pitchFamily="34" charset="-127"/>
                  <a:ea typeface="Malgun Gothic" panose="020B0503020000020004" pitchFamily="34" charset="-127"/>
                  <a:cs typeface="Mandali"/>
                  <a:sym typeface="Mandali"/>
                </a:rPr>
                <a:t> </a:t>
              </a:r>
              <a:r>
                <a:rPr lang="en-US" sz="2550" spc="9" dirty="0" err="1">
                  <a:solidFill>
                    <a:srgbClr val="FFFFFF"/>
                  </a:solidFill>
                  <a:latin typeface="Malgun Gothic" panose="020B0503020000020004" pitchFamily="34" charset="-127"/>
                  <a:ea typeface="Malgun Gothic" panose="020B0503020000020004" pitchFamily="34" charset="-127"/>
                  <a:cs typeface="Mandali"/>
                  <a:sym typeface="Mandali"/>
                </a:rPr>
                <a:t>원한다</a:t>
              </a:r>
              <a:endParaRPr lang="en-US" sz="2550" spc="9" dirty="0">
                <a:solidFill>
                  <a:srgbClr val="FFFFFF"/>
                </a:solidFill>
                <a:latin typeface="Malgun Gothic" panose="020B0503020000020004" pitchFamily="34" charset="-127"/>
                <a:ea typeface="Malgun Gothic" panose="020B0503020000020004" pitchFamily="34" charset="-127"/>
                <a:cs typeface="Mandali"/>
                <a:sym typeface="Mandali"/>
              </a:endParaRPr>
            </a:p>
          </p:txBody>
        </p:sp>
      </p:grpSp>
      <p:sp>
        <p:nvSpPr>
          <p:cNvPr id="27" name="TextBox 27"/>
          <p:cNvSpPr txBox="1"/>
          <p:nvPr/>
        </p:nvSpPr>
        <p:spPr>
          <a:xfrm>
            <a:off x="822960" y="987552"/>
            <a:ext cx="16596360" cy="638175"/>
          </a:xfrm>
          <a:prstGeom prst="rect">
            <a:avLst/>
          </a:prstGeom>
        </p:spPr>
        <p:txBody>
          <a:bodyPr lIns="0" tIns="0" rIns="0" bIns="0" rtlCol="0" anchor="t">
            <a:spAutoFit/>
          </a:bodyPr>
          <a:lstStyle/>
          <a:p>
            <a:pPr algn="l">
              <a:lnSpc>
                <a:spcPts val="5040"/>
              </a:lnSpc>
            </a:pPr>
            <a:r>
              <a:rPr lang="en-US" altLang="ko-KR" sz="4200" b="1" spc="16" dirty="0">
                <a:solidFill>
                  <a:srgbClr val="3C55CB"/>
                </a:solidFill>
                <a:latin typeface="Noto Sans Kr Bold"/>
                <a:ea typeface="Noto Sans Kr Bold"/>
                <a:cs typeface="Noto Sans Kr Bold"/>
                <a:sym typeface="Noto Sans Kr Bold"/>
              </a:rPr>
              <a:t>02</a:t>
            </a:r>
            <a:r>
              <a:rPr lang="ko-KR" altLang="en-US" sz="4200" b="1" spc="16" dirty="0">
                <a:solidFill>
                  <a:srgbClr val="333333"/>
                </a:solidFill>
                <a:latin typeface="Noto Sans Kr Bold"/>
                <a:ea typeface="Noto Sans Kr Bold"/>
                <a:cs typeface="Noto Sans Kr Bold"/>
                <a:sym typeface="Noto Sans Kr Bold"/>
              </a:rPr>
              <a:t> 목표 사용자</a:t>
            </a:r>
            <a:endParaRPr lang="en-US" sz="4200" b="1" spc="16" dirty="0">
              <a:solidFill>
                <a:srgbClr val="333333"/>
              </a:solidFill>
              <a:latin typeface="Noto Sans Kr Bold"/>
              <a:ea typeface="Noto Sans Kr Bold"/>
              <a:cs typeface="Noto Sans Kr Bold"/>
              <a:sym typeface="Noto Sans Kr Bold"/>
            </a:endParaRPr>
          </a:p>
        </p:txBody>
      </p:sp>
      <p:sp>
        <p:nvSpPr>
          <p:cNvPr id="5007" name="Title Rule"/>
          <p:cNvSpPr/>
          <p:nvPr/>
        </p:nvSpPr>
        <p:spPr>
          <a:xfrm>
            <a:off x="822960" y="1719072"/>
            <a:ext cx="16642080" cy="12700"/>
          </a:xfrm>
          <a:prstGeom prst="rect">
            <a:avLst/>
          </a:prstGeom>
          <a:solidFill>
            <a:srgbClr val="D4D6DC"/>
          </a:solidFill>
          <a:ln>
            <a:noFill/>
          </a:ln>
        </p:spPr>
        <p:txBody>
          <a:bodyPr/>
          <a:lstStyle/>
          <a:p>
            <a:endParaRPr lang="ko-KR"/>
          </a:p>
        </p:txBody>
      </p:sp>
      <p:sp>
        <p:nvSpPr>
          <p:cNvPr id="5006" name="Title Accent"/>
          <p:cNvSpPr/>
          <p:nvPr/>
        </p:nvSpPr>
        <p:spPr>
          <a:xfrm>
            <a:off x="802960" y="1707072"/>
            <a:ext cx="676656" cy="59436"/>
          </a:xfrm>
          <a:prstGeom prst="roundRect">
            <a:avLst>
              <a:gd name="adj" fmla="val 50000"/>
            </a:avLst>
          </a:prstGeom>
          <a:solidFill>
            <a:srgbClr val="3C55CB"/>
          </a:solidFill>
          <a:ln>
            <a:noFill/>
          </a:ln>
        </p:spPr>
        <p:txBody>
          <a:bodyPr/>
          <a:lstStyle/>
          <a:p>
            <a:endParaRPr lang="ko-KR"/>
          </a:p>
        </p:txBody>
      </p:sp>
      <p:sp>
        <p:nvSpPr>
          <p:cNvPr id="28" name="TextBox 28"/>
          <p:cNvSpPr txBox="1"/>
          <p:nvPr/>
        </p:nvSpPr>
        <p:spPr>
          <a:xfrm>
            <a:off x="8778240" y="9601200"/>
            <a:ext cx="731520" cy="228600"/>
          </a:xfrm>
          <a:prstGeom prst="rect">
            <a:avLst/>
          </a:prstGeom>
        </p:spPr>
        <p:txBody>
          <a:bodyPr lIns="0" tIns="0" rIns="0" bIns="0" rtlCol="0" anchor="t">
            <a:spAutoFit/>
          </a:bodyPr>
          <a:lstStyle/>
          <a:p>
            <a:pPr algn="ctr">
              <a:lnSpc>
                <a:spcPts val="1800"/>
              </a:lnSpc>
            </a:pPr>
            <a:r>
              <a:rPr lang="en-US" sz="1500" spc="5">
                <a:solidFill>
                  <a:srgbClr val="555555"/>
                </a:solidFill>
                <a:latin typeface="Noto Sans Kr"/>
                <a:ea typeface="Noto Sans Kr"/>
                <a:cs typeface="Noto Sans Kr"/>
                <a:sym typeface="Noto Sans Kr"/>
              </a:rPr>
              <a:t>03</a:t>
            </a:r>
          </a:p>
        </p:txBody>
      </p:sp>
      <p:sp>
        <p:nvSpPr>
          <p:cNvPr id="29" name="TextBox 29"/>
          <p:cNvSpPr txBox="1"/>
          <p:nvPr/>
        </p:nvSpPr>
        <p:spPr>
          <a:xfrm>
            <a:off x="2468880" y="2546223"/>
            <a:ext cx="3429000" cy="247650"/>
          </a:xfrm>
          <a:prstGeom prst="rect">
            <a:avLst/>
          </a:prstGeom>
        </p:spPr>
        <p:txBody>
          <a:bodyPr lIns="0" tIns="0" rIns="0" bIns="0" rtlCol="0" anchor="t">
            <a:spAutoFit/>
          </a:bodyPr>
          <a:lstStyle/>
          <a:p>
            <a:pPr algn="l">
              <a:lnSpc>
                <a:spcPts val="1980"/>
              </a:lnSpc>
            </a:pPr>
            <a:r>
              <a:rPr lang="en-US" sz="1650" b="1" spc="6">
                <a:solidFill>
                  <a:srgbClr val="D6DDF8"/>
                </a:solidFill>
                <a:latin typeface="Noto Sans Kr Bold"/>
                <a:ea typeface="Noto Sans Kr Bold"/>
                <a:cs typeface="Noto Sans Kr Bold"/>
                <a:sym typeface="Noto Sans Kr Bold"/>
              </a:rPr>
              <a:t>핵심 사용자</a:t>
            </a:r>
          </a:p>
        </p:txBody>
      </p:sp>
      <p:sp>
        <p:nvSpPr>
          <p:cNvPr id="30" name="TextBox 30"/>
          <p:cNvSpPr txBox="1"/>
          <p:nvPr/>
        </p:nvSpPr>
        <p:spPr>
          <a:xfrm>
            <a:off x="2468880" y="2905887"/>
            <a:ext cx="3497580" cy="727710"/>
          </a:xfrm>
          <a:prstGeom prst="rect">
            <a:avLst/>
          </a:prstGeom>
        </p:spPr>
        <p:txBody>
          <a:bodyPr lIns="0" tIns="0" rIns="0" bIns="0" rtlCol="0" anchor="t">
            <a:spAutoFit/>
          </a:bodyPr>
          <a:lstStyle/>
          <a:p>
            <a:pPr algn="l">
              <a:lnSpc>
                <a:spcPts val="2940"/>
              </a:lnSpc>
            </a:pPr>
            <a:r>
              <a:rPr lang="en-US" sz="2100" b="1" spc="8">
                <a:solidFill>
                  <a:srgbClr val="FFFFFF"/>
                </a:solidFill>
                <a:latin typeface="Noto Sans Kr Bold"/>
                <a:ea typeface="Noto Sans Kr Bold"/>
                <a:cs typeface="Noto Sans Kr Bold"/>
                <a:sym typeface="Noto Sans Kr Bold"/>
              </a:rPr>
              <a:t>집에서 혼자 공부하는</a:t>
            </a:r>
          </a:p>
          <a:p>
            <a:pPr algn="l">
              <a:lnSpc>
                <a:spcPts val="2940"/>
              </a:lnSpc>
            </a:pPr>
            <a:r>
              <a:rPr lang="en-US" sz="2100" b="1" spc="8">
                <a:solidFill>
                  <a:srgbClr val="FFFFFF"/>
                </a:solidFill>
                <a:latin typeface="Noto Sans Kr Bold"/>
                <a:ea typeface="Noto Sans Kr Bold"/>
                <a:cs typeface="Noto Sans Kr Bold"/>
                <a:sym typeface="Noto Sans Kr Bold"/>
              </a:rPr>
              <a:t>대학생 · 수험생 · 취준생</a:t>
            </a:r>
          </a:p>
        </p:txBody>
      </p:sp>
      <p:sp>
        <p:nvSpPr>
          <p:cNvPr id="31" name="TextBox 31"/>
          <p:cNvSpPr txBox="1"/>
          <p:nvPr/>
        </p:nvSpPr>
        <p:spPr>
          <a:xfrm>
            <a:off x="1234440" y="3951160"/>
            <a:ext cx="1371600" cy="247650"/>
          </a:xfrm>
          <a:prstGeom prst="rect">
            <a:avLst/>
          </a:prstGeom>
        </p:spPr>
        <p:txBody>
          <a:bodyPr lIns="0" tIns="0" rIns="0" bIns="0" rtlCol="0" anchor="t">
            <a:spAutoFit/>
          </a:bodyPr>
          <a:lstStyle/>
          <a:p>
            <a:pPr algn="l">
              <a:lnSpc>
                <a:spcPts val="1980"/>
              </a:lnSpc>
            </a:pPr>
            <a:r>
              <a:rPr lang="en-US" sz="1650" b="1" spc="6">
                <a:solidFill>
                  <a:srgbClr val="D6DDF8"/>
                </a:solidFill>
                <a:latin typeface="Noto Sans Kr Bold"/>
                <a:ea typeface="Noto Sans Kr Bold"/>
                <a:cs typeface="Noto Sans Kr Bold"/>
                <a:sym typeface="Noto Sans Kr Bold"/>
              </a:rPr>
              <a:t>상황</a:t>
            </a:r>
          </a:p>
        </p:txBody>
      </p:sp>
      <p:sp>
        <p:nvSpPr>
          <p:cNvPr id="32" name="TextBox 32"/>
          <p:cNvSpPr txBox="1"/>
          <p:nvPr/>
        </p:nvSpPr>
        <p:spPr>
          <a:xfrm>
            <a:off x="1234440" y="4390072"/>
            <a:ext cx="4526280" cy="295275"/>
          </a:xfrm>
          <a:prstGeom prst="rect">
            <a:avLst/>
          </a:prstGeom>
        </p:spPr>
        <p:txBody>
          <a:bodyPr lIns="0" tIns="0" rIns="0" bIns="0" rtlCol="0" anchor="t">
            <a:spAutoFit/>
          </a:bodyPr>
          <a:lstStyle/>
          <a:p>
            <a:pPr algn="l">
              <a:lnSpc>
                <a:spcPts val="2340"/>
              </a:lnSpc>
            </a:pPr>
            <a:r>
              <a:rPr lang="en-US" sz="1950" spc="7">
                <a:solidFill>
                  <a:srgbClr val="FFFFFF"/>
                </a:solidFill>
                <a:latin typeface="Noto Sans Kr"/>
                <a:ea typeface="Noto Sans Kr"/>
                <a:cs typeface="Noto Sans Kr"/>
                <a:sym typeface="Noto Sans Kr"/>
              </a:rPr>
              <a:t>시험 기간, 집에서 공부할 때</a:t>
            </a:r>
          </a:p>
        </p:txBody>
      </p:sp>
      <p:sp>
        <p:nvSpPr>
          <p:cNvPr id="33" name="TextBox 33"/>
          <p:cNvSpPr txBox="1"/>
          <p:nvPr/>
        </p:nvSpPr>
        <p:spPr>
          <a:xfrm>
            <a:off x="1234440" y="5186553"/>
            <a:ext cx="1371600" cy="247650"/>
          </a:xfrm>
          <a:prstGeom prst="rect">
            <a:avLst/>
          </a:prstGeom>
        </p:spPr>
        <p:txBody>
          <a:bodyPr lIns="0" tIns="0" rIns="0" bIns="0" rtlCol="0" anchor="t">
            <a:spAutoFit/>
          </a:bodyPr>
          <a:lstStyle/>
          <a:p>
            <a:pPr algn="l">
              <a:lnSpc>
                <a:spcPts val="1980"/>
              </a:lnSpc>
            </a:pPr>
            <a:r>
              <a:rPr lang="en-US" sz="1650" b="1" spc="6">
                <a:solidFill>
                  <a:srgbClr val="D6DDF8"/>
                </a:solidFill>
                <a:latin typeface="Noto Sans Kr Bold"/>
                <a:ea typeface="Noto Sans Kr Bold"/>
                <a:cs typeface="Noto Sans Kr Bold"/>
                <a:sym typeface="Noto Sans Kr Bold"/>
              </a:rPr>
              <a:t>불편</a:t>
            </a:r>
          </a:p>
        </p:txBody>
      </p:sp>
      <p:sp>
        <p:nvSpPr>
          <p:cNvPr id="34" name="TextBox 34"/>
          <p:cNvSpPr txBox="1"/>
          <p:nvPr/>
        </p:nvSpPr>
        <p:spPr>
          <a:xfrm>
            <a:off x="1234440" y="5587365"/>
            <a:ext cx="4526280" cy="674370"/>
          </a:xfrm>
          <a:prstGeom prst="rect">
            <a:avLst/>
          </a:prstGeom>
        </p:spPr>
        <p:txBody>
          <a:bodyPr lIns="0" tIns="0" rIns="0" bIns="0" rtlCol="0" anchor="t">
            <a:spAutoFit/>
          </a:bodyPr>
          <a:lstStyle/>
          <a:p>
            <a:pPr algn="l">
              <a:lnSpc>
                <a:spcPts val="2729"/>
              </a:lnSpc>
            </a:pPr>
            <a:r>
              <a:rPr lang="en-US" sz="1950" spc="7">
                <a:solidFill>
                  <a:srgbClr val="FFFFFF"/>
                </a:solidFill>
                <a:latin typeface="Noto Sans Kr"/>
                <a:ea typeface="Noto Sans Kr"/>
                <a:cs typeface="Noto Sans Kr"/>
                <a:sym typeface="Noto Sans Kr"/>
              </a:rPr>
              <a:t>휴대폰·딴짓으로 집중이 끊김</a:t>
            </a:r>
          </a:p>
          <a:p>
            <a:pPr algn="l">
              <a:lnSpc>
                <a:spcPts val="2729"/>
              </a:lnSpc>
            </a:pPr>
            <a:r>
              <a:rPr lang="en-US" sz="1950" spc="7">
                <a:solidFill>
                  <a:srgbClr val="FFFFFF"/>
                </a:solidFill>
                <a:latin typeface="Noto Sans Kr"/>
                <a:ea typeface="Noto Sans Kr"/>
                <a:cs typeface="Noto Sans Kr"/>
                <a:sym typeface="Noto Sans Kr"/>
              </a:rPr>
              <a:t>스터디카페는 비용·이동 부담</a:t>
            </a:r>
          </a:p>
        </p:txBody>
      </p:sp>
      <p:sp>
        <p:nvSpPr>
          <p:cNvPr id="35" name="TextBox 35"/>
          <p:cNvSpPr txBox="1"/>
          <p:nvPr/>
        </p:nvSpPr>
        <p:spPr>
          <a:xfrm>
            <a:off x="8092440" y="2546223"/>
            <a:ext cx="3429000" cy="247650"/>
          </a:xfrm>
          <a:prstGeom prst="rect">
            <a:avLst/>
          </a:prstGeom>
        </p:spPr>
        <p:txBody>
          <a:bodyPr lIns="0" tIns="0" rIns="0" bIns="0" rtlCol="0" anchor="t">
            <a:spAutoFit/>
          </a:bodyPr>
          <a:lstStyle/>
          <a:p>
            <a:pPr algn="l">
              <a:lnSpc>
                <a:spcPts val="1980"/>
              </a:lnSpc>
            </a:pPr>
            <a:r>
              <a:rPr lang="en-US" sz="1650" b="1" spc="6">
                <a:solidFill>
                  <a:srgbClr val="3C55CB"/>
                </a:solidFill>
                <a:latin typeface="Noto Sans Kr Bold"/>
                <a:ea typeface="Noto Sans Kr Bold"/>
                <a:cs typeface="Noto Sans Kr Bold"/>
                <a:sym typeface="Noto Sans Kr Bold"/>
              </a:rPr>
              <a:t>확장 사용자</a:t>
            </a:r>
          </a:p>
        </p:txBody>
      </p:sp>
      <p:sp>
        <p:nvSpPr>
          <p:cNvPr id="36" name="TextBox 36"/>
          <p:cNvSpPr txBox="1"/>
          <p:nvPr/>
        </p:nvSpPr>
        <p:spPr>
          <a:xfrm>
            <a:off x="8092440" y="2943987"/>
            <a:ext cx="3497580" cy="314325"/>
          </a:xfrm>
          <a:prstGeom prst="rect">
            <a:avLst/>
          </a:prstGeom>
        </p:spPr>
        <p:txBody>
          <a:bodyPr lIns="0" tIns="0" rIns="0" bIns="0" rtlCol="0" anchor="t">
            <a:spAutoFit/>
          </a:bodyPr>
          <a:lstStyle/>
          <a:p>
            <a:pPr algn="l">
              <a:lnSpc>
                <a:spcPts val="2520"/>
              </a:lnSpc>
            </a:pPr>
            <a:r>
              <a:rPr lang="en-US" sz="2100" b="1" spc="8">
                <a:solidFill>
                  <a:srgbClr val="333333"/>
                </a:solidFill>
                <a:latin typeface="Noto Sans Kr Bold"/>
                <a:ea typeface="Noto Sans Kr Bold"/>
                <a:cs typeface="Noto Sans Kr Bold"/>
                <a:sym typeface="Noto Sans Kr Bold"/>
              </a:rPr>
              <a:t>캠스터디를 망설이는 학생</a:t>
            </a:r>
          </a:p>
        </p:txBody>
      </p:sp>
      <p:sp>
        <p:nvSpPr>
          <p:cNvPr id="37" name="TextBox 37"/>
          <p:cNvSpPr txBox="1"/>
          <p:nvPr/>
        </p:nvSpPr>
        <p:spPr>
          <a:xfrm>
            <a:off x="6858000" y="3951160"/>
            <a:ext cx="1371600" cy="247650"/>
          </a:xfrm>
          <a:prstGeom prst="rect">
            <a:avLst/>
          </a:prstGeom>
        </p:spPr>
        <p:txBody>
          <a:bodyPr lIns="0" tIns="0" rIns="0" bIns="0" rtlCol="0" anchor="t">
            <a:spAutoFit/>
          </a:bodyPr>
          <a:lstStyle/>
          <a:p>
            <a:pPr algn="l">
              <a:lnSpc>
                <a:spcPts val="1980"/>
              </a:lnSpc>
            </a:pPr>
            <a:r>
              <a:rPr lang="en-US" sz="1650" b="1" spc="6">
                <a:solidFill>
                  <a:srgbClr val="3C55CB"/>
                </a:solidFill>
                <a:latin typeface="Noto Sans Kr Bold"/>
                <a:ea typeface="Noto Sans Kr Bold"/>
                <a:cs typeface="Noto Sans Kr Bold"/>
                <a:sym typeface="Noto Sans Kr Bold"/>
              </a:rPr>
              <a:t>상황</a:t>
            </a:r>
          </a:p>
        </p:txBody>
      </p:sp>
      <p:sp>
        <p:nvSpPr>
          <p:cNvPr id="38" name="TextBox 38"/>
          <p:cNvSpPr txBox="1"/>
          <p:nvPr/>
        </p:nvSpPr>
        <p:spPr>
          <a:xfrm>
            <a:off x="6858000" y="4390072"/>
            <a:ext cx="4526280" cy="295275"/>
          </a:xfrm>
          <a:prstGeom prst="rect">
            <a:avLst/>
          </a:prstGeom>
        </p:spPr>
        <p:txBody>
          <a:bodyPr lIns="0" tIns="0" rIns="0" bIns="0" rtlCol="0" anchor="t">
            <a:spAutoFit/>
          </a:bodyPr>
          <a:lstStyle/>
          <a:p>
            <a:pPr algn="l">
              <a:lnSpc>
                <a:spcPts val="2340"/>
              </a:lnSpc>
            </a:pPr>
            <a:r>
              <a:rPr lang="en-US" sz="1950" spc="7">
                <a:solidFill>
                  <a:srgbClr val="333333"/>
                </a:solidFill>
                <a:latin typeface="Noto Sans Kr"/>
                <a:ea typeface="Noto Sans Kr"/>
                <a:cs typeface="Noto Sans Kr"/>
                <a:sym typeface="Noto Sans Kr"/>
              </a:rPr>
              <a:t>캠스터디에 참여해 보고 싶을 때</a:t>
            </a:r>
          </a:p>
        </p:txBody>
      </p:sp>
      <p:sp>
        <p:nvSpPr>
          <p:cNvPr id="39" name="TextBox 39"/>
          <p:cNvSpPr txBox="1"/>
          <p:nvPr/>
        </p:nvSpPr>
        <p:spPr>
          <a:xfrm>
            <a:off x="6858000" y="5186553"/>
            <a:ext cx="1371600" cy="247650"/>
          </a:xfrm>
          <a:prstGeom prst="rect">
            <a:avLst/>
          </a:prstGeom>
        </p:spPr>
        <p:txBody>
          <a:bodyPr lIns="0" tIns="0" rIns="0" bIns="0" rtlCol="0" anchor="t">
            <a:spAutoFit/>
          </a:bodyPr>
          <a:lstStyle/>
          <a:p>
            <a:pPr algn="l">
              <a:lnSpc>
                <a:spcPts val="1980"/>
              </a:lnSpc>
            </a:pPr>
            <a:r>
              <a:rPr lang="en-US" sz="1650" b="1" spc="6">
                <a:solidFill>
                  <a:srgbClr val="3C55CB"/>
                </a:solidFill>
                <a:latin typeface="Noto Sans Kr Bold"/>
                <a:ea typeface="Noto Sans Kr Bold"/>
                <a:cs typeface="Noto Sans Kr Bold"/>
                <a:sym typeface="Noto Sans Kr Bold"/>
              </a:rPr>
              <a:t>불편</a:t>
            </a:r>
          </a:p>
        </p:txBody>
      </p:sp>
      <p:sp>
        <p:nvSpPr>
          <p:cNvPr id="40" name="TextBox 40"/>
          <p:cNvSpPr txBox="1"/>
          <p:nvPr/>
        </p:nvSpPr>
        <p:spPr>
          <a:xfrm>
            <a:off x="6858000" y="5625465"/>
            <a:ext cx="4526280" cy="295275"/>
          </a:xfrm>
          <a:prstGeom prst="rect">
            <a:avLst/>
          </a:prstGeom>
        </p:spPr>
        <p:txBody>
          <a:bodyPr lIns="0" tIns="0" rIns="0" bIns="0" rtlCol="0" anchor="t">
            <a:spAutoFit/>
          </a:bodyPr>
          <a:lstStyle/>
          <a:p>
            <a:pPr algn="l">
              <a:lnSpc>
                <a:spcPts val="2340"/>
              </a:lnSpc>
            </a:pPr>
            <a:r>
              <a:rPr lang="en-US" sz="1950" spc="7">
                <a:solidFill>
                  <a:srgbClr val="333333"/>
                </a:solidFill>
                <a:latin typeface="Noto Sans Kr"/>
                <a:ea typeface="Noto Sans Kr"/>
                <a:cs typeface="Noto Sans Kr"/>
                <a:sym typeface="Noto Sans Kr"/>
              </a:rPr>
              <a:t>얼굴·방 배경·옷차림을 보여주는 것이 부담</a:t>
            </a:r>
          </a:p>
        </p:txBody>
      </p:sp>
      <p:sp>
        <p:nvSpPr>
          <p:cNvPr id="41" name="TextBox 41"/>
          <p:cNvSpPr txBox="1"/>
          <p:nvPr/>
        </p:nvSpPr>
        <p:spPr>
          <a:xfrm>
            <a:off x="13716000" y="2546223"/>
            <a:ext cx="3429000" cy="247650"/>
          </a:xfrm>
          <a:prstGeom prst="rect">
            <a:avLst/>
          </a:prstGeom>
        </p:spPr>
        <p:txBody>
          <a:bodyPr lIns="0" tIns="0" rIns="0" bIns="0" rtlCol="0" anchor="t">
            <a:spAutoFit/>
          </a:bodyPr>
          <a:lstStyle/>
          <a:p>
            <a:pPr algn="l">
              <a:lnSpc>
                <a:spcPts val="1980"/>
              </a:lnSpc>
            </a:pPr>
            <a:r>
              <a:rPr lang="en-US" sz="1650" b="1" spc="6">
                <a:solidFill>
                  <a:srgbClr val="3C55CB"/>
                </a:solidFill>
                <a:latin typeface="Noto Sans Kr Bold"/>
                <a:ea typeface="Noto Sans Kr Bold"/>
                <a:cs typeface="Noto Sans Kr Bold"/>
                <a:sym typeface="Noto Sans Kr Bold"/>
              </a:rPr>
              <a:t>확장 사용자</a:t>
            </a:r>
          </a:p>
        </p:txBody>
      </p:sp>
      <p:sp>
        <p:nvSpPr>
          <p:cNvPr id="42" name="TextBox 42"/>
          <p:cNvSpPr txBox="1"/>
          <p:nvPr/>
        </p:nvSpPr>
        <p:spPr>
          <a:xfrm>
            <a:off x="13716000" y="2943987"/>
            <a:ext cx="3497580" cy="314325"/>
          </a:xfrm>
          <a:prstGeom prst="rect">
            <a:avLst/>
          </a:prstGeom>
        </p:spPr>
        <p:txBody>
          <a:bodyPr lIns="0" tIns="0" rIns="0" bIns="0" rtlCol="0" anchor="t">
            <a:spAutoFit/>
          </a:bodyPr>
          <a:lstStyle/>
          <a:p>
            <a:pPr algn="l">
              <a:lnSpc>
                <a:spcPts val="2520"/>
              </a:lnSpc>
            </a:pPr>
            <a:r>
              <a:rPr lang="en-US" sz="2100" b="1" spc="8">
                <a:solidFill>
                  <a:srgbClr val="333333"/>
                </a:solidFill>
                <a:latin typeface="Noto Sans Kr Bold"/>
                <a:ea typeface="Noto Sans Kr Bold"/>
                <a:cs typeface="Noto Sans Kr Bold"/>
                <a:sym typeface="Noto Sans Kr Bold"/>
              </a:rPr>
              <a:t>친구 · 스터디 그룹</a:t>
            </a:r>
          </a:p>
        </p:txBody>
      </p:sp>
      <p:sp>
        <p:nvSpPr>
          <p:cNvPr id="43" name="TextBox 43"/>
          <p:cNvSpPr txBox="1"/>
          <p:nvPr/>
        </p:nvSpPr>
        <p:spPr>
          <a:xfrm>
            <a:off x="12481560" y="3951160"/>
            <a:ext cx="1371600" cy="247650"/>
          </a:xfrm>
          <a:prstGeom prst="rect">
            <a:avLst/>
          </a:prstGeom>
        </p:spPr>
        <p:txBody>
          <a:bodyPr lIns="0" tIns="0" rIns="0" bIns="0" rtlCol="0" anchor="t">
            <a:spAutoFit/>
          </a:bodyPr>
          <a:lstStyle/>
          <a:p>
            <a:pPr algn="l">
              <a:lnSpc>
                <a:spcPts val="1980"/>
              </a:lnSpc>
            </a:pPr>
            <a:r>
              <a:rPr lang="en-US" sz="1650" b="1" spc="6">
                <a:solidFill>
                  <a:srgbClr val="3C55CB"/>
                </a:solidFill>
                <a:latin typeface="Noto Sans Kr Bold"/>
                <a:ea typeface="Noto Sans Kr Bold"/>
                <a:cs typeface="Noto Sans Kr Bold"/>
                <a:sym typeface="Noto Sans Kr Bold"/>
              </a:rPr>
              <a:t>상황</a:t>
            </a:r>
          </a:p>
        </p:txBody>
      </p:sp>
      <p:sp>
        <p:nvSpPr>
          <p:cNvPr id="44" name="TextBox 44"/>
          <p:cNvSpPr txBox="1"/>
          <p:nvPr/>
        </p:nvSpPr>
        <p:spPr>
          <a:xfrm>
            <a:off x="12481560" y="4390072"/>
            <a:ext cx="4526280" cy="295275"/>
          </a:xfrm>
          <a:prstGeom prst="rect">
            <a:avLst/>
          </a:prstGeom>
        </p:spPr>
        <p:txBody>
          <a:bodyPr lIns="0" tIns="0" rIns="0" bIns="0" rtlCol="0" anchor="t">
            <a:spAutoFit/>
          </a:bodyPr>
          <a:lstStyle/>
          <a:p>
            <a:pPr algn="l">
              <a:lnSpc>
                <a:spcPts val="2340"/>
              </a:lnSpc>
            </a:pPr>
            <a:r>
              <a:rPr lang="en-US" sz="1950" spc="7">
                <a:solidFill>
                  <a:srgbClr val="333333"/>
                </a:solidFill>
                <a:latin typeface="Noto Sans Kr"/>
                <a:ea typeface="Noto Sans Kr"/>
                <a:cs typeface="Noto Sans Kr"/>
                <a:sym typeface="Noto Sans Kr"/>
              </a:rPr>
              <a:t>떨어져 사는 친구와 함께 공부할 때</a:t>
            </a:r>
          </a:p>
        </p:txBody>
      </p:sp>
      <p:sp>
        <p:nvSpPr>
          <p:cNvPr id="45" name="TextBox 45"/>
          <p:cNvSpPr txBox="1"/>
          <p:nvPr/>
        </p:nvSpPr>
        <p:spPr>
          <a:xfrm>
            <a:off x="12481560" y="5186553"/>
            <a:ext cx="1371600" cy="247650"/>
          </a:xfrm>
          <a:prstGeom prst="rect">
            <a:avLst/>
          </a:prstGeom>
        </p:spPr>
        <p:txBody>
          <a:bodyPr lIns="0" tIns="0" rIns="0" bIns="0" rtlCol="0" anchor="t">
            <a:spAutoFit/>
          </a:bodyPr>
          <a:lstStyle/>
          <a:p>
            <a:pPr algn="l">
              <a:lnSpc>
                <a:spcPts val="1980"/>
              </a:lnSpc>
            </a:pPr>
            <a:r>
              <a:rPr lang="en-US" sz="1650" b="1" spc="6">
                <a:solidFill>
                  <a:srgbClr val="3C55CB"/>
                </a:solidFill>
                <a:latin typeface="Noto Sans Kr Bold"/>
                <a:ea typeface="Noto Sans Kr Bold"/>
                <a:cs typeface="Noto Sans Kr Bold"/>
                <a:sym typeface="Noto Sans Kr Bold"/>
              </a:rPr>
              <a:t>불편</a:t>
            </a:r>
          </a:p>
        </p:txBody>
      </p:sp>
      <p:sp>
        <p:nvSpPr>
          <p:cNvPr id="46" name="TextBox 46"/>
          <p:cNvSpPr txBox="1"/>
          <p:nvPr/>
        </p:nvSpPr>
        <p:spPr>
          <a:xfrm>
            <a:off x="12481560" y="5587365"/>
            <a:ext cx="4526280" cy="674370"/>
          </a:xfrm>
          <a:prstGeom prst="rect">
            <a:avLst/>
          </a:prstGeom>
        </p:spPr>
        <p:txBody>
          <a:bodyPr lIns="0" tIns="0" rIns="0" bIns="0" rtlCol="0" anchor="t">
            <a:spAutoFit/>
          </a:bodyPr>
          <a:lstStyle/>
          <a:p>
            <a:pPr algn="l">
              <a:lnSpc>
                <a:spcPts val="2729"/>
              </a:lnSpc>
            </a:pPr>
            <a:r>
              <a:rPr lang="en-US" sz="1950" spc="7">
                <a:solidFill>
                  <a:srgbClr val="333333"/>
                </a:solidFill>
                <a:latin typeface="Noto Sans Kr"/>
                <a:ea typeface="Noto Sans Kr"/>
                <a:cs typeface="Noto Sans Kr"/>
                <a:sym typeface="Noto Sans Kr"/>
              </a:rPr>
              <a:t>Zoom은 얼굴 노출</a:t>
            </a:r>
          </a:p>
          <a:p>
            <a:pPr algn="l">
              <a:lnSpc>
                <a:spcPts val="2729"/>
              </a:lnSpc>
            </a:pPr>
            <a:r>
              <a:rPr lang="en-US" sz="1950" spc="7">
                <a:solidFill>
                  <a:srgbClr val="333333"/>
                </a:solidFill>
                <a:latin typeface="Noto Sans Kr"/>
                <a:ea typeface="Noto Sans Kr"/>
                <a:cs typeface="Noto Sans Kr"/>
                <a:sym typeface="Noto Sans Kr"/>
              </a:rPr>
              <a:t>오프라인은 약속·이동 필요</a:t>
            </a:r>
          </a:p>
        </p:txBody>
      </p:sp>
      <p:sp>
        <p:nvSpPr>
          <p:cNvPr id="47" name="TextBox 2">
            <a:extLst>
              <a:ext uri="{FF2B5EF4-FFF2-40B4-BE49-F238E27FC236}">
                <a16:creationId xmlns:a16="http://schemas.microsoft.com/office/drawing/2014/main" id="{D0055294-3D47-2E52-F727-142C8D137D08}"/>
              </a:ext>
            </a:extLst>
          </p:cNvPr>
          <p:cNvSpPr txBox="1"/>
          <p:nvPr/>
        </p:nvSpPr>
        <p:spPr>
          <a:xfrm>
            <a:off x="822960" y="548640"/>
            <a:ext cx="10972800" cy="266676"/>
          </a:xfrm>
          <a:prstGeom prst="rect">
            <a:avLst/>
          </a:prstGeom>
        </p:spPr>
        <p:txBody>
          <a:bodyPr lIns="0" tIns="0" rIns="0" bIns="0" rtlCol="0" anchor="t">
            <a:spAutoFit/>
          </a:bodyPr>
          <a:lstStyle/>
          <a:p>
            <a:pPr>
              <a:lnSpc>
                <a:spcPts val="2160"/>
              </a:lnSpc>
            </a:pPr>
            <a:r>
              <a:rPr lang="en-US" altLang="ko-KR" spc="8" dirty="0">
                <a:solidFill>
                  <a:schemeClr val="bg1">
                    <a:lumMod val="50000"/>
                  </a:schemeClr>
                </a:solidFill>
                <a:latin typeface="Noto Sans Kr Bold"/>
                <a:ea typeface="Noto Sans Kr Bold"/>
                <a:cs typeface="Noto Sans Kr Bold"/>
                <a:sym typeface="Noto Sans Kr Bold"/>
              </a:rPr>
              <a:t>2026-2 </a:t>
            </a:r>
            <a:r>
              <a:rPr lang="en-US" altLang="ko-KR" spc="8" dirty="0" err="1">
                <a:solidFill>
                  <a:schemeClr val="bg1">
                    <a:lumMod val="50000"/>
                  </a:schemeClr>
                </a:solidFill>
                <a:latin typeface="Noto Sans Kr Bold"/>
                <a:ea typeface="Noto Sans Kr Bold"/>
                <a:cs typeface="Noto Sans Kr Bold"/>
                <a:sym typeface="Noto Sans Kr Bold"/>
              </a:rPr>
              <a:t>융합캡스톤디자인</a:t>
            </a:r>
            <a:r>
              <a:rPr lang="en-US" altLang="ko-KR" spc="8" dirty="0">
                <a:solidFill>
                  <a:schemeClr val="bg1">
                    <a:lumMod val="50000"/>
                  </a:schemeClr>
                </a:solidFill>
                <a:latin typeface="Noto Sans Kr Bold"/>
                <a:ea typeface="Noto Sans Kr Bold"/>
                <a:cs typeface="Noto Sans Kr Bold"/>
                <a:sym typeface="Noto Sans Kr Bold"/>
              </a:rPr>
              <a:t> </a:t>
            </a:r>
            <a:r>
              <a:rPr lang="en-US" altLang="ko-KR" spc="8" dirty="0" err="1">
                <a:solidFill>
                  <a:schemeClr val="bg1">
                    <a:lumMod val="50000"/>
                  </a:schemeClr>
                </a:solidFill>
                <a:latin typeface="Noto Sans Kr Bold"/>
                <a:ea typeface="Noto Sans Kr Bold"/>
                <a:cs typeface="Noto Sans Kr Bold"/>
                <a:sym typeface="Noto Sans Kr Bold"/>
              </a:rPr>
              <a:t>제안발표</a:t>
            </a:r>
            <a:endParaRPr lang="en-US" sz="1800" spc="6" dirty="0">
              <a:solidFill>
                <a:schemeClr val="bg1">
                  <a:lumMod val="50000"/>
                </a:schemeClr>
              </a:solidFill>
              <a:latin typeface="Noto Sans Kr Bold"/>
              <a:ea typeface="Noto Sans Kr Bold"/>
              <a:cs typeface="Noto Sans Kr Bold"/>
              <a:sym typeface="Noto Sans Kr Bold"/>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3"/>
          <p:cNvSpPr txBox="1"/>
          <p:nvPr/>
        </p:nvSpPr>
        <p:spPr>
          <a:xfrm>
            <a:off x="822960" y="987552"/>
            <a:ext cx="16596360" cy="638175"/>
          </a:xfrm>
          <a:prstGeom prst="rect">
            <a:avLst/>
          </a:prstGeom>
        </p:spPr>
        <p:txBody>
          <a:bodyPr lIns="0" tIns="0" rIns="0" bIns="0" rtlCol="0" anchor="t">
            <a:spAutoFit/>
          </a:bodyPr>
          <a:lstStyle/>
          <a:p>
            <a:pPr algn="l">
              <a:lnSpc>
                <a:spcPts val="5040"/>
              </a:lnSpc>
            </a:pPr>
            <a:r>
              <a:rPr lang="en-US" altLang="ko-KR" sz="4200" b="1" spc="16" dirty="0">
                <a:solidFill>
                  <a:srgbClr val="3C55CB"/>
                </a:solidFill>
                <a:latin typeface="Noto Sans Kr Bold"/>
                <a:ea typeface="Noto Sans Kr Bold"/>
                <a:cs typeface="Noto Sans Kr Bold"/>
                <a:sym typeface="Noto Sans Kr Bold"/>
              </a:rPr>
              <a:t>03</a:t>
            </a:r>
            <a:r>
              <a:rPr lang="ko-KR" altLang="en-US" sz="4200" b="1" spc="16" dirty="0">
                <a:solidFill>
                  <a:srgbClr val="333333"/>
                </a:solidFill>
                <a:latin typeface="Noto Sans Kr Bold"/>
                <a:ea typeface="Noto Sans Kr Bold"/>
                <a:cs typeface="Noto Sans Kr Bold"/>
                <a:sym typeface="Noto Sans Kr Bold"/>
              </a:rPr>
              <a:t> 해결방안</a:t>
            </a:r>
            <a:endParaRPr lang="en-US" sz="4200" b="1" spc="16" dirty="0">
              <a:solidFill>
                <a:srgbClr val="333333"/>
              </a:solidFill>
              <a:latin typeface="Noto Sans Kr Bold"/>
              <a:ea typeface="Noto Sans Kr Bold"/>
              <a:cs typeface="Noto Sans Kr Bold"/>
              <a:sym typeface="Noto Sans Kr Bold"/>
            </a:endParaRPr>
          </a:p>
        </p:txBody>
      </p:sp>
      <p:sp>
        <p:nvSpPr>
          <p:cNvPr id="5009" name="Title Rule"/>
          <p:cNvSpPr/>
          <p:nvPr/>
        </p:nvSpPr>
        <p:spPr>
          <a:xfrm>
            <a:off x="822960" y="1719072"/>
            <a:ext cx="16642080" cy="12700"/>
          </a:xfrm>
          <a:prstGeom prst="rect">
            <a:avLst/>
          </a:prstGeom>
          <a:solidFill>
            <a:srgbClr val="D4D6DC"/>
          </a:solidFill>
          <a:ln>
            <a:noFill/>
          </a:ln>
        </p:spPr>
        <p:txBody>
          <a:bodyPr/>
          <a:lstStyle/>
          <a:p>
            <a:endParaRPr lang="ko-KR"/>
          </a:p>
        </p:txBody>
      </p:sp>
      <p:sp>
        <p:nvSpPr>
          <p:cNvPr id="5008" name="Title Accent"/>
          <p:cNvSpPr/>
          <p:nvPr/>
        </p:nvSpPr>
        <p:spPr>
          <a:xfrm>
            <a:off x="802960" y="1707072"/>
            <a:ext cx="676656" cy="59436"/>
          </a:xfrm>
          <a:prstGeom prst="roundRect">
            <a:avLst>
              <a:gd name="adj" fmla="val 50000"/>
            </a:avLst>
          </a:prstGeom>
          <a:solidFill>
            <a:srgbClr val="3C55CB"/>
          </a:solidFill>
          <a:ln>
            <a:noFill/>
          </a:ln>
        </p:spPr>
        <p:txBody>
          <a:bodyPr/>
          <a:lstStyle/>
          <a:p>
            <a:endParaRPr lang="ko-KR"/>
          </a:p>
        </p:txBody>
      </p:sp>
      <p:sp>
        <p:nvSpPr>
          <p:cNvPr id="4" name="TextBox 4"/>
          <p:cNvSpPr txBox="1"/>
          <p:nvPr/>
        </p:nvSpPr>
        <p:spPr>
          <a:xfrm>
            <a:off x="8778240" y="9601200"/>
            <a:ext cx="731520" cy="228600"/>
          </a:xfrm>
          <a:prstGeom prst="rect">
            <a:avLst/>
          </a:prstGeom>
        </p:spPr>
        <p:txBody>
          <a:bodyPr lIns="0" tIns="0" rIns="0" bIns="0" rtlCol="0" anchor="t">
            <a:spAutoFit/>
          </a:bodyPr>
          <a:lstStyle/>
          <a:p>
            <a:pPr algn="ctr">
              <a:lnSpc>
                <a:spcPts val="1800"/>
              </a:lnSpc>
            </a:pPr>
            <a:r>
              <a:rPr lang="en-US" sz="1500" spc="5">
                <a:solidFill>
                  <a:srgbClr val="555555"/>
                </a:solidFill>
                <a:latin typeface="Noto Sans Kr"/>
                <a:ea typeface="Noto Sans Kr"/>
                <a:cs typeface="Noto Sans Kr"/>
                <a:sym typeface="Noto Sans Kr"/>
              </a:rPr>
              <a:t>04</a:t>
            </a:r>
          </a:p>
        </p:txBody>
      </p:sp>
      <p:sp>
        <p:nvSpPr>
          <p:cNvPr id="5" name="TextBox 5"/>
          <p:cNvSpPr txBox="1"/>
          <p:nvPr/>
        </p:nvSpPr>
        <p:spPr>
          <a:xfrm>
            <a:off x="822960" y="2263140"/>
            <a:ext cx="5280660" cy="266700"/>
          </a:xfrm>
          <a:prstGeom prst="rect">
            <a:avLst/>
          </a:prstGeom>
        </p:spPr>
        <p:txBody>
          <a:bodyPr lIns="0" tIns="0" rIns="0" bIns="0" rtlCol="0" anchor="t">
            <a:spAutoFit/>
          </a:bodyPr>
          <a:lstStyle/>
          <a:p>
            <a:pPr algn="l">
              <a:lnSpc>
                <a:spcPts val="2160"/>
              </a:lnSpc>
            </a:pPr>
            <a:r>
              <a:rPr lang="en-US" sz="1800" spc="6">
                <a:solidFill>
                  <a:srgbClr val="7F7F7F"/>
                </a:solidFill>
                <a:latin typeface="Noto Sans Kr"/>
                <a:ea typeface="Noto Sans Kr"/>
                <a:cs typeface="Noto Sans Kr"/>
                <a:sym typeface="Noto Sans Kr"/>
              </a:rPr>
              <a:t>문제  </a:t>
            </a:r>
            <a:r>
              <a:rPr lang="en-US" sz="1800" b="1" spc="6">
                <a:solidFill>
                  <a:srgbClr val="E5484D"/>
                </a:solidFill>
                <a:latin typeface="Noto Sans Kr Bold"/>
                <a:ea typeface="Noto Sans Kr Bold"/>
                <a:cs typeface="Noto Sans Kr Bold"/>
                <a:sym typeface="Noto Sans Kr Bold"/>
              </a:rPr>
              <a:t>노출 부담</a:t>
            </a:r>
          </a:p>
        </p:txBody>
      </p:sp>
      <p:grpSp>
        <p:nvGrpSpPr>
          <p:cNvPr id="6" name="Group 6"/>
          <p:cNvGrpSpPr/>
          <p:nvPr/>
        </p:nvGrpSpPr>
        <p:grpSpPr>
          <a:xfrm>
            <a:off x="813435" y="2802255"/>
            <a:ext cx="5299710" cy="3379470"/>
            <a:chOff x="0" y="0"/>
            <a:chExt cx="7066280" cy="4505960"/>
          </a:xfrm>
        </p:grpSpPr>
        <p:sp>
          <p:nvSpPr>
            <p:cNvPr id="7" name="Freeform 7"/>
            <p:cNvSpPr/>
            <p:nvPr/>
          </p:nvSpPr>
          <p:spPr>
            <a:xfrm>
              <a:off x="0" y="0"/>
              <a:ext cx="7066280" cy="4505960"/>
            </a:xfrm>
            <a:custGeom>
              <a:avLst/>
              <a:gdLst/>
              <a:ahLst/>
              <a:cxnLst/>
              <a:rect l="l" t="t" r="r" b="b"/>
              <a:pathLst>
                <a:path w="7066280" h="4505960">
                  <a:moveTo>
                    <a:pt x="0" y="147066"/>
                  </a:moveTo>
                  <a:cubicBezTo>
                    <a:pt x="0" y="65913"/>
                    <a:pt x="65913" y="0"/>
                    <a:pt x="147066" y="0"/>
                  </a:cubicBezTo>
                  <a:lnTo>
                    <a:pt x="6919214" y="0"/>
                  </a:lnTo>
                  <a:cubicBezTo>
                    <a:pt x="7000494" y="0"/>
                    <a:pt x="7066280" y="65913"/>
                    <a:pt x="7066280" y="147066"/>
                  </a:cubicBezTo>
                  <a:lnTo>
                    <a:pt x="7066280" y="4358894"/>
                  </a:lnTo>
                  <a:cubicBezTo>
                    <a:pt x="7066280" y="4440174"/>
                    <a:pt x="7000367" y="4505960"/>
                    <a:pt x="6919214" y="4505960"/>
                  </a:cubicBezTo>
                  <a:lnTo>
                    <a:pt x="147066" y="4505960"/>
                  </a:lnTo>
                  <a:cubicBezTo>
                    <a:pt x="65913" y="4505960"/>
                    <a:pt x="0" y="4440047"/>
                    <a:pt x="0" y="4358894"/>
                  </a:cubicBezTo>
                  <a:close/>
                </a:path>
              </a:pathLst>
            </a:custGeom>
            <a:solidFill>
              <a:srgbClr val="FFFFFF"/>
            </a:solidFill>
            <a:ln w="19050" cap="sq">
              <a:solidFill>
                <a:srgbClr val="ECEEF3"/>
              </a:solidFill>
              <a:prstDash val="solid"/>
              <a:miter/>
            </a:ln>
            <a:effectLst>
              <a:outerShdw blurRad="228600" dist="38100" dir="5400000" algn="t" rotWithShape="0">
                <a:srgbClr val="1F2A5A">
                  <a:alpha val="11000"/>
                </a:srgbClr>
              </a:outerShdw>
            </a:effectLst>
          </p:spPr>
          <p:txBody>
            <a:bodyPr/>
            <a:lstStyle/>
            <a:p>
              <a:endParaRPr/>
            </a:p>
          </p:txBody>
        </p:sp>
      </p:grpSp>
      <p:grpSp>
        <p:nvGrpSpPr>
          <p:cNvPr id="8" name="Group 8"/>
          <p:cNvGrpSpPr/>
          <p:nvPr/>
        </p:nvGrpSpPr>
        <p:grpSpPr>
          <a:xfrm>
            <a:off x="1224915" y="3145155"/>
            <a:ext cx="979170" cy="979170"/>
            <a:chOff x="0" y="0"/>
            <a:chExt cx="1305560" cy="1305560"/>
          </a:xfrm>
        </p:grpSpPr>
        <p:sp>
          <p:nvSpPr>
            <p:cNvPr id="9" name="Freeform 9"/>
            <p:cNvSpPr/>
            <p:nvPr/>
          </p:nvSpPr>
          <p:spPr>
            <a:xfrm>
              <a:off x="0" y="0"/>
              <a:ext cx="1305560" cy="1305560"/>
            </a:xfrm>
            <a:custGeom>
              <a:avLst/>
              <a:gdLst/>
              <a:ahLst/>
              <a:cxnLst/>
              <a:rect l="l" t="t" r="r" b="b"/>
              <a:pathLst>
                <a:path w="1305560" h="1305560">
                  <a:moveTo>
                    <a:pt x="0" y="652780"/>
                  </a:moveTo>
                  <a:cubicBezTo>
                    <a:pt x="0" y="292227"/>
                    <a:pt x="292227" y="0"/>
                    <a:pt x="652780" y="0"/>
                  </a:cubicBezTo>
                  <a:cubicBezTo>
                    <a:pt x="1013333" y="0"/>
                    <a:pt x="1305560" y="292227"/>
                    <a:pt x="1305560" y="652780"/>
                  </a:cubicBezTo>
                  <a:cubicBezTo>
                    <a:pt x="1305560" y="1013333"/>
                    <a:pt x="1013333" y="1305560"/>
                    <a:pt x="652780" y="1305560"/>
                  </a:cubicBezTo>
                  <a:cubicBezTo>
                    <a:pt x="292227" y="1305560"/>
                    <a:pt x="0" y="1013333"/>
                    <a:pt x="0" y="652780"/>
                  </a:cubicBezTo>
                  <a:close/>
                </a:path>
              </a:pathLst>
            </a:custGeom>
            <a:solidFill>
              <a:srgbClr val="3C55CB"/>
            </a:solidFill>
            <a:ln w="19050" cap="sq">
              <a:solidFill>
                <a:srgbClr val="3C55CB"/>
              </a:solidFill>
              <a:prstDash val="solid"/>
              <a:miter/>
            </a:ln>
          </p:spPr>
          <p:txBody>
            <a:bodyPr/>
            <a:lstStyle/>
            <a:p>
              <a:endParaRPr/>
            </a:p>
          </p:txBody>
        </p:sp>
      </p:grpSp>
      <p:grpSp>
        <p:nvGrpSpPr>
          <p:cNvPr id="10" name="Group 10"/>
          <p:cNvGrpSpPr/>
          <p:nvPr/>
        </p:nvGrpSpPr>
        <p:grpSpPr>
          <a:xfrm>
            <a:off x="1484071" y="3404311"/>
            <a:ext cx="460858" cy="460858"/>
            <a:chOff x="0" y="0"/>
            <a:chExt cx="614477" cy="614477"/>
          </a:xfrm>
        </p:grpSpPr>
        <p:sp>
          <p:nvSpPr>
            <p:cNvPr id="11" name="Freeform 11" descr="preencoded.png"/>
            <p:cNvSpPr/>
            <p:nvPr/>
          </p:nvSpPr>
          <p:spPr>
            <a:xfrm>
              <a:off x="0" y="0"/>
              <a:ext cx="614426" cy="614426"/>
            </a:xfrm>
            <a:custGeom>
              <a:avLst/>
              <a:gdLst/>
              <a:ahLst/>
              <a:cxnLst/>
              <a:rect l="l" t="t" r="r" b="b"/>
              <a:pathLst>
                <a:path w="614426" h="614426">
                  <a:moveTo>
                    <a:pt x="0" y="0"/>
                  </a:moveTo>
                  <a:lnTo>
                    <a:pt x="614426" y="0"/>
                  </a:lnTo>
                  <a:lnTo>
                    <a:pt x="614426" y="614426"/>
                  </a:lnTo>
                  <a:lnTo>
                    <a:pt x="0" y="614426"/>
                  </a:lnTo>
                  <a:lnTo>
                    <a:pt x="0" y="0"/>
                  </a:lnTo>
                  <a:close/>
                </a:path>
              </a:pathLst>
            </a:custGeom>
            <a:blipFill>
              <a:blip r:embed="rId3"/>
              <a:stretch>
                <a:fillRect r="-8" b="-8"/>
              </a:stretch>
            </a:blipFill>
          </p:spPr>
          <p:txBody>
            <a:bodyPr/>
            <a:lstStyle/>
            <a:p>
              <a:endParaRPr/>
            </a:p>
          </p:txBody>
        </p:sp>
      </p:grpSp>
      <p:grpSp>
        <p:nvGrpSpPr>
          <p:cNvPr id="12" name="Group 12"/>
          <p:cNvGrpSpPr/>
          <p:nvPr/>
        </p:nvGrpSpPr>
        <p:grpSpPr>
          <a:xfrm>
            <a:off x="2400300" y="3223260"/>
            <a:ext cx="3566160" cy="891540"/>
            <a:chOff x="0" y="0"/>
            <a:chExt cx="4754880" cy="1188720"/>
          </a:xfrm>
        </p:grpSpPr>
        <p:sp>
          <p:nvSpPr>
            <p:cNvPr id="13" name="Freeform 13"/>
            <p:cNvSpPr/>
            <p:nvPr/>
          </p:nvSpPr>
          <p:spPr>
            <a:xfrm>
              <a:off x="0" y="0"/>
              <a:ext cx="4754880" cy="1188720"/>
            </a:xfrm>
            <a:custGeom>
              <a:avLst/>
              <a:gdLst/>
              <a:ahLst/>
              <a:cxnLst/>
              <a:rect l="l" t="t" r="r" b="b"/>
              <a:pathLst>
                <a:path w="4754880" h="1188720">
                  <a:moveTo>
                    <a:pt x="0" y="0"/>
                  </a:moveTo>
                  <a:lnTo>
                    <a:pt x="4754880" y="0"/>
                  </a:lnTo>
                  <a:lnTo>
                    <a:pt x="4754880" y="1188720"/>
                  </a:lnTo>
                  <a:lnTo>
                    <a:pt x="0" y="1188720"/>
                  </a:lnTo>
                  <a:close/>
                </a:path>
              </a:pathLst>
            </a:custGeom>
            <a:blipFill>
              <a:blip r:embed="rId4">
                <a:alphaModFix amt="0"/>
              </a:blip>
              <a:stretch>
                <a:fillRect t="-27940" b="-27940"/>
              </a:stretch>
            </a:blipFill>
          </p:spPr>
          <p:txBody>
            <a:bodyPr/>
            <a:lstStyle/>
            <a:p>
              <a:endParaRPr/>
            </a:p>
          </p:txBody>
        </p:sp>
        <p:sp>
          <p:nvSpPr>
            <p:cNvPr id="14" name="TextBox 14"/>
            <p:cNvSpPr txBox="1"/>
            <p:nvPr/>
          </p:nvSpPr>
          <p:spPr>
            <a:xfrm>
              <a:off x="0" y="0"/>
              <a:ext cx="4754880" cy="1188720"/>
            </a:xfrm>
            <a:prstGeom prst="rect">
              <a:avLst/>
            </a:prstGeom>
          </p:spPr>
          <p:txBody>
            <a:bodyPr lIns="0" tIns="0" rIns="0" bIns="0" rtlCol="0" anchor="ctr"/>
            <a:lstStyle/>
            <a:p>
              <a:pPr algn="l">
                <a:lnSpc>
                  <a:spcPts val="2700"/>
                </a:lnSpc>
              </a:pPr>
              <a:r>
                <a:rPr lang="en-US" sz="2250" b="1" spc="8">
                  <a:solidFill>
                    <a:srgbClr val="333333"/>
                  </a:solidFill>
                  <a:latin typeface="Noto Sans Kr Bold"/>
                  <a:ea typeface="Noto Sans Kr Bold"/>
                  <a:cs typeface="Noto Sans Kr Bold"/>
                  <a:sym typeface="Noto Sans Kr Bold"/>
                </a:rPr>
                <a:t>트래킹되는 3D 캐릭터</a:t>
              </a:r>
            </a:p>
          </p:txBody>
        </p:sp>
      </p:grpSp>
      <p:sp>
        <p:nvSpPr>
          <p:cNvPr id="15" name="TextBox 15"/>
          <p:cNvSpPr txBox="1"/>
          <p:nvPr/>
        </p:nvSpPr>
        <p:spPr>
          <a:xfrm>
            <a:off x="1234440" y="4351020"/>
            <a:ext cx="4526280" cy="621030"/>
          </a:xfrm>
          <a:prstGeom prst="rect">
            <a:avLst/>
          </a:prstGeom>
        </p:spPr>
        <p:txBody>
          <a:bodyPr lIns="0" tIns="0" rIns="0" bIns="0" rtlCol="0" anchor="t">
            <a:spAutoFit/>
          </a:bodyPr>
          <a:lstStyle/>
          <a:p>
            <a:pPr algn="l">
              <a:lnSpc>
                <a:spcPts val="2520"/>
              </a:lnSpc>
            </a:pPr>
            <a:r>
              <a:rPr lang="en-US" sz="1800" spc="6">
                <a:solidFill>
                  <a:srgbClr val="4B4B4B"/>
                </a:solidFill>
                <a:latin typeface="Noto Sans Kr"/>
                <a:ea typeface="Noto Sans Kr"/>
                <a:cs typeface="Noto Sans Kr"/>
                <a:sym typeface="Noto Sans Kr"/>
              </a:rPr>
              <a:t>웹캠은 고개 방향·눈 깜빡임만 읽어 캐릭터에 반영. 영상은 기기 밖으로 나가지 않음</a:t>
            </a:r>
          </a:p>
        </p:txBody>
      </p:sp>
      <p:sp>
        <p:nvSpPr>
          <p:cNvPr id="16" name="TextBox 16"/>
          <p:cNvSpPr txBox="1"/>
          <p:nvPr/>
        </p:nvSpPr>
        <p:spPr>
          <a:xfrm>
            <a:off x="6446520" y="2263140"/>
            <a:ext cx="5280660" cy="266700"/>
          </a:xfrm>
          <a:prstGeom prst="rect">
            <a:avLst/>
          </a:prstGeom>
        </p:spPr>
        <p:txBody>
          <a:bodyPr lIns="0" tIns="0" rIns="0" bIns="0" rtlCol="0" anchor="t">
            <a:spAutoFit/>
          </a:bodyPr>
          <a:lstStyle/>
          <a:p>
            <a:pPr algn="l">
              <a:lnSpc>
                <a:spcPts val="2160"/>
              </a:lnSpc>
            </a:pPr>
            <a:r>
              <a:rPr lang="en-US" sz="1800" spc="6">
                <a:solidFill>
                  <a:srgbClr val="7F7F7F"/>
                </a:solidFill>
                <a:latin typeface="Noto Sans Kr"/>
                <a:ea typeface="Noto Sans Kr"/>
                <a:cs typeface="Noto Sans Kr"/>
                <a:sym typeface="Noto Sans Kr"/>
              </a:rPr>
              <a:t>문제  </a:t>
            </a:r>
            <a:r>
              <a:rPr lang="en-US" sz="1800" b="1" spc="6">
                <a:solidFill>
                  <a:srgbClr val="E5484D"/>
                </a:solidFill>
                <a:latin typeface="Noto Sans Kr Bold"/>
                <a:ea typeface="Noto Sans Kr Bold"/>
                <a:cs typeface="Noto Sans Kr Bold"/>
                <a:sym typeface="Noto Sans Kr Bold"/>
              </a:rPr>
              <a:t>딴짓</a:t>
            </a:r>
          </a:p>
        </p:txBody>
      </p:sp>
      <p:grpSp>
        <p:nvGrpSpPr>
          <p:cNvPr id="17" name="Group 17"/>
          <p:cNvGrpSpPr/>
          <p:nvPr/>
        </p:nvGrpSpPr>
        <p:grpSpPr>
          <a:xfrm>
            <a:off x="6436995" y="2802255"/>
            <a:ext cx="5299710" cy="3379470"/>
            <a:chOff x="0" y="0"/>
            <a:chExt cx="7066280" cy="4505960"/>
          </a:xfrm>
        </p:grpSpPr>
        <p:sp>
          <p:nvSpPr>
            <p:cNvPr id="18" name="Freeform 18"/>
            <p:cNvSpPr/>
            <p:nvPr/>
          </p:nvSpPr>
          <p:spPr>
            <a:xfrm>
              <a:off x="0" y="0"/>
              <a:ext cx="7066280" cy="4505960"/>
            </a:xfrm>
            <a:custGeom>
              <a:avLst/>
              <a:gdLst/>
              <a:ahLst/>
              <a:cxnLst/>
              <a:rect l="l" t="t" r="r" b="b"/>
              <a:pathLst>
                <a:path w="7066280" h="4505960">
                  <a:moveTo>
                    <a:pt x="0" y="147066"/>
                  </a:moveTo>
                  <a:cubicBezTo>
                    <a:pt x="0" y="65913"/>
                    <a:pt x="65913" y="0"/>
                    <a:pt x="147066" y="0"/>
                  </a:cubicBezTo>
                  <a:lnTo>
                    <a:pt x="6919214" y="0"/>
                  </a:lnTo>
                  <a:cubicBezTo>
                    <a:pt x="7000494" y="0"/>
                    <a:pt x="7066280" y="65913"/>
                    <a:pt x="7066280" y="147066"/>
                  </a:cubicBezTo>
                  <a:lnTo>
                    <a:pt x="7066280" y="4358894"/>
                  </a:lnTo>
                  <a:cubicBezTo>
                    <a:pt x="7066280" y="4440174"/>
                    <a:pt x="7000367" y="4505960"/>
                    <a:pt x="6919214" y="4505960"/>
                  </a:cubicBezTo>
                  <a:lnTo>
                    <a:pt x="147066" y="4505960"/>
                  </a:lnTo>
                  <a:cubicBezTo>
                    <a:pt x="65913" y="4505960"/>
                    <a:pt x="0" y="4440047"/>
                    <a:pt x="0" y="4358894"/>
                  </a:cubicBezTo>
                  <a:close/>
                </a:path>
              </a:pathLst>
            </a:custGeom>
            <a:solidFill>
              <a:srgbClr val="FFFFFF"/>
            </a:solidFill>
            <a:ln w="19050" cap="sq">
              <a:solidFill>
                <a:srgbClr val="ECEEF3"/>
              </a:solidFill>
              <a:prstDash val="solid"/>
              <a:miter/>
            </a:ln>
            <a:effectLst>
              <a:outerShdw blurRad="228600" dist="38100" dir="5400000" algn="t" rotWithShape="0">
                <a:srgbClr val="1F2A5A">
                  <a:alpha val="11000"/>
                </a:srgbClr>
              </a:outerShdw>
            </a:effectLst>
          </p:spPr>
          <p:txBody>
            <a:bodyPr/>
            <a:lstStyle/>
            <a:p>
              <a:endParaRPr/>
            </a:p>
          </p:txBody>
        </p:sp>
      </p:grpSp>
      <p:grpSp>
        <p:nvGrpSpPr>
          <p:cNvPr id="19" name="Group 19"/>
          <p:cNvGrpSpPr/>
          <p:nvPr/>
        </p:nvGrpSpPr>
        <p:grpSpPr>
          <a:xfrm>
            <a:off x="6848475" y="3145155"/>
            <a:ext cx="979170" cy="979170"/>
            <a:chOff x="0" y="0"/>
            <a:chExt cx="1305560" cy="1305560"/>
          </a:xfrm>
        </p:grpSpPr>
        <p:grpSp>
          <p:nvGrpSpPr>
            <p:cNvPr id="20" name="Group 20"/>
            <p:cNvGrpSpPr/>
            <p:nvPr/>
          </p:nvGrpSpPr>
          <p:grpSpPr>
            <a:xfrm>
              <a:off x="0" y="0"/>
              <a:ext cx="1305560" cy="1305560"/>
              <a:chOff x="0" y="0"/>
              <a:chExt cx="1305560" cy="1305560"/>
            </a:xfrm>
          </p:grpSpPr>
          <p:sp>
            <p:nvSpPr>
              <p:cNvPr id="21" name="Freeform 21"/>
              <p:cNvSpPr/>
              <p:nvPr/>
            </p:nvSpPr>
            <p:spPr>
              <a:xfrm>
                <a:off x="0" y="0"/>
                <a:ext cx="1305560" cy="1305560"/>
              </a:xfrm>
              <a:custGeom>
                <a:avLst/>
                <a:gdLst/>
                <a:ahLst/>
                <a:cxnLst/>
                <a:rect l="l" t="t" r="r" b="b"/>
                <a:pathLst>
                  <a:path w="1305560" h="1305560">
                    <a:moveTo>
                      <a:pt x="0" y="652780"/>
                    </a:moveTo>
                    <a:cubicBezTo>
                      <a:pt x="0" y="292227"/>
                      <a:pt x="292227" y="0"/>
                      <a:pt x="652780" y="0"/>
                    </a:cubicBezTo>
                    <a:cubicBezTo>
                      <a:pt x="1013333" y="0"/>
                      <a:pt x="1305560" y="292227"/>
                      <a:pt x="1305560" y="652780"/>
                    </a:cubicBezTo>
                    <a:cubicBezTo>
                      <a:pt x="1305560" y="1013333"/>
                      <a:pt x="1013333" y="1305560"/>
                      <a:pt x="652780" y="1305560"/>
                    </a:cubicBezTo>
                    <a:cubicBezTo>
                      <a:pt x="292227" y="1305560"/>
                      <a:pt x="0" y="1013333"/>
                      <a:pt x="0" y="652780"/>
                    </a:cubicBezTo>
                    <a:close/>
                  </a:path>
                </a:pathLst>
              </a:custGeom>
              <a:solidFill>
                <a:srgbClr val="3C55CB"/>
              </a:solidFill>
              <a:ln w="19050" cap="sq">
                <a:solidFill>
                  <a:srgbClr val="3C55CB"/>
                </a:solidFill>
                <a:prstDash val="solid"/>
                <a:miter/>
              </a:ln>
            </p:spPr>
            <p:txBody>
              <a:bodyPr/>
              <a:lstStyle/>
              <a:p>
                <a:endParaRPr/>
              </a:p>
            </p:txBody>
          </p:sp>
        </p:grpSp>
        <p:grpSp>
          <p:nvGrpSpPr>
            <p:cNvPr id="22" name="Group 22"/>
            <p:cNvGrpSpPr/>
            <p:nvPr/>
          </p:nvGrpSpPr>
          <p:grpSpPr>
            <a:xfrm>
              <a:off x="345542" y="345542"/>
              <a:ext cx="614477" cy="614477"/>
              <a:chOff x="0" y="0"/>
              <a:chExt cx="614477" cy="614477"/>
            </a:xfrm>
          </p:grpSpPr>
          <p:sp>
            <p:nvSpPr>
              <p:cNvPr id="23" name="Freeform 23" descr="preencoded.png"/>
              <p:cNvSpPr/>
              <p:nvPr/>
            </p:nvSpPr>
            <p:spPr>
              <a:xfrm>
                <a:off x="0" y="0"/>
                <a:ext cx="614426" cy="614426"/>
              </a:xfrm>
              <a:custGeom>
                <a:avLst/>
                <a:gdLst/>
                <a:ahLst/>
                <a:cxnLst/>
                <a:rect l="l" t="t" r="r" b="b"/>
                <a:pathLst>
                  <a:path w="614426" h="614426">
                    <a:moveTo>
                      <a:pt x="0" y="0"/>
                    </a:moveTo>
                    <a:lnTo>
                      <a:pt x="614426" y="0"/>
                    </a:lnTo>
                    <a:lnTo>
                      <a:pt x="614426" y="614426"/>
                    </a:lnTo>
                    <a:lnTo>
                      <a:pt x="0" y="614426"/>
                    </a:lnTo>
                    <a:lnTo>
                      <a:pt x="0" y="0"/>
                    </a:lnTo>
                    <a:close/>
                  </a:path>
                </a:pathLst>
              </a:custGeom>
              <a:blipFill>
                <a:blip r:embed="rId5"/>
                <a:stretch>
                  <a:fillRect r="-8" b="-8"/>
                </a:stretch>
              </a:blipFill>
            </p:spPr>
            <p:txBody>
              <a:bodyPr/>
              <a:lstStyle/>
              <a:p>
                <a:endParaRPr/>
              </a:p>
            </p:txBody>
          </p:sp>
        </p:grpSp>
      </p:grpSp>
      <p:grpSp>
        <p:nvGrpSpPr>
          <p:cNvPr id="24" name="Group 24"/>
          <p:cNvGrpSpPr/>
          <p:nvPr/>
        </p:nvGrpSpPr>
        <p:grpSpPr>
          <a:xfrm>
            <a:off x="8027670" y="2971800"/>
            <a:ext cx="3566160" cy="1274445"/>
            <a:chOff x="0" y="0"/>
            <a:chExt cx="4754880" cy="1699260"/>
          </a:xfrm>
        </p:grpSpPr>
        <p:sp>
          <p:nvSpPr>
            <p:cNvPr id="25" name="Freeform 25"/>
            <p:cNvSpPr/>
            <p:nvPr/>
          </p:nvSpPr>
          <p:spPr>
            <a:xfrm>
              <a:off x="0" y="0"/>
              <a:ext cx="4754880" cy="1699260"/>
            </a:xfrm>
            <a:custGeom>
              <a:avLst/>
              <a:gdLst/>
              <a:ahLst/>
              <a:cxnLst/>
              <a:rect l="l" t="t" r="r" b="b"/>
              <a:pathLst>
                <a:path w="4754880" h="1699260">
                  <a:moveTo>
                    <a:pt x="0" y="0"/>
                  </a:moveTo>
                  <a:lnTo>
                    <a:pt x="4754880" y="0"/>
                  </a:lnTo>
                  <a:lnTo>
                    <a:pt x="4754880" y="1699260"/>
                  </a:lnTo>
                  <a:lnTo>
                    <a:pt x="0" y="1699260"/>
                  </a:lnTo>
                  <a:close/>
                </a:path>
              </a:pathLst>
            </a:custGeom>
            <a:blipFill>
              <a:blip r:embed="rId4">
                <a:alphaModFix amt="0"/>
              </a:blip>
              <a:stretch>
                <a:fillRect t="-19545" b="10499"/>
              </a:stretch>
            </a:blipFill>
          </p:spPr>
          <p:txBody>
            <a:bodyPr/>
            <a:lstStyle/>
            <a:p>
              <a:endParaRPr/>
            </a:p>
          </p:txBody>
        </p:sp>
        <p:sp>
          <p:nvSpPr>
            <p:cNvPr id="26" name="TextBox 26"/>
            <p:cNvSpPr txBox="1"/>
            <p:nvPr/>
          </p:nvSpPr>
          <p:spPr>
            <a:xfrm>
              <a:off x="0" y="-38100"/>
              <a:ext cx="4754880" cy="1737360"/>
            </a:xfrm>
            <a:prstGeom prst="rect">
              <a:avLst/>
            </a:prstGeom>
          </p:spPr>
          <p:txBody>
            <a:bodyPr lIns="0" tIns="0" rIns="0" bIns="0" rtlCol="0" anchor="ctr"/>
            <a:lstStyle/>
            <a:p>
              <a:pPr algn="l">
                <a:lnSpc>
                  <a:spcPts val="3149"/>
                </a:lnSpc>
              </a:pPr>
              <a:r>
                <a:rPr lang="en-US" sz="2250" b="1" spc="6">
                  <a:solidFill>
                    <a:srgbClr val="333333"/>
                  </a:solidFill>
                  <a:latin typeface="Noto Sans Kr Bold"/>
                  <a:ea typeface="Noto Sans Kr Bold"/>
                  <a:cs typeface="Noto Sans Kr Bold"/>
                  <a:sym typeface="Noto Sans Kr Bold"/>
                </a:rPr>
                <a:t>마주 보는 좌석 </a:t>
              </a:r>
            </a:p>
            <a:p>
              <a:pPr algn="l">
                <a:lnSpc>
                  <a:spcPts val="3149"/>
                </a:lnSpc>
              </a:pPr>
              <a:r>
                <a:rPr lang="en-US" sz="2250" b="1" spc="8">
                  <a:solidFill>
                    <a:srgbClr val="333333"/>
                  </a:solidFill>
                  <a:latin typeface="Noto Sans Kr Bold"/>
                  <a:ea typeface="Noto Sans Kr Bold"/>
                  <a:cs typeface="Noto Sans Kr Bold"/>
                  <a:sym typeface="Noto Sans Kr Bold"/>
                </a:rPr>
                <a:t>집중 상태 표시</a:t>
              </a:r>
            </a:p>
          </p:txBody>
        </p:sp>
      </p:grpSp>
      <p:sp>
        <p:nvSpPr>
          <p:cNvPr id="27" name="TextBox 27"/>
          <p:cNvSpPr txBox="1"/>
          <p:nvPr/>
        </p:nvSpPr>
        <p:spPr>
          <a:xfrm>
            <a:off x="6858000" y="4351020"/>
            <a:ext cx="4526280" cy="935355"/>
          </a:xfrm>
          <a:prstGeom prst="rect">
            <a:avLst/>
          </a:prstGeom>
        </p:spPr>
        <p:txBody>
          <a:bodyPr lIns="0" tIns="0" rIns="0" bIns="0" rtlCol="0" anchor="t">
            <a:spAutoFit/>
          </a:bodyPr>
          <a:lstStyle/>
          <a:p>
            <a:pPr algn="l">
              <a:lnSpc>
                <a:spcPts val="2520"/>
              </a:lnSpc>
            </a:pPr>
            <a:r>
              <a:rPr lang="en-US" sz="1800" spc="6">
                <a:solidFill>
                  <a:srgbClr val="4B4B4B"/>
                </a:solidFill>
                <a:latin typeface="Noto Sans Kr"/>
                <a:ea typeface="Noto Sans Kr"/>
                <a:cs typeface="Noto Sans Kr"/>
                <a:sym typeface="Noto Sans Kr"/>
              </a:rPr>
              <a:t>좌석에 앉으면 1인칭 3D 시점으로 주변 캐릭터가 마주 보이고, 자리 이탈·졸음·전자기기 감지가 상태 표시등으로 보임</a:t>
            </a:r>
          </a:p>
        </p:txBody>
      </p:sp>
      <p:sp>
        <p:nvSpPr>
          <p:cNvPr id="28" name="TextBox 28"/>
          <p:cNvSpPr txBox="1"/>
          <p:nvPr/>
        </p:nvSpPr>
        <p:spPr>
          <a:xfrm>
            <a:off x="12070080" y="2263140"/>
            <a:ext cx="5280660" cy="266700"/>
          </a:xfrm>
          <a:prstGeom prst="rect">
            <a:avLst/>
          </a:prstGeom>
        </p:spPr>
        <p:txBody>
          <a:bodyPr lIns="0" tIns="0" rIns="0" bIns="0" rtlCol="0" anchor="t">
            <a:spAutoFit/>
          </a:bodyPr>
          <a:lstStyle/>
          <a:p>
            <a:pPr algn="l">
              <a:lnSpc>
                <a:spcPts val="2160"/>
              </a:lnSpc>
            </a:pPr>
            <a:r>
              <a:rPr lang="en-US" sz="1800" spc="6">
                <a:solidFill>
                  <a:srgbClr val="7F7F7F"/>
                </a:solidFill>
                <a:latin typeface="Noto Sans Kr"/>
                <a:ea typeface="Noto Sans Kr"/>
                <a:cs typeface="Noto Sans Kr"/>
                <a:sym typeface="Noto Sans Kr"/>
              </a:rPr>
              <a:t>문제  </a:t>
            </a:r>
            <a:r>
              <a:rPr lang="en-US" sz="1800" b="1" spc="6">
                <a:solidFill>
                  <a:srgbClr val="E5484D"/>
                </a:solidFill>
                <a:latin typeface="Noto Sans Kr Bold"/>
                <a:ea typeface="Noto Sans Kr Bold"/>
                <a:cs typeface="Noto Sans Kr Bold"/>
                <a:sym typeface="Noto Sans Kr Bold"/>
              </a:rPr>
              <a:t>부정확한 기록</a:t>
            </a:r>
          </a:p>
        </p:txBody>
      </p:sp>
      <p:grpSp>
        <p:nvGrpSpPr>
          <p:cNvPr id="29" name="Group 29"/>
          <p:cNvGrpSpPr/>
          <p:nvPr/>
        </p:nvGrpSpPr>
        <p:grpSpPr>
          <a:xfrm>
            <a:off x="12060555" y="2802255"/>
            <a:ext cx="5299710" cy="3379470"/>
            <a:chOff x="0" y="0"/>
            <a:chExt cx="7066280" cy="4505960"/>
          </a:xfrm>
        </p:grpSpPr>
        <p:sp>
          <p:nvSpPr>
            <p:cNvPr id="30" name="Freeform 30"/>
            <p:cNvSpPr/>
            <p:nvPr/>
          </p:nvSpPr>
          <p:spPr>
            <a:xfrm>
              <a:off x="0" y="0"/>
              <a:ext cx="7066280" cy="4505960"/>
            </a:xfrm>
            <a:custGeom>
              <a:avLst/>
              <a:gdLst/>
              <a:ahLst/>
              <a:cxnLst/>
              <a:rect l="l" t="t" r="r" b="b"/>
              <a:pathLst>
                <a:path w="7066280" h="4505960">
                  <a:moveTo>
                    <a:pt x="0" y="147066"/>
                  </a:moveTo>
                  <a:cubicBezTo>
                    <a:pt x="0" y="65913"/>
                    <a:pt x="65913" y="0"/>
                    <a:pt x="147066" y="0"/>
                  </a:cubicBezTo>
                  <a:lnTo>
                    <a:pt x="6919214" y="0"/>
                  </a:lnTo>
                  <a:cubicBezTo>
                    <a:pt x="7000494" y="0"/>
                    <a:pt x="7066280" y="65913"/>
                    <a:pt x="7066280" y="147066"/>
                  </a:cubicBezTo>
                  <a:lnTo>
                    <a:pt x="7066280" y="4358894"/>
                  </a:lnTo>
                  <a:cubicBezTo>
                    <a:pt x="7066280" y="4440174"/>
                    <a:pt x="7000367" y="4505960"/>
                    <a:pt x="6919214" y="4505960"/>
                  </a:cubicBezTo>
                  <a:lnTo>
                    <a:pt x="147066" y="4505960"/>
                  </a:lnTo>
                  <a:cubicBezTo>
                    <a:pt x="65913" y="4505960"/>
                    <a:pt x="0" y="4440047"/>
                    <a:pt x="0" y="4358894"/>
                  </a:cubicBezTo>
                  <a:close/>
                </a:path>
              </a:pathLst>
            </a:custGeom>
            <a:solidFill>
              <a:srgbClr val="FFFFFF"/>
            </a:solidFill>
            <a:ln w="19050" cap="sq">
              <a:solidFill>
                <a:srgbClr val="ECEEF3"/>
              </a:solidFill>
              <a:prstDash val="solid"/>
              <a:miter/>
            </a:ln>
            <a:effectLst>
              <a:outerShdw blurRad="228600" dist="38100" dir="5400000" algn="t" rotWithShape="0">
                <a:srgbClr val="1F2A5A">
                  <a:alpha val="11000"/>
                </a:srgbClr>
              </a:outerShdw>
            </a:effectLst>
          </p:spPr>
          <p:txBody>
            <a:bodyPr/>
            <a:lstStyle/>
            <a:p>
              <a:endParaRPr/>
            </a:p>
          </p:txBody>
        </p:sp>
      </p:grpSp>
      <p:grpSp>
        <p:nvGrpSpPr>
          <p:cNvPr id="31" name="Group 31"/>
          <p:cNvGrpSpPr/>
          <p:nvPr/>
        </p:nvGrpSpPr>
        <p:grpSpPr>
          <a:xfrm>
            <a:off x="12472035" y="3145155"/>
            <a:ext cx="979170" cy="979170"/>
            <a:chOff x="0" y="0"/>
            <a:chExt cx="1305560" cy="1305560"/>
          </a:xfrm>
        </p:grpSpPr>
        <p:sp>
          <p:nvSpPr>
            <p:cNvPr id="32" name="Freeform 32"/>
            <p:cNvSpPr/>
            <p:nvPr/>
          </p:nvSpPr>
          <p:spPr>
            <a:xfrm>
              <a:off x="0" y="0"/>
              <a:ext cx="1305560" cy="1305560"/>
            </a:xfrm>
            <a:custGeom>
              <a:avLst/>
              <a:gdLst/>
              <a:ahLst/>
              <a:cxnLst/>
              <a:rect l="l" t="t" r="r" b="b"/>
              <a:pathLst>
                <a:path w="1305560" h="1305560">
                  <a:moveTo>
                    <a:pt x="0" y="652780"/>
                  </a:moveTo>
                  <a:cubicBezTo>
                    <a:pt x="0" y="292227"/>
                    <a:pt x="292227" y="0"/>
                    <a:pt x="652780" y="0"/>
                  </a:cubicBezTo>
                  <a:cubicBezTo>
                    <a:pt x="1013333" y="0"/>
                    <a:pt x="1305560" y="292227"/>
                    <a:pt x="1305560" y="652780"/>
                  </a:cubicBezTo>
                  <a:cubicBezTo>
                    <a:pt x="1305560" y="1013333"/>
                    <a:pt x="1013333" y="1305560"/>
                    <a:pt x="652780" y="1305560"/>
                  </a:cubicBezTo>
                  <a:cubicBezTo>
                    <a:pt x="292227" y="1305560"/>
                    <a:pt x="0" y="1013333"/>
                    <a:pt x="0" y="652780"/>
                  </a:cubicBezTo>
                  <a:close/>
                </a:path>
              </a:pathLst>
            </a:custGeom>
            <a:solidFill>
              <a:srgbClr val="3C55CB"/>
            </a:solidFill>
            <a:ln w="19050" cap="sq">
              <a:solidFill>
                <a:srgbClr val="3C55CB"/>
              </a:solidFill>
              <a:prstDash val="solid"/>
              <a:miter/>
            </a:ln>
          </p:spPr>
          <p:txBody>
            <a:bodyPr/>
            <a:lstStyle/>
            <a:p>
              <a:endParaRPr/>
            </a:p>
          </p:txBody>
        </p:sp>
      </p:grpSp>
      <p:grpSp>
        <p:nvGrpSpPr>
          <p:cNvPr id="33" name="Group 33"/>
          <p:cNvGrpSpPr/>
          <p:nvPr/>
        </p:nvGrpSpPr>
        <p:grpSpPr>
          <a:xfrm>
            <a:off x="12731191" y="3404311"/>
            <a:ext cx="460858" cy="460858"/>
            <a:chOff x="0" y="0"/>
            <a:chExt cx="614477" cy="614477"/>
          </a:xfrm>
        </p:grpSpPr>
        <p:sp>
          <p:nvSpPr>
            <p:cNvPr id="34" name="Freeform 34" descr="preencoded.png"/>
            <p:cNvSpPr/>
            <p:nvPr/>
          </p:nvSpPr>
          <p:spPr>
            <a:xfrm>
              <a:off x="0" y="0"/>
              <a:ext cx="614426" cy="614426"/>
            </a:xfrm>
            <a:custGeom>
              <a:avLst/>
              <a:gdLst/>
              <a:ahLst/>
              <a:cxnLst/>
              <a:rect l="l" t="t" r="r" b="b"/>
              <a:pathLst>
                <a:path w="614426" h="614426">
                  <a:moveTo>
                    <a:pt x="0" y="0"/>
                  </a:moveTo>
                  <a:lnTo>
                    <a:pt x="614426" y="0"/>
                  </a:lnTo>
                  <a:lnTo>
                    <a:pt x="614426" y="614426"/>
                  </a:lnTo>
                  <a:lnTo>
                    <a:pt x="0" y="614426"/>
                  </a:lnTo>
                  <a:lnTo>
                    <a:pt x="0" y="0"/>
                  </a:lnTo>
                  <a:close/>
                </a:path>
              </a:pathLst>
            </a:custGeom>
            <a:blipFill>
              <a:blip r:embed="rId6"/>
              <a:stretch>
                <a:fillRect r="-8" b="-8"/>
              </a:stretch>
            </a:blipFill>
          </p:spPr>
          <p:txBody>
            <a:bodyPr/>
            <a:lstStyle/>
            <a:p>
              <a:endParaRPr/>
            </a:p>
          </p:txBody>
        </p:sp>
      </p:grpSp>
      <p:grpSp>
        <p:nvGrpSpPr>
          <p:cNvPr id="35" name="Group 35"/>
          <p:cNvGrpSpPr/>
          <p:nvPr/>
        </p:nvGrpSpPr>
        <p:grpSpPr>
          <a:xfrm>
            <a:off x="13647420" y="3223260"/>
            <a:ext cx="3566160" cy="891540"/>
            <a:chOff x="0" y="0"/>
            <a:chExt cx="4754880" cy="1188720"/>
          </a:xfrm>
        </p:grpSpPr>
        <p:sp>
          <p:nvSpPr>
            <p:cNvPr id="36" name="Freeform 36"/>
            <p:cNvSpPr/>
            <p:nvPr/>
          </p:nvSpPr>
          <p:spPr>
            <a:xfrm>
              <a:off x="0" y="0"/>
              <a:ext cx="4754880" cy="1188720"/>
            </a:xfrm>
            <a:custGeom>
              <a:avLst/>
              <a:gdLst/>
              <a:ahLst/>
              <a:cxnLst/>
              <a:rect l="l" t="t" r="r" b="b"/>
              <a:pathLst>
                <a:path w="4754880" h="1188720">
                  <a:moveTo>
                    <a:pt x="0" y="0"/>
                  </a:moveTo>
                  <a:lnTo>
                    <a:pt x="4754880" y="0"/>
                  </a:lnTo>
                  <a:lnTo>
                    <a:pt x="4754880" y="1188720"/>
                  </a:lnTo>
                  <a:lnTo>
                    <a:pt x="0" y="1188720"/>
                  </a:lnTo>
                  <a:close/>
                </a:path>
              </a:pathLst>
            </a:custGeom>
            <a:blipFill>
              <a:blip r:embed="rId4">
                <a:alphaModFix amt="0"/>
              </a:blip>
              <a:stretch>
                <a:fillRect t="-27940" b="-27940"/>
              </a:stretch>
            </a:blipFill>
          </p:spPr>
          <p:txBody>
            <a:bodyPr/>
            <a:lstStyle/>
            <a:p>
              <a:endParaRPr/>
            </a:p>
          </p:txBody>
        </p:sp>
        <p:sp>
          <p:nvSpPr>
            <p:cNvPr id="37" name="TextBox 37"/>
            <p:cNvSpPr txBox="1"/>
            <p:nvPr/>
          </p:nvSpPr>
          <p:spPr>
            <a:xfrm>
              <a:off x="0" y="0"/>
              <a:ext cx="4754880" cy="1188720"/>
            </a:xfrm>
            <a:prstGeom prst="rect">
              <a:avLst/>
            </a:prstGeom>
          </p:spPr>
          <p:txBody>
            <a:bodyPr lIns="0" tIns="0" rIns="0" bIns="0" rtlCol="0" anchor="ctr"/>
            <a:lstStyle/>
            <a:p>
              <a:pPr algn="l">
                <a:lnSpc>
                  <a:spcPts val="2700"/>
                </a:lnSpc>
              </a:pPr>
              <a:r>
                <a:rPr lang="en-US" sz="2250" b="1" spc="8">
                  <a:solidFill>
                    <a:srgbClr val="333333"/>
                  </a:solidFill>
                  <a:latin typeface="Noto Sans Kr Bold"/>
                  <a:ea typeface="Noto Sans Kr Bold"/>
                  <a:cs typeface="Noto Sans Kr Bold"/>
                  <a:sym typeface="Noto Sans Kr Bold"/>
                </a:rPr>
                <a:t>집중한 시간만 자동 기록</a:t>
              </a:r>
            </a:p>
          </p:txBody>
        </p:sp>
      </p:grpSp>
      <p:sp>
        <p:nvSpPr>
          <p:cNvPr id="38" name="TextBox 38"/>
          <p:cNvSpPr txBox="1"/>
          <p:nvPr/>
        </p:nvSpPr>
        <p:spPr>
          <a:xfrm>
            <a:off x="12481560" y="4351020"/>
            <a:ext cx="4526280" cy="621030"/>
          </a:xfrm>
          <a:prstGeom prst="rect">
            <a:avLst/>
          </a:prstGeom>
        </p:spPr>
        <p:txBody>
          <a:bodyPr lIns="0" tIns="0" rIns="0" bIns="0" rtlCol="0" anchor="t">
            <a:spAutoFit/>
          </a:bodyPr>
          <a:lstStyle/>
          <a:p>
            <a:pPr algn="l">
              <a:lnSpc>
                <a:spcPts val="2520"/>
              </a:lnSpc>
            </a:pPr>
            <a:r>
              <a:rPr lang="en-US" sz="1800" spc="6">
                <a:solidFill>
                  <a:srgbClr val="4B4B4B"/>
                </a:solidFill>
                <a:latin typeface="Noto Sans Kr"/>
                <a:ea typeface="Noto Sans Kr"/>
                <a:cs typeface="Noto Sans Kr"/>
                <a:sym typeface="Noto Sans Kr"/>
              </a:rPr>
              <a:t>직접 누르는 타이머 대신, 초록불(공부 중)일 때만 과목별 시간이 올라감</a:t>
            </a:r>
          </a:p>
        </p:txBody>
      </p:sp>
      <p:sp>
        <p:nvSpPr>
          <p:cNvPr id="39" name="TextBox 39"/>
          <p:cNvSpPr txBox="1"/>
          <p:nvPr/>
        </p:nvSpPr>
        <p:spPr>
          <a:xfrm>
            <a:off x="822960" y="6583680"/>
            <a:ext cx="13716000" cy="314325"/>
          </a:xfrm>
          <a:prstGeom prst="rect">
            <a:avLst/>
          </a:prstGeom>
        </p:spPr>
        <p:txBody>
          <a:bodyPr lIns="0" tIns="0" rIns="0" bIns="0" rtlCol="0" anchor="t">
            <a:spAutoFit/>
          </a:bodyPr>
          <a:lstStyle/>
          <a:p>
            <a:pPr algn="l">
              <a:lnSpc>
                <a:spcPts val="2520"/>
              </a:lnSpc>
            </a:pPr>
            <a:r>
              <a:rPr lang="en-US" sz="2100" b="1" spc="8">
                <a:solidFill>
                  <a:srgbClr val="333333"/>
                </a:solidFill>
                <a:latin typeface="Noto Sans Kr Bold"/>
                <a:ea typeface="Noto Sans Kr Bold"/>
                <a:cs typeface="Noto Sans Kr Bold"/>
                <a:sym typeface="Noto Sans Kr Bold"/>
              </a:rPr>
              <a:t>사용자 이용 흐름 — 실제 스터디카페 이용 경험을 그대로</a:t>
            </a:r>
          </a:p>
        </p:txBody>
      </p:sp>
      <p:grpSp>
        <p:nvGrpSpPr>
          <p:cNvPr id="40" name="Group 40"/>
          <p:cNvGrpSpPr/>
          <p:nvPr/>
        </p:nvGrpSpPr>
        <p:grpSpPr>
          <a:xfrm>
            <a:off x="813435" y="7259955"/>
            <a:ext cx="2556510" cy="1939290"/>
            <a:chOff x="0" y="0"/>
            <a:chExt cx="3408680" cy="2585720"/>
          </a:xfrm>
        </p:grpSpPr>
        <p:sp>
          <p:nvSpPr>
            <p:cNvPr id="41" name="Freeform 41"/>
            <p:cNvSpPr/>
            <p:nvPr/>
          </p:nvSpPr>
          <p:spPr>
            <a:xfrm>
              <a:off x="0" y="0"/>
              <a:ext cx="3408680" cy="2585720"/>
            </a:xfrm>
            <a:custGeom>
              <a:avLst/>
              <a:gdLst/>
              <a:ahLst/>
              <a:cxnLst/>
              <a:rect l="l" t="t" r="r" b="b"/>
              <a:pathLst>
                <a:path w="3408680" h="2585720">
                  <a:moveTo>
                    <a:pt x="0" y="147701"/>
                  </a:moveTo>
                  <a:cubicBezTo>
                    <a:pt x="0" y="66167"/>
                    <a:pt x="66167" y="0"/>
                    <a:pt x="147701" y="0"/>
                  </a:cubicBezTo>
                  <a:lnTo>
                    <a:pt x="3260979" y="0"/>
                  </a:lnTo>
                  <a:cubicBezTo>
                    <a:pt x="3342640" y="0"/>
                    <a:pt x="3408680" y="66167"/>
                    <a:pt x="3408680" y="147701"/>
                  </a:cubicBezTo>
                  <a:lnTo>
                    <a:pt x="3408680" y="2438019"/>
                  </a:lnTo>
                  <a:cubicBezTo>
                    <a:pt x="3408680" y="2519680"/>
                    <a:pt x="3342513" y="2585720"/>
                    <a:pt x="3260979" y="2585720"/>
                  </a:cubicBezTo>
                  <a:lnTo>
                    <a:pt x="147701" y="2585720"/>
                  </a:lnTo>
                  <a:cubicBezTo>
                    <a:pt x="66167" y="2585720"/>
                    <a:pt x="0" y="2519553"/>
                    <a:pt x="0" y="2438019"/>
                  </a:cubicBezTo>
                  <a:close/>
                </a:path>
              </a:pathLst>
            </a:custGeom>
            <a:solidFill>
              <a:srgbClr val="FFFFFF"/>
            </a:solidFill>
            <a:ln w="19050" cap="sq">
              <a:solidFill>
                <a:srgbClr val="DDE0E6"/>
              </a:solidFill>
              <a:prstDash val="solid"/>
              <a:miter/>
            </a:ln>
          </p:spPr>
          <p:txBody>
            <a:bodyPr/>
            <a:lstStyle/>
            <a:p>
              <a:endParaRPr/>
            </a:p>
          </p:txBody>
        </p:sp>
      </p:grpSp>
      <p:grpSp>
        <p:nvGrpSpPr>
          <p:cNvPr id="42" name="Group 42"/>
          <p:cNvGrpSpPr/>
          <p:nvPr/>
        </p:nvGrpSpPr>
        <p:grpSpPr>
          <a:xfrm>
            <a:off x="1817370" y="7516368"/>
            <a:ext cx="548640" cy="548640"/>
            <a:chOff x="0" y="0"/>
            <a:chExt cx="731520" cy="731520"/>
          </a:xfrm>
        </p:grpSpPr>
        <p:sp>
          <p:nvSpPr>
            <p:cNvPr id="43" name="Freeform 43" descr="preencoded.png"/>
            <p:cNvSpPr/>
            <p:nvPr/>
          </p:nvSpPr>
          <p:spPr>
            <a:xfrm>
              <a:off x="0" y="0"/>
              <a:ext cx="731520" cy="731520"/>
            </a:xfrm>
            <a:custGeom>
              <a:avLst/>
              <a:gdLst/>
              <a:ahLst/>
              <a:cxnLst/>
              <a:rect l="l" t="t" r="r" b="b"/>
              <a:pathLst>
                <a:path w="731520" h="731520">
                  <a:moveTo>
                    <a:pt x="0" y="0"/>
                  </a:moveTo>
                  <a:lnTo>
                    <a:pt x="731520" y="0"/>
                  </a:lnTo>
                  <a:lnTo>
                    <a:pt x="731520" y="731520"/>
                  </a:lnTo>
                  <a:lnTo>
                    <a:pt x="0" y="731520"/>
                  </a:lnTo>
                  <a:lnTo>
                    <a:pt x="0" y="0"/>
                  </a:lnTo>
                  <a:close/>
                </a:path>
              </a:pathLst>
            </a:custGeom>
            <a:blipFill>
              <a:blip r:embed="rId7"/>
              <a:stretch>
                <a:fillRect/>
              </a:stretch>
            </a:blipFill>
          </p:spPr>
          <p:txBody>
            <a:bodyPr/>
            <a:lstStyle/>
            <a:p>
              <a:endParaRPr/>
            </a:p>
          </p:txBody>
        </p:sp>
      </p:grpSp>
      <p:sp>
        <p:nvSpPr>
          <p:cNvPr id="44" name="TextBox 44"/>
          <p:cNvSpPr txBox="1"/>
          <p:nvPr/>
        </p:nvSpPr>
        <p:spPr>
          <a:xfrm>
            <a:off x="932688" y="8202168"/>
            <a:ext cx="2318004" cy="266700"/>
          </a:xfrm>
          <a:prstGeom prst="rect">
            <a:avLst/>
          </a:prstGeom>
        </p:spPr>
        <p:txBody>
          <a:bodyPr lIns="0" tIns="0" rIns="0" bIns="0" rtlCol="0" anchor="t">
            <a:spAutoFit/>
          </a:bodyPr>
          <a:lstStyle/>
          <a:p>
            <a:pPr algn="ctr">
              <a:lnSpc>
                <a:spcPts val="2160"/>
              </a:lnSpc>
            </a:pPr>
            <a:r>
              <a:rPr lang="en-US" sz="1800" b="1" spc="6">
                <a:solidFill>
                  <a:srgbClr val="333333"/>
                </a:solidFill>
                <a:latin typeface="Noto Sans Kr Bold"/>
                <a:ea typeface="Noto Sans Kr Bold"/>
                <a:cs typeface="Noto Sans Kr Bold"/>
                <a:sym typeface="Noto Sans Kr Bold"/>
              </a:rPr>
              <a:t>지점 선택</a:t>
            </a:r>
          </a:p>
        </p:txBody>
      </p:sp>
      <p:sp>
        <p:nvSpPr>
          <p:cNvPr id="45" name="AutoShape 45"/>
          <p:cNvSpPr/>
          <p:nvPr/>
        </p:nvSpPr>
        <p:spPr>
          <a:xfrm>
            <a:off x="3370088" y="8220075"/>
            <a:ext cx="254984" cy="0"/>
          </a:xfrm>
          <a:prstGeom prst="line">
            <a:avLst/>
          </a:prstGeom>
          <a:ln w="19050" cap="rnd">
            <a:solidFill>
              <a:srgbClr val="3C55CB"/>
            </a:solidFill>
            <a:prstDash val="solid"/>
            <a:headEnd type="none" w="sm" len="sm"/>
            <a:tailEnd type="triangle" w="lg" len="med"/>
          </a:ln>
        </p:spPr>
        <p:txBody>
          <a:bodyPr/>
          <a:lstStyle/>
          <a:p>
            <a:endParaRPr/>
          </a:p>
        </p:txBody>
      </p:sp>
      <p:grpSp>
        <p:nvGrpSpPr>
          <p:cNvPr id="46" name="Group 46"/>
          <p:cNvGrpSpPr/>
          <p:nvPr/>
        </p:nvGrpSpPr>
        <p:grpSpPr>
          <a:xfrm>
            <a:off x="3625215" y="7259955"/>
            <a:ext cx="2556510" cy="1939290"/>
            <a:chOff x="0" y="0"/>
            <a:chExt cx="3408680" cy="2585720"/>
          </a:xfrm>
        </p:grpSpPr>
        <p:sp>
          <p:nvSpPr>
            <p:cNvPr id="47" name="Freeform 47"/>
            <p:cNvSpPr/>
            <p:nvPr/>
          </p:nvSpPr>
          <p:spPr>
            <a:xfrm>
              <a:off x="0" y="0"/>
              <a:ext cx="3408680" cy="2585720"/>
            </a:xfrm>
            <a:custGeom>
              <a:avLst/>
              <a:gdLst/>
              <a:ahLst/>
              <a:cxnLst/>
              <a:rect l="l" t="t" r="r" b="b"/>
              <a:pathLst>
                <a:path w="3408680" h="2585720">
                  <a:moveTo>
                    <a:pt x="0" y="147701"/>
                  </a:moveTo>
                  <a:cubicBezTo>
                    <a:pt x="0" y="66167"/>
                    <a:pt x="66167" y="0"/>
                    <a:pt x="147701" y="0"/>
                  </a:cubicBezTo>
                  <a:lnTo>
                    <a:pt x="3260979" y="0"/>
                  </a:lnTo>
                  <a:cubicBezTo>
                    <a:pt x="3342640" y="0"/>
                    <a:pt x="3408680" y="66167"/>
                    <a:pt x="3408680" y="147701"/>
                  </a:cubicBezTo>
                  <a:lnTo>
                    <a:pt x="3408680" y="2438019"/>
                  </a:lnTo>
                  <a:cubicBezTo>
                    <a:pt x="3408680" y="2519680"/>
                    <a:pt x="3342513" y="2585720"/>
                    <a:pt x="3260979" y="2585720"/>
                  </a:cubicBezTo>
                  <a:lnTo>
                    <a:pt x="147701" y="2585720"/>
                  </a:lnTo>
                  <a:cubicBezTo>
                    <a:pt x="66167" y="2585720"/>
                    <a:pt x="0" y="2519553"/>
                    <a:pt x="0" y="2438019"/>
                  </a:cubicBezTo>
                  <a:close/>
                </a:path>
              </a:pathLst>
            </a:custGeom>
            <a:solidFill>
              <a:srgbClr val="FFFFFF"/>
            </a:solidFill>
            <a:ln w="19050" cap="sq">
              <a:solidFill>
                <a:srgbClr val="DDE0E6"/>
              </a:solidFill>
              <a:prstDash val="solid"/>
              <a:miter/>
            </a:ln>
          </p:spPr>
          <p:txBody>
            <a:bodyPr/>
            <a:lstStyle/>
            <a:p>
              <a:endParaRPr/>
            </a:p>
          </p:txBody>
        </p:sp>
      </p:grpSp>
      <p:grpSp>
        <p:nvGrpSpPr>
          <p:cNvPr id="48" name="Group 48"/>
          <p:cNvGrpSpPr/>
          <p:nvPr/>
        </p:nvGrpSpPr>
        <p:grpSpPr>
          <a:xfrm>
            <a:off x="4629150" y="7516368"/>
            <a:ext cx="548640" cy="548640"/>
            <a:chOff x="0" y="0"/>
            <a:chExt cx="731520" cy="731520"/>
          </a:xfrm>
        </p:grpSpPr>
        <p:sp>
          <p:nvSpPr>
            <p:cNvPr id="49" name="Freeform 49" descr="preencoded.png"/>
            <p:cNvSpPr/>
            <p:nvPr/>
          </p:nvSpPr>
          <p:spPr>
            <a:xfrm>
              <a:off x="0" y="0"/>
              <a:ext cx="731520" cy="731520"/>
            </a:xfrm>
            <a:custGeom>
              <a:avLst/>
              <a:gdLst/>
              <a:ahLst/>
              <a:cxnLst/>
              <a:rect l="l" t="t" r="r" b="b"/>
              <a:pathLst>
                <a:path w="731520" h="731520">
                  <a:moveTo>
                    <a:pt x="0" y="0"/>
                  </a:moveTo>
                  <a:lnTo>
                    <a:pt x="731520" y="0"/>
                  </a:lnTo>
                  <a:lnTo>
                    <a:pt x="731520" y="731520"/>
                  </a:lnTo>
                  <a:lnTo>
                    <a:pt x="0" y="731520"/>
                  </a:lnTo>
                  <a:lnTo>
                    <a:pt x="0" y="0"/>
                  </a:lnTo>
                  <a:close/>
                </a:path>
              </a:pathLst>
            </a:custGeom>
            <a:blipFill>
              <a:blip r:embed="rId8"/>
              <a:stretch>
                <a:fillRect/>
              </a:stretch>
            </a:blipFill>
          </p:spPr>
          <p:txBody>
            <a:bodyPr/>
            <a:lstStyle/>
            <a:p>
              <a:endParaRPr/>
            </a:p>
          </p:txBody>
        </p:sp>
      </p:grpSp>
      <p:sp>
        <p:nvSpPr>
          <p:cNvPr id="50" name="TextBox 50"/>
          <p:cNvSpPr txBox="1"/>
          <p:nvPr/>
        </p:nvSpPr>
        <p:spPr>
          <a:xfrm>
            <a:off x="3744468" y="8202168"/>
            <a:ext cx="2318004" cy="266700"/>
          </a:xfrm>
          <a:prstGeom prst="rect">
            <a:avLst/>
          </a:prstGeom>
        </p:spPr>
        <p:txBody>
          <a:bodyPr lIns="0" tIns="0" rIns="0" bIns="0" rtlCol="0" anchor="t">
            <a:spAutoFit/>
          </a:bodyPr>
          <a:lstStyle/>
          <a:p>
            <a:pPr algn="ctr">
              <a:lnSpc>
                <a:spcPts val="2160"/>
              </a:lnSpc>
            </a:pPr>
            <a:r>
              <a:rPr lang="en-US" sz="1800" b="1" spc="6">
                <a:solidFill>
                  <a:srgbClr val="333333"/>
                </a:solidFill>
                <a:latin typeface="Noto Sans Kr Bold"/>
                <a:ea typeface="Noto Sans Kr Bold"/>
                <a:cs typeface="Noto Sans Kr Bold"/>
                <a:sym typeface="Noto Sans Kr Bold"/>
              </a:rPr>
              <a:t>키오스크 좌석 지정</a:t>
            </a:r>
          </a:p>
        </p:txBody>
      </p:sp>
      <p:sp>
        <p:nvSpPr>
          <p:cNvPr id="51" name="AutoShape 51"/>
          <p:cNvSpPr/>
          <p:nvPr/>
        </p:nvSpPr>
        <p:spPr>
          <a:xfrm>
            <a:off x="6181868" y="8220075"/>
            <a:ext cx="254984" cy="0"/>
          </a:xfrm>
          <a:prstGeom prst="line">
            <a:avLst/>
          </a:prstGeom>
          <a:ln w="19050" cap="rnd">
            <a:solidFill>
              <a:srgbClr val="3C55CB"/>
            </a:solidFill>
            <a:prstDash val="solid"/>
            <a:headEnd type="none" w="sm" len="sm"/>
            <a:tailEnd type="triangle" w="lg" len="med"/>
          </a:ln>
        </p:spPr>
        <p:txBody>
          <a:bodyPr/>
          <a:lstStyle/>
          <a:p>
            <a:endParaRPr/>
          </a:p>
        </p:txBody>
      </p:sp>
      <p:grpSp>
        <p:nvGrpSpPr>
          <p:cNvPr id="52" name="Group 52"/>
          <p:cNvGrpSpPr/>
          <p:nvPr/>
        </p:nvGrpSpPr>
        <p:grpSpPr>
          <a:xfrm>
            <a:off x="6436995" y="7259955"/>
            <a:ext cx="2556510" cy="1939290"/>
            <a:chOff x="0" y="0"/>
            <a:chExt cx="3408680" cy="2585720"/>
          </a:xfrm>
        </p:grpSpPr>
        <p:sp>
          <p:nvSpPr>
            <p:cNvPr id="53" name="Freeform 53"/>
            <p:cNvSpPr/>
            <p:nvPr/>
          </p:nvSpPr>
          <p:spPr>
            <a:xfrm>
              <a:off x="0" y="0"/>
              <a:ext cx="3408680" cy="2585720"/>
            </a:xfrm>
            <a:custGeom>
              <a:avLst/>
              <a:gdLst/>
              <a:ahLst/>
              <a:cxnLst/>
              <a:rect l="l" t="t" r="r" b="b"/>
              <a:pathLst>
                <a:path w="3408680" h="2585720">
                  <a:moveTo>
                    <a:pt x="0" y="147701"/>
                  </a:moveTo>
                  <a:cubicBezTo>
                    <a:pt x="0" y="66167"/>
                    <a:pt x="66167" y="0"/>
                    <a:pt x="147701" y="0"/>
                  </a:cubicBezTo>
                  <a:lnTo>
                    <a:pt x="3260979" y="0"/>
                  </a:lnTo>
                  <a:cubicBezTo>
                    <a:pt x="3342640" y="0"/>
                    <a:pt x="3408680" y="66167"/>
                    <a:pt x="3408680" y="147701"/>
                  </a:cubicBezTo>
                  <a:lnTo>
                    <a:pt x="3408680" y="2438019"/>
                  </a:lnTo>
                  <a:cubicBezTo>
                    <a:pt x="3408680" y="2519680"/>
                    <a:pt x="3342513" y="2585720"/>
                    <a:pt x="3260979" y="2585720"/>
                  </a:cubicBezTo>
                  <a:lnTo>
                    <a:pt x="147701" y="2585720"/>
                  </a:lnTo>
                  <a:cubicBezTo>
                    <a:pt x="66167" y="2585720"/>
                    <a:pt x="0" y="2519553"/>
                    <a:pt x="0" y="2438019"/>
                  </a:cubicBezTo>
                  <a:close/>
                </a:path>
              </a:pathLst>
            </a:custGeom>
            <a:solidFill>
              <a:srgbClr val="FFFFFF"/>
            </a:solidFill>
            <a:ln w="19050" cap="sq">
              <a:solidFill>
                <a:srgbClr val="DDE0E6"/>
              </a:solidFill>
              <a:prstDash val="solid"/>
              <a:miter/>
            </a:ln>
          </p:spPr>
          <p:txBody>
            <a:bodyPr/>
            <a:lstStyle/>
            <a:p>
              <a:endParaRPr/>
            </a:p>
          </p:txBody>
        </p:sp>
      </p:grpSp>
      <p:grpSp>
        <p:nvGrpSpPr>
          <p:cNvPr id="54" name="Group 54"/>
          <p:cNvGrpSpPr/>
          <p:nvPr/>
        </p:nvGrpSpPr>
        <p:grpSpPr>
          <a:xfrm>
            <a:off x="7440930" y="7516368"/>
            <a:ext cx="548640" cy="548640"/>
            <a:chOff x="0" y="0"/>
            <a:chExt cx="731520" cy="731520"/>
          </a:xfrm>
        </p:grpSpPr>
        <p:sp>
          <p:nvSpPr>
            <p:cNvPr id="55" name="Freeform 55" descr="preencoded.png"/>
            <p:cNvSpPr/>
            <p:nvPr/>
          </p:nvSpPr>
          <p:spPr>
            <a:xfrm>
              <a:off x="0" y="0"/>
              <a:ext cx="731520" cy="731520"/>
            </a:xfrm>
            <a:custGeom>
              <a:avLst/>
              <a:gdLst/>
              <a:ahLst/>
              <a:cxnLst/>
              <a:rect l="l" t="t" r="r" b="b"/>
              <a:pathLst>
                <a:path w="731520" h="731520">
                  <a:moveTo>
                    <a:pt x="0" y="0"/>
                  </a:moveTo>
                  <a:lnTo>
                    <a:pt x="731520" y="0"/>
                  </a:lnTo>
                  <a:lnTo>
                    <a:pt x="731520" y="731520"/>
                  </a:lnTo>
                  <a:lnTo>
                    <a:pt x="0" y="731520"/>
                  </a:lnTo>
                  <a:lnTo>
                    <a:pt x="0" y="0"/>
                  </a:lnTo>
                  <a:close/>
                </a:path>
              </a:pathLst>
            </a:custGeom>
            <a:blipFill>
              <a:blip r:embed="rId9"/>
              <a:stretch>
                <a:fillRect/>
              </a:stretch>
            </a:blipFill>
          </p:spPr>
          <p:txBody>
            <a:bodyPr/>
            <a:lstStyle/>
            <a:p>
              <a:endParaRPr/>
            </a:p>
          </p:txBody>
        </p:sp>
      </p:grpSp>
      <p:sp>
        <p:nvSpPr>
          <p:cNvPr id="56" name="TextBox 56"/>
          <p:cNvSpPr txBox="1"/>
          <p:nvPr/>
        </p:nvSpPr>
        <p:spPr>
          <a:xfrm>
            <a:off x="6556248" y="8202168"/>
            <a:ext cx="2318004" cy="266700"/>
          </a:xfrm>
          <a:prstGeom prst="rect">
            <a:avLst/>
          </a:prstGeom>
        </p:spPr>
        <p:txBody>
          <a:bodyPr lIns="0" tIns="0" rIns="0" bIns="0" rtlCol="0" anchor="t">
            <a:spAutoFit/>
          </a:bodyPr>
          <a:lstStyle/>
          <a:p>
            <a:pPr algn="ctr">
              <a:lnSpc>
                <a:spcPts val="2160"/>
              </a:lnSpc>
            </a:pPr>
            <a:r>
              <a:rPr lang="en-US" sz="1800" b="1" spc="6">
                <a:solidFill>
                  <a:srgbClr val="333333"/>
                </a:solidFill>
                <a:latin typeface="Noto Sans Kr Bold"/>
                <a:ea typeface="Noto Sans Kr Bold"/>
                <a:cs typeface="Noto Sans Kr Bold"/>
                <a:sym typeface="Noto Sans Kr Bold"/>
              </a:rPr>
              <a:t>2D 이동 · 착석</a:t>
            </a:r>
          </a:p>
        </p:txBody>
      </p:sp>
      <p:sp>
        <p:nvSpPr>
          <p:cNvPr id="57" name="AutoShape 57"/>
          <p:cNvSpPr/>
          <p:nvPr/>
        </p:nvSpPr>
        <p:spPr>
          <a:xfrm>
            <a:off x="8993648" y="8220075"/>
            <a:ext cx="254984" cy="0"/>
          </a:xfrm>
          <a:prstGeom prst="line">
            <a:avLst/>
          </a:prstGeom>
          <a:ln w="19050" cap="rnd">
            <a:solidFill>
              <a:srgbClr val="3C55CB"/>
            </a:solidFill>
            <a:prstDash val="solid"/>
            <a:headEnd type="none" w="sm" len="sm"/>
            <a:tailEnd type="triangle" w="lg" len="med"/>
          </a:ln>
        </p:spPr>
        <p:txBody>
          <a:bodyPr/>
          <a:lstStyle/>
          <a:p>
            <a:endParaRPr/>
          </a:p>
        </p:txBody>
      </p:sp>
      <p:grpSp>
        <p:nvGrpSpPr>
          <p:cNvPr id="58" name="Group 58"/>
          <p:cNvGrpSpPr/>
          <p:nvPr/>
        </p:nvGrpSpPr>
        <p:grpSpPr>
          <a:xfrm>
            <a:off x="9248775" y="7259955"/>
            <a:ext cx="2556510" cy="1939290"/>
            <a:chOff x="0" y="0"/>
            <a:chExt cx="3408680" cy="2585720"/>
          </a:xfrm>
        </p:grpSpPr>
        <p:sp>
          <p:nvSpPr>
            <p:cNvPr id="59" name="Freeform 59"/>
            <p:cNvSpPr/>
            <p:nvPr/>
          </p:nvSpPr>
          <p:spPr>
            <a:xfrm>
              <a:off x="0" y="0"/>
              <a:ext cx="3408680" cy="2585720"/>
            </a:xfrm>
            <a:custGeom>
              <a:avLst/>
              <a:gdLst/>
              <a:ahLst/>
              <a:cxnLst/>
              <a:rect l="l" t="t" r="r" b="b"/>
              <a:pathLst>
                <a:path w="3408680" h="2585720">
                  <a:moveTo>
                    <a:pt x="0" y="147701"/>
                  </a:moveTo>
                  <a:cubicBezTo>
                    <a:pt x="0" y="66167"/>
                    <a:pt x="66167" y="0"/>
                    <a:pt x="147701" y="0"/>
                  </a:cubicBezTo>
                  <a:lnTo>
                    <a:pt x="3260979" y="0"/>
                  </a:lnTo>
                  <a:cubicBezTo>
                    <a:pt x="3342640" y="0"/>
                    <a:pt x="3408680" y="66167"/>
                    <a:pt x="3408680" y="147701"/>
                  </a:cubicBezTo>
                  <a:lnTo>
                    <a:pt x="3408680" y="2438019"/>
                  </a:lnTo>
                  <a:cubicBezTo>
                    <a:pt x="3408680" y="2519680"/>
                    <a:pt x="3342513" y="2585720"/>
                    <a:pt x="3260979" y="2585720"/>
                  </a:cubicBezTo>
                  <a:lnTo>
                    <a:pt x="147701" y="2585720"/>
                  </a:lnTo>
                  <a:cubicBezTo>
                    <a:pt x="66167" y="2585720"/>
                    <a:pt x="0" y="2519553"/>
                    <a:pt x="0" y="2438019"/>
                  </a:cubicBezTo>
                  <a:close/>
                </a:path>
              </a:pathLst>
            </a:custGeom>
            <a:solidFill>
              <a:srgbClr val="FFFFFF"/>
            </a:solidFill>
            <a:ln w="19050" cap="sq">
              <a:solidFill>
                <a:srgbClr val="DDE0E6"/>
              </a:solidFill>
              <a:prstDash val="solid"/>
              <a:miter/>
            </a:ln>
          </p:spPr>
          <p:txBody>
            <a:bodyPr/>
            <a:lstStyle/>
            <a:p>
              <a:endParaRPr/>
            </a:p>
          </p:txBody>
        </p:sp>
      </p:grpSp>
      <p:grpSp>
        <p:nvGrpSpPr>
          <p:cNvPr id="60" name="Group 60"/>
          <p:cNvGrpSpPr/>
          <p:nvPr/>
        </p:nvGrpSpPr>
        <p:grpSpPr>
          <a:xfrm>
            <a:off x="10252710" y="7516368"/>
            <a:ext cx="548640" cy="548640"/>
            <a:chOff x="0" y="0"/>
            <a:chExt cx="731520" cy="731520"/>
          </a:xfrm>
        </p:grpSpPr>
        <p:sp>
          <p:nvSpPr>
            <p:cNvPr id="61" name="Freeform 61" descr="preencoded.png"/>
            <p:cNvSpPr/>
            <p:nvPr/>
          </p:nvSpPr>
          <p:spPr>
            <a:xfrm>
              <a:off x="0" y="0"/>
              <a:ext cx="731520" cy="731520"/>
            </a:xfrm>
            <a:custGeom>
              <a:avLst/>
              <a:gdLst/>
              <a:ahLst/>
              <a:cxnLst/>
              <a:rect l="l" t="t" r="r" b="b"/>
              <a:pathLst>
                <a:path w="731520" h="731520">
                  <a:moveTo>
                    <a:pt x="0" y="0"/>
                  </a:moveTo>
                  <a:lnTo>
                    <a:pt x="731520" y="0"/>
                  </a:lnTo>
                  <a:lnTo>
                    <a:pt x="731520" y="731520"/>
                  </a:lnTo>
                  <a:lnTo>
                    <a:pt x="0" y="731520"/>
                  </a:lnTo>
                  <a:lnTo>
                    <a:pt x="0" y="0"/>
                  </a:lnTo>
                  <a:close/>
                </a:path>
              </a:pathLst>
            </a:custGeom>
            <a:blipFill>
              <a:blip r:embed="rId10"/>
              <a:stretch>
                <a:fillRect/>
              </a:stretch>
            </a:blipFill>
          </p:spPr>
          <p:txBody>
            <a:bodyPr/>
            <a:lstStyle/>
            <a:p>
              <a:endParaRPr/>
            </a:p>
          </p:txBody>
        </p:sp>
      </p:grpSp>
      <p:sp>
        <p:nvSpPr>
          <p:cNvPr id="62" name="TextBox 62"/>
          <p:cNvSpPr txBox="1"/>
          <p:nvPr/>
        </p:nvSpPr>
        <p:spPr>
          <a:xfrm>
            <a:off x="9368028" y="8202168"/>
            <a:ext cx="2318004" cy="266700"/>
          </a:xfrm>
          <a:prstGeom prst="rect">
            <a:avLst/>
          </a:prstGeom>
        </p:spPr>
        <p:txBody>
          <a:bodyPr lIns="0" tIns="0" rIns="0" bIns="0" rtlCol="0" anchor="t">
            <a:spAutoFit/>
          </a:bodyPr>
          <a:lstStyle/>
          <a:p>
            <a:pPr algn="ctr">
              <a:lnSpc>
                <a:spcPts val="2160"/>
              </a:lnSpc>
            </a:pPr>
            <a:r>
              <a:rPr lang="en-US" sz="1800" b="1" spc="6">
                <a:solidFill>
                  <a:srgbClr val="333333"/>
                </a:solidFill>
                <a:latin typeface="Noto Sans Kr Bold"/>
                <a:ea typeface="Noto Sans Kr Bold"/>
                <a:cs typeface="Noto Sans Kr Bold"/>
                <a:sym typeface="Noto Sans Kr Bold"/>
              </a:rPr>
              <a:t>가이드라인 확인</a:t>
            </a:r>
          </a:p>
        </p:txBody>
      </p:sp>
      <p:sp>
        <p:nvSpPr>
          <p:cNvPr id="63" name="AutoShape 63"/>
          <p:cNvSpPr/>
          <p:nvPr/>
        </p:nvSpPr>
        <p:spPr>
          <a:xfrm>
            <a:off x="11805428" y="8220075"/>
            <a:ext cx="254984" cy="0"/>
          </a:xfrm>
          <a:prstGeom prst="line">
            <a:avLst/>
          </a:prstGeom>
          <a:ln w="19050" cap="rnd">
            <a:solidFill>
              <a:srgbClr val="3C55CB"/>
            </a:solidFill>
            <a:prstDash val="solid"/>
            <a:headEnd type="none" w="sm" len="sm"/>
            <a:tailEnd type="triangle" w="lg" len="med"/>
          </a:ln>
        </p:spPr>
        <p:txBody>
          <a:bodyPr/>
          <a:lstStyle/>
          <a:p>
            <a:endParaRPr/>
          </a:p>
        </p:txBody>
      </p:sp>
      <p:grpSp>
        <p:nvGrpSpPr>
          <p:cNvPr id="64" name="Group 64"/>
          <p:cNvGrpSpPr/>
          <p:nvPr/>
        </p:nvGrpSpPr>
        <p:grpSpPr>
          <a:xfrm>
            <a:off x="12060555" y="7259955"/>
            <a:ext cx="2556510" cy="1939290"/>
            <a:chOff x="0" y="0"/>
            <a:chExt cx="3408680" cy="2585720"/>
          </a:xfrm>
        </p:grpSpPr>
        <p:sp>
          <p:nvSpPr>
            <p:cNvPr id="65" name="Freeform 65"/>
            <p:cNvSpPr/>
            <p:nvPr/>
          </p:nvSpPr>
          <p:spPr>
            <a:xfrm>
              <a:off x="0" y="0"/>
              <a:ext cx="3408680" cy="2585720"/>
            </a:xfrm>
            <a:custGeom>
              <a:avLst/>
              <a:gdLst/>
              <a:ahLst/>
              <a:cxnLst/>
              <a:rect l="l" t="t" r="r" b="b"/>
              <a:pathLst>
                <a:path w="3408680" h="2585720">
                  <a:moveTo>
                    <a:pt x="0" y="147701"/>
                  </a:moveTo>
                  <a:cubicBezTo>
                    <a:pt x="0" y="66167"/>
                    <a:pt x="66167" y="0"/>
                    <a:pt x="147701" y="0"/>
                  </a:cubicBezTo>
                  <a:lnTo>
                    <a:pt x="3260979" y="0"/>
                  </a:lnTo>
                  <a:cubicBezTo>
                    <a:pt x="3342640" y="0"/>
                    <a:pt x="3408680" y="66167"/>
                    <a:pt x="3408680" y="147701"/>
                  </a:cubicBezTo>
                  <a:lnTo>
                    <a:pt x="3408680" y="2438019"/>
                  </a:lnTo>
                  <a:cubicBezTo>
                    <a:pt x="3408680" y="2519680"/>
                    <a:pt x="3342513" y="2585720"/>
                    <a:pt x="3260979" y="2585720"/>
                  </a:cubicBezTo>
                  <a:lnTo>
                    <a:pt x="147701" y="2585720"/>
                  </a:lnTo>
                  <a:cubicBezTo>
                    <a:pt x="66167" y="2585720"/>
                    <a:pt x="0" y="2519553"/>
                    <a:pt x="0" y="2438019"/>
                  </a:cubicBezTo>
                  <a:close/>
                </a:path>
              </a:pathLst>
            </a:custGeom>
            <a:solidFill>
              <a:srgbClr val="FFFFFF"/>
            </a:solidFill>
            <a:ln w="19050" cap="sq">
              <a:solidFill>
                <a:srgbClr val="DDE0E6"/>
              </a:solidFill>
              <a:prstDash val="solid"/>
              <a:miter/>
            </a:ln>
          </p:spPr>
          <p:txBody>
            <a:bodyPr/>
            <a:lstStyle/>
            <a:p>
              <a:endParaRPr/>
            </a:p>
          </p:txBody>
        </p:sp>
      </p:grpSp>
      <p:grpSp>
        <p:nvGrpSpPr>
          <p:cNvPr id="66" name="Group 66"/>
          <p:cNvGrpSpPr/>
          <p:nvPr/>
        </p:nvGrpSpPr>
        <p:grpSpPr>
          <a:xfrm>
            <a:off x="13064490" y="7516368"/>
            <a:ext cx="548640" cy="548640"/>
            <a:chOff x="0" y="0"/>
            <a:chExt cx="731520" cy="731520"/>
          </a:xfrm>
        </p:grpSpPr>
        <p:sp>
          <p:nvSpPr>
            <p:cNvPr id="67" name="Freeform 67" descr="preencoded.png"/>
            <p:cNvSpPr/>
            <p:nvPr/>
          </p:nvSpPr>
          <p:spPr>
            <a:xfrm>
              <a:off x="0" y="0"/>
              <a:ext cx="731520" cy="731520"/>
            </a:xfrm>
            <a:custGeom>
              <a:avLst/>
              <a:gdLst/>
              <a:ahLst/>
              <a:cxnLst/>
              <a:rect l="l" t="t" r="r" b="b"/>
              <a:pathLst>
                <a:path w="731520" h="731520">
                  <a:moveTo>
                    <a:pt x="0" y="0"/>
                  </a:moveTo>
                  <a:lnTo>
                    <a:pt x="731520" y="0"/>
                  </a:lnTo>
                  <a:lnTo>
                    <a:pt x="731520" y="731520"/>
                  </a:lnTo>
                  <a:lnTo>
                    <a:pt x="0" y="731520"/>
                  </a:lnTo>
                  <a:lnTo>
                    <a:pt x="0" y="0"/>
                  </a:lnTo>
                  <a:close/>
                </a:path>
              </a:pathLst>
            </a:custGeom>
            <a:blipFill>
              <a:blip r:embed="rId11"/>
              <a:stretch>
                <a:fillRect/>
              </a:stretch>
            </a:blipFill>
          </p:spPr>
          <p:txBody>
            <a:bodyPr/>
            <a:lstStyle/>
            <a:p>
              <a:endParaRPr/>
            </a:p>
          </p:txBody>
        </p:sp>
      </p:grpSp>
      <p:sp>
        <p:nvSpPr>
          <p:cNvPr id="68" name="TextBox 68"/>
          <p:cNvSpPr txBox="1"/>
          <p:nvPr/>
        </p:nvSpPr>
        <p:spPr>
          <a:xfrm>
            <a:off x="12179808" y="8202168"/>
            <a:ext cx="2318004" cy="533400"/>
          </a:xfrm>
          <a:prstGeom prst="rect">
            <a:avLst/>
          </a:prstGeom>
        </p:spPr>
        <p:txBody>
          <a:bodyPr lIns="0" tIns="0" rIns="0" bIns="0" rtlCol="0" anchor="t">
            <a:spAutoFit/>
          </a:bodyPr>
          <a:lstStyle/>
          <a:p>
            <a:pPr algn="ctr">
              <a:lnSpc>
                <a:spcPts val="2160"/>
              </a:lnSpc>
            </a:pPr>
            <a:r>
              <a:rPr lang="en-US" sz="1800" b="1" spc="6">
                <a:solidFill>
                  <a:srgbClr val="333333"/>
                </a:solidFill>
                <a:latin typeface="Noto Sans Kr Bold"/>
                <a:ea typeface="Noto Sans Kr Bold"/>
                <a:cs typeface="Noto Sans Kr Bold"/>
                <a:sym typeface="Noto Sans Kr Bold"/>
              </a:rPr>
              <a:t>과목 · 학습 기기</a:t>
            </a:r>
          </a:p>
          <a:p>
            <a:pPr algn="ctr">
              <a:lnSpc>
                <a:spcPts val="2160"/>
              </a:lnSpc>
            </a:pPr>
            <a:r>
              <a:rPr lang="en-US" sz="1800" b="1" spc="6">
                <a:solidFill>
                  <a:srgbClr val="333333"/>
                </a:solidFill>
                <a:latin typeface="Noto Sans Kr Bold"/>
                <a:ea typeface="Noto Sans Kr Bold"/>
                <a:cs typeface="Noto Sans Kr Bold"/>
                <a:sym typeface="Noto Sans Kr Bold"/>
              </a:rPr>
              <a:t>사용 여부 선택</a:t>
            </a:r>
          </a:p>
        </p:txBody>
      </p:sp>
      <p:sp>
        <p:nvSpPr>
          <p:cNvPr id="69" name="AutoShape 69"/>
          <p:cNvSpPr/>
          <p:nvPr/>
        </p:nvSpPr>
        <p:spPr>
          <a:xfrm>
            <a:off x="14617208" y="8220075"/>
            <a:ext cx="254984" cy="0"/>
          </a:xfrm>
          <a:prstGeom prst="line">
            <a:avLst/>
          </a:prstGeom>
          <a:ln w="19050" cap="rnd">
            <a:solidFill>
              <a:srgbClr val="3C55CB"/>
            </a:solidFill>
            <a:prstDash val="solid"/>
            <a:headEnd type="none" w="sm" len="sm"/>
            <a:tailEnd type="triangle" w="lg" len="med"/>
          </a:ln>
        </p:spPr>
        <p:txBody>
          <a:bodyPr/>
          <a:lstStyle/>
          <a:p>
            <a:endParaRPr/>
          </a:p>
        </p:txBody>
      </p:sp>
      <p:grpSp>
        <p:nvGrpSpPr>
          <p:cNvPr id="70" name="Group 70"/>
          <p:cNvGrpSpPr/>
          <p:nvPr/>
        </p:nvGrpSpPr>
        <p:grpSpPr>
          <a:xfrm>
            <a:off x="14872335" y="7259955"/>
            <a:ext cx="2556510" cy="1939290"/>
            <a:chOff x="0" y="0"/>
            <a:chExt cx="3408680" cy="2585720"/>
          </a:xfrm>
        </p:grpSpPr>
        <p:sp>
          <p:nvSpPr>
            <p:cNvPr id="71" name="Freeform 71"/>
            <p:cNvSpPr/>
            <p:nvPr/>
          </p:nvSpPr>
          <p:spPr>
            <a:xfrm>
              <a:off x="0" y="0"/>
              <a:ext cx="3408680" cy="2585720"/>
            </a:xfrm>
            <a:custGeom>
              <a:avLst/>
              <a:gdLst/>
              <a:ahLst/>
              <a:cxnLst/>
              <a:rect l="l" t="t" r="r" b="b"/>
              <a:pathLst>
                <a:path w="3408680" h="2585720">
                  <a:moveTo>
                    <a:pt x="0" y="147701"/>
                  </a:moveTo>
                  <a:cubicBezTo>
                    <a:pt x="0" y="66167"/>
                    <a:pt x="66167" y="0"/>
                    <a:pt x="147701" y="0"/>
                  </a:cubicBezTo>
                  <a:lnTo>
                    <a:pt x="3260979" y="0"/>
                  </a:lnTo>
                  <a:cubicBezTo>
                    <a:pt x="3342640" y="0"/>
                    <a:pt x="3408680" y="66167"/>
                    <a:pt x="3408680" y="147701"/>
                  </a:cubicBezTo>
                  <a:lnTo>
                    <a:pt x="3408680" y="2438019"/>
                  </a:lnTo>
                  <a:cubicBezTo>
                    <a:pt x="3408680" y="2519680"/>
                    <a:pt x="3342513" y="2585720"/>
                    <a:pt x="3260979" y="2585720"/>
                  </a:cubicBezTo>
                  <a:lnTo>
                    <a:pt x="147701" y="2585720"/>
                  </a:lnTo>
                  <a:cubicBezTo>
                    <a:pt x="66167" y="2585720"/>
                    <a:pt x="0" y="2519553"/>
                    <a:pt x="0" y="2438019"/>
                  </a:cubicBezTo>
                  <a:close/>
                </a:path>
              </a:pathLst>
            </a:custGeom>
            <a:solidFill>
              <a:srgbClr val="3C55CB"/>
            </a:solidFill>
            <a:ln w="19050" cap="sq">
              <a:solidFill>
                <a:srgbClr val="3C55CB"/>
              </a:solidFill>
              <a:prstDash val="solid"/>
              <a:miter/>
            </a:ln>
          </p:spPr>
          <p:txBody>
            <a:bodyPr/>
            <a:lstStyle/>
            <a:p>
              <a:endParaRPr/>
            </a:p>
          </p:txBody>
        </p:sp>
      </p:grpSp>
      <p:grpSp>
        <p:nvGrpSpPr>
          <p:cNvPr id="72" name="Group 72"/>
          <p:cNvGrpSpPr/>
          <p:nvPr/>
        </p:nvGrpSpPr>
        <p:grpSpPr>
          <a:xfrm>
            <a:off x="15876270" y="7516368"/>
            <a:ext cx="548640" cy="548640"/>
            <a:chOff x="0" y="0"/>
            <a:chExt cx="731520" cy="731520"/>
          </a:xfrm>
        </p:grpSpPr>
        <p:sp>
          <p:nvSpPr>
            <p:cNvPr id="73" name="Freeform 73" descr="preencoded.png"/>
            <p:cNvSpPr/>
            <p:nvPr/>
          </p:nvSpPr>
          <p:spPr>
            <a:xfrm>
              <a:off x="0" y="0"/>
              <a:ext cx="731520" cy="731520"/>
            </a:xfrm>
            <a:custGeom>
              <a:avLst/>
              <a:gdLst/>
              <a:ahLst/>
              <a:cxnLst/>
              <a:rect l="l" t="t" r="r" b="b"/>
              <a:pathLst>
                <a:path w="731520" h="731520">
                  <a:moveTo>
                    <a:pt x="0" y="0"/>
                  </a:moveTo>
                  <a:lnTo>
                    <a:pt x="731520" y="0"/>
                  </a:lnTo>
                  <a:lnTo>
                    <a:pt x="731520" y="731520"/>
                  </a:lnTo>
                  <a:lnTo>
                    <a:pt x="0" y="731520"/>
                  </a:lnTo>
                  <a:lnTo>
                    <a:pt x="0" y="0"/>
                  </a:lnTo>
                  <a:close/>
                </a:path>
              </a:pathLst>
            </a:custGeom>
            <a:blipFill>
              <a:blip r:embed="rId12"/>
              <a:stretch>
                <a:fillRect/>
              </a:stretch>
            </a:blipFill>
          </p:spPr>
          <p:txBody>
            <a:bodyPr/>
            <a:lstStyle/>
            <a:p>
              <a:endParaRPr/>
            </a:p>
          </p:txBody>
        </p:sp>
      </p:grpSp>
      <p:sp>
        <p:nvSpPr>
          <p:cNvPr id="74" name="TextBox 74"/>
          <p:cNvSpPr txBox="1"/>
          <p:nvPr/>
        </p:nvSpPr>
        <p:spPr>
          <a:xfrm>
            <a:off x="14991588" y="8202168"/>
            <a:ext cx="2318004" cy="533400"/>
          </a:xfrm>
          <a:prstGeom prst="rect">
            <a:avLst/>
          </a:prstGeom>
        </p:spPr>
        <p:txBody>
          <a:bodyPr lIns="0" tIns="0" rIns="0" bIns="0" rtlCol="0" anchor="t">
            <a:spAutoFit/>
          </a:bodyPr>
          <a:lstStyle/>
          <a:p>
            <a:pPr algn="ctr">
              <a:lnSpc>
                <a:spcPts val="2160"/>
              </a:lnSpc>
            </a:pPr>
            <a:r>
              <a:rPr lang="en-US" sz="1800" b="1" spc="6">
                <a:solidFill>
                  <a:srgbClr val="FFFFFF"/>
                </a:solidFill>
                <a:latin typeface="Noto Sans Kr Bold"/>
                <a:ea typeface="Noto Sans Kr Bold"/>
                <a:cs typeface="Noto Sans Kr Bold"/>
                <a:sym typeface="Noto Sans Kr Bold"/>
              </a:rPr>
              <a:t>3D 좌석 모드</a:t>
            </a:r>
          </a:p>
          <a:p>
            <a:pPr algn="ctr">
              <a:lnSpc>
                <a:spcPts val="2160"/>
              </a:lnSpc>
            </a:pPr>
            <a:r>
              <a:rPr lang="en-US" sz="1800" b="1" spc="6">
                <a:solidFill>
                  <a:srgbClr val="FFFFFF"/>
                </a:solidFill>
                <a:latin typeface="Noto Sans Kr Bold"/>
                <a:ea typeface="Noto Sans Kr Bold"/>
                <a:cs typeface="Noto Sans Kr Bold"/>
                <a:sym typeface="Noto Sans Kr Bold"/>
              </a:rPr>
              <a:t>1인칭 120°</a:t>
            </a:r>
          </a:p>
        </p:txBody>
      </p:sp>
      <p:sp>
        <p:nvSpPr>
          <p:cNvPr id="75" name="TextBox 2">
            <a:extLst>
              <a:ext uri="{FF2B5EF4-FFF2-40B4-BE49-F238E27FC236}">
                <a16:creationId xmlns:a16="http://schemas.microsoft.com/office/drawing/2014/main" id="{5EDF2FF6-677D-3EE8-7989-536A8009172B}"/>
              </a:ext>
            </a:extLst>
          </p:cNvPr>
          <p:cNvSpPr txBox="1"/>
          <p:nvPr/>
        </p:nvSpPr>
        <p:spPr>
          <a:xfrm>
            <a:off x="822960" y="548640"/>
            <a:ext cx="10972800" cy="266676"/>
          </a:xfrm>
          <a:prstGeom prst="rect">
            <a:avLst/>
          </a:prstGeom>
        </p:spPr>
        <p:txBody>
          <a:bodyPr lIns="0" tIns="0" rIns="0" bIns="0" rtlCol="0" anchor="t">
            <a:spAutoFit/>
          </a:bodyPr>
          <a:lstStyle/>
          <a:p>
            <a:pPr>
              <a:lnSpc>
                <a:spcPts val="2160"/>
              </a:lnSpc>
            </a:pPr>
            <a:r>
              <a:rPr lang="en-US" altLang="ko-KR" spc="8" dirty="0">
                <a:solidFill>
                  <a:schemeClr val="bg1">
                    <a:lumMod val="50000"/>
                  </a:schemeClr>
                </a:solidFill>
                <a:latin typeface="Noto Sans Kr Bold"/>
                <a:ea typeface="Noto Sans Kr Bold"/>
                <a:cs typeface="Noto Sans Kr Bold"/>
                <a:sym typeface="Noto Sans Kr Bold"/>
              </a:rPr>
              <a:t>2026-2 </a:t>
            </a:r>
            <a:r>
              <a:rPr lang="en-US" altLang="ko-KR" spc="8" dirty="0" err="1">
                <a:solidFill>
                  <a:schemeClr val="bg1">
                    <a:lumMod val="50000"/>
                  </a:schemeClr>
                </a:solidFill>
                <a:latin typeface="Noto Sans Kr Bold"/>
                <a:ea typeface="Noto Sans Kr Bold"/>
                <a:cs typeface="Noto Sans Kr Bold"/>
                <a:sym typeface="Noto Sans Kr Bold"/>
              </a:rPr>
              <a:t>융합캡스톤디자인</a:t>
            </a:r>
            <a:r>
              <a:rPr lang="en-US" altLang="ko-KR" spc="8" dirty="0">
                <a:solidFill>
                  <a:schemeClr val="bg1">
                    <a:lumMod val="50000"/>
                  </a:schemeClr>
                </a:solidFill>
                <a:latin typeface="Noto Sans Kr Bold"/>
                <a:ea typeface="Noto Sans Kr Bold"/>
                <a:cs typeface="Noto Sans Kr Bold"/>
                <a:sym typeface="Noto Sans Kr Bold"/>
              </a:rPr>
              <a:t> </a:t>
            </a:r>
            <a:r>
              <a:rPr lang="en-US" altLang="ko-KR" spc="8" dirty="0" err="1">
                <a:solidFill>
                  <a:schemeClr val="bg1">
                    <a:lumMod val="50000"/>
                  </a:schemeClr>
                </a:solidFill>
                <a:latin typeface="Noto Sans Kr Bold"/>
                <a:ea typeface="Noto Sans Kr Bold"/>
                <a:cs typeface="Noto Sans Kr Bold"/>
                <a:sym typeface="Noto Sans Kr Bold"/>
              </a:rPr>
              <a:t>제안발표</a:t>
            </a:r>
            <a:endParaRPr lang="en-US" sz="1800" spc="6" dirty="0">
              <a:solidFill>
                <a:schemeClr val="bg1">
                  <a:lumMod val="50000"/>
                </a:schemeClr>
              </a:solidFill>
              <a:latin typeface="Noto Sans Kr Bold"/>
              <a:ea typeface="Noto Sans Kr Bold"/>
              <a:cs typeface="Noto Sans Kr Bold"/>
              <a:sym typeface="Noto Sans Kr Bold"/>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3"/>
          <p:cNvSpPr txBox="1"/>
          <p:nvPr/>
        </p:nvSpPr>
        <p:spPr>
          <a:xfrm>
            <a:off x="822960" y="987552"/>
            <a:ext cx="16596360" cy="638175"/>
          </a:xfrm>
          <a:prstGeom prst="rect">
            <a:avLst/>
          </a:prstGeom>
        </p:spPr>
        <p:txBody>
          <a:bodyPr lIns="0" tIns="0" rIns="0" bIns="0" rtlCol="0" anchor="t">
            <a:spAutoFit/>
          </a:bodyPr>
          <a:lstStyle/>
          <a:p>
            <a:pPr algn="l">
              <a:lnSpc>
                <a:spcPts val="5040"/>
              </a:lnSpc>
            </a:pPr>
            <a:r>
              <a:rPr lang="en-US" altLang="ko-KR" sz="4200" b="1" spc="16" dirty="0">
                <a:solidFill>
                  <a:srgbClr val="3C55CB"/>
                </a:solidFill>
                <a:latin typeface="Noto Sans Kr Bold"/>
                <a:ea typeface="Noto Sans Kr Bold"/>
                <a:cs typeface="Noto Sans Kr Bold"/>
                <a:sym typeface="Noto Sans Kr Bold"/>
              </a:rPr>
              <a:t>03</a:t>
            </a:r>
            <a:r>
              <a:rPr lang="ko-KR" altLang="en-US" sz="4200" b="1" spc="16" dirty="0">
                <a:solidFill>
                  <a:srgbClr val="333333"/>
                </a:solidFill>
                <a:latin typeface="Noto Sans Kr Bold"/>
                <a:ea typeface="Noto Sans Kr Bold"/>
                <a:cs typeface="Noto Sans Kr Bold"/>
                <a:sym typeface="Noto Sans Kr Bold"/>
              </a:rPr>
              <a:t> 해결방안 및 시스템 구조</a:t>
            </a:r>
            <a:endParaRPr lang="en-US" sz="4200" b="1" spc="16" dirty="0">
              <a:solidFill>
                <a:srgbClr val="333333"/>
              </a:solidFill>
              <a:latin typeface="Noto Sans Kr Bold"/>
              <a:ea typeface="Noto Sans Kr Bold"/>
              <a:cs typeface="Noto Sans Kr Bold"/>
              <a:sym typeface="Noto Sans Kr Bold"/>
            </a:endParaRPr>
          </a:p>
        </p:txBody>
      </p:sp>
      <p:sp>
        <p:nvSpPr>
          <p:cNvPr id="5011" name="Title Rule"/>
          <p:cNvSpPr/>
          <p:nvPr/>
        </p:nvSpPr>
        <p:spPr>
          <a:xfrm>
            <a:off x="822960" y="1719072"/>
            <a:ext cx="16642080" cy="12700"/>
          </a:xfrm>
          <a:prstGeom prst="rect">
            <a:avLst/>
          </a:prstGeom>
          <a:solidFill>
            <a:srgbClr val="D4D6DC"/>
          </a:solidFill>
          <a:ln>
            <a:noFill/>
          </a:ln>
        </p:spPr>
        <p:txBody>
          <a:bodyPr/>
          <a:lstStyle/>
          <a:p>
            <a:endParaRPr lang="ko-KR"/>
          </a:p>
        </p:txBody>
      </p:sp>
      <p:sp>
        <p:nvSpPr>
          <p:cNvPr id="5010" name="Title Accent"/>
          <p:cNvSpPr/>
          <p:nvPr/>
        </p:nvSpPr>
        <p:spPr>
          <a:xfrm>
            <a:off x="802960" y="1707072"/>
            <a:ext cx="676656" cy="59436"/>
          </a:xfrm>
          <a:prstGeom prst="roundRect">
            <a:avLst>
              <a:gd name="adj" fmla="val 50000"/>
            </a:avLst>
          </a:prstGeom>
          <a:solidFill>
            <a:srgbClr val="3C55CB"/>
          </a:solidFill>
          <a:ln>
            <a:noFill/>
          </a:ln>
        </p:spPr>
        <p:txBody>
          <a:bodyPr/>
          <a:lstStyle/>
          <a:p>
            <a:endParaRPr lang="ko-KR"/>
          </a:p>
        </p:txBody>
      </p:sp>
      <p:sp>
        <p:nvSpPr>
          <p:cNvPr id="4" name="TextBox 4"/>
          <p:cNvSpPr txBox="1"/>
          <p:nvPr/>
        </p:nvSpPr>
        <p:spPr>
          <a:xfrm>
            <a:off x="8778240" y="9601200"/>
            <a:ext cx="731520" cy="228600"/>
          </a:xfrm>
          <a:prstGeom prst="rect">
            <a:avLst/>
          </a:prstGeom>
        </p:spPr>
        <p:txBody>
          <a:bodyPr lIns="0" tIns="0" rIns="0" bIns="0" rtlCol="0" anchor="t">
            <a:spAutoFit/>
          </a:bodyPr>
          <a:lstStyle/>
          <a:p>
            <a:pPr algn="ctr">
              <a:lnSpc>
                <a:spcPts val="1800"/>
              </a:lnSpc>
            </a:pPr>
            <a:r>
              <a:rPr lang="en-US" sz="1500" spc="5">
                <a:solidFill>
                  <a:srgbClr val="555555"/>
                </a:solidFill>
                <a:latin typeface="Noto Sans Kr"/>
                <a:ea typeface="Noto Sans Kr"/>
                <a:cs typeface="Noto Sans Kr"/>
                <a:sym typeface="Noto Sans Kr"/>
              </a:rPr>
              <a:t>05</a:t>
            </a:r>
          </a:p>
        </p:txBody>
      </p:sp>
      <p:grpSp>
        <p:nvGrpSpPr>
          <p:cNvPr id="5" name="Group 5"/>
          <p:cNvGrpSpPr/>
          <p:nvPr/>
        </p:nvGrpSpPr>
        <p:grpSpPr>
          <a:xfrm>
            <a:off x="813435" y="2253615"/>
            <a:ext cx="6739890" cy="6534150"/>
            <a:chOff x="0" y="0"/>
            <a:chExt cx="8986520" cy="8712200"/>
          </a:xfrm>
        </p:grpSpPr>
        <p:sp>
          <p:nvSpPr>
            <p:cNvPr id="6" name="Freeform 6"/>
            <p:cNvSpPr/>
            <p:nvPr/>
          </p:nvSpPr>
          <p:spPr>
            <a:xfrm>
              <a:off x="0" y="0"/>
              <a:ext cx="8986520" cy="8712200"/>
            </a:xfrm>
            <a:custGeom>
              <a:avLst/>
              <a:gdLst/>
              <a:ahLst/>
              <a:cxnLst/>
              <a:rect l="l" t="t" r="r" b="b"/>
              <a:pathLst>
                <a:path w="8986520" h="8712200">
                  <a:moveTo>
                    <a:pt x="0" y="146685"/>
                  </a:moveTo>
                  <a:cubicBezTo>
                    <a:pt x="0" y="65659"/>
                    <a:pt x="65659" y="0"/>
                    <a:pt x="146685" y="0"/>
                  </a:cubicBezTo>
                  <a:lnTo>
                    <a:pt x="8839835" y="0"/>
                  </a:lnTo>
                  <a:cubicBezTo>
                    <a:pt x="8920861" y="0"/>
                    <a:pt x="8986520" y="65659"/>
                    <a:pt x="8986520" y="146685"/>
                  </a:cubicBezTo>
                  <a:lnTo>
                    <a:pt x="8986520" y="8565515"/>
                  </a:lnTo>
                  <a:cubicBezTo>
                    <a:pt x="8986520" y="8646541"/>
                    <a:pt x="8920861" y="8712200"/>
                    <a:pt x="8839835" y="8712200"/>
                  </a:cubicBezTo>
                  <a:lnTo>
                    <a:pt x="146685" y="8712200"/>
                  </a:lnTo>
                  <a:cubicBezTo>
                    <a:pt x="65659" y="8712200"/>
                    <a:pt x="0" y="8646541"/>
                    <a:pt x="0" y="8565515"/>
                  </a:cubicBezTo>
                  <a:close/>
                </a:path>
              </a:pathLst>
            </a:custGeom>
            <a:solidFill>
              <a:srgbClr val="FFFFFF"/>
            </a:solidFill>
            <a:ln w="19050" cap="sq">
              <a:solidFill>
                <a:srgbClr val="ECEEF3"/>
              </a:solidFill>
              <a:prstDash val="solid"/>
              <a:miter/>
            </a:ln>
            <a:effectLst>
              <a:outerShdw blurRad="228600" dist="38100" dir="5400000" algn="t" rotWithShape="0">
                <a:srgbClr val="1F2A5A">
                  <a:alpha val="11000"/>
                </a:srgbClr>
              </a:outerShdw>
            </a:effectLst>
          </p:spPr>
          <p:txBody>
            <a:bodyPr/>
            <a:lstStyle/>
            <a:p>
              <a:endParaRPr/>
            </a:p>
          </p:txBody>
        </p:sp>
      </p:grpSp>
      <p:sp>
        <p:nvSpPr>
          <p:cNvPr id="7" name="TextBox 7"/>
          <p:cNvSpPr txBox="1"/>
          <p:nvPr/>
        </p:nvSpPr>
        <p:spPr>
          <a:xfrm>
            <a:off x="1165860" y="2468880"/>
            <a:ext cx="4114800" cy="314325"/>
          </a:xfrm>
          <a:prstGeom prst="rect">
            <a:avLst/>
          </a:prstGeom>
        </p:spPr>
        <p:txBody>
          <a:bodyPr lIns="0" tIns="0" rIns="0" bIns="0" rtlCol="0" anchor="t">
            <a:spAutoFit/>
          </a:bodyPr>
          <a:lstStyle/>
          <a:p>
            <a:pPr algn="l">
              <a:lnSpc>
                <a:spcPts val="2520"/>
              </a:lnSpc>
            </a:pPr>
            <a:r>
              <a:rPr lang="en-US" sz="2100" b="1" spc="8">
                <a:solidFill>
                  <a:srgbClr val="333333"/>
                </a:solidFill>
                <a:latin typeface="Noto Sans Kr Bold"/>
                <a:ea typeface="Noto Sans Kr Bold"/>
                <a:cs typeface="Noto Sans Kr Bold"/>
                <a:sym typeface="Noto Sans Kr Bold"/>
              </a:rPr>
              <a:t>내 브라우저</a:t>
            </a:r>
          </a:p>
        </p:txBody>
      </p:sp>
      <p:sp>
        <p:nvSpPr>
          <p:cNvPr id="8" name="TextBox 8"/>
          <p:cNvSpPr txBox="1"/>
          <p:nvPr/>
        </p:nvSpPr>
        <p:spPr>
          <a:xfrm>
            <a:off x="3566160" y="2523744"/>
            <a:ext cx="3703320" cy="228600"/>
          </a:xfrm>
          <a:prstGeom prst="rect">
            <a:avLst/>
          </a:prstGeom>
        </p:spPr>
        <p:txBody>
          <a:bodyPr lIns="0" tIns="0" rIns="0" bIns="0" rtlCol="0" anchor="t">
            <a:spAutoFit/>
          </a:bodyPr>
          <a:lstStyle/>
          <a:p>
            <a:pPr algn="r">
              <a:lnSpc>
                <a:spcPts val="1800"/>
              </a:lnSpc>
            </a:pPr>
            <a:r>
              <a:rPr lang="en-US" sz="1500" spc="5">
                <a:solidFill>
                  <a:srgbClr val="7F7F7F"/>
                </a:solidFill>
                <a:latin typeface="Noto Sans Kr"/>
                <a:ea typeface="Noto Sans Kr"/>
                <a:cs typeface="Noto Sans Kr"/>
                <a:sym typeface="Noto Sans Kr"/>
              </a:rPr>
              <a:t>React · TypeScript</a:t>
            </a:r>
          </a:p>
        </p:txBody>
      </p:sp>
      <p:grpSp>
        <p:nvGrpSpPr>
          <p:cNvPr id="9" name="Group 9"/>
          <p:cNvGrpSpPr/>
          <p:nvPr/>
        </p:nvGrpSpPr>
        <p:grpSpPr>
          <a:xfrm>
            <a:off x="1293495" y="3145155"/>
            <a:ext cx="5779770" cy="842010"/>
            <a:chOff x="0" y="0"/>
            <a:chExt cx="7706360" cy="1122680"/>
          </a:xfrm>
        </p:grpSpPr>
        <p:sp>
          <p:nvSpPr>
            <p:cNvPr id="10" name="Freeform 10"/>
            <p:cNvSpPr/>
            <p:nvPr/>
          </p:nvSpPr>
          <p:spPr>
            <a:xfrm>
              <a:off x="0" y="0"/>
              <a:ext cx="7706361" cy="1122680"/>
            </a:xfrm>
            <a:custGeom>
              <a:avLst/>
              <a:gdLst/>
              <a:ahLst/>
              <a:cxnLst/>
              <a:rect l="l" t="t" r="r" b="b"/>
              <a:pathLst>
                <a:path w="7706361" h="1122680">
                  <a:moveTo>
                    <a:pt x="0" y="112268"/>
                  </a:moveTo>
                  <a:cubicBezTo>
                    <a:pt x="0" y="50292"/>
                    <a:pt x="50292" y="0"/>
                    <a:pt x="112268" y="0"/>
                  </a:cubicBezTo>
                  <a:lnTo>
                    <a:pt x="7594092" y="0"/>
                  </a:lnTo>
                  <a:cubicBezTo>
                    <a:pt x="7656068" y="0"/>
                    <a:pt x="7706361" y="50292"/>
                    <a:pt x="7706361" y="112268"/>
                  </a:cubicBezTo>
                  <a:lnTo>
                    <a:pt x="7706361" y="1010412"/>
                  </a:lnTo>
                  <a:cubicBezTo>
                    <a:pt x="7706361" y="1072388"/>
                    <a:pt x="7656068" y="1122680"/>
                    <a:pt x="7594092" y="1122680"/>
                  </a:cubicBezTo>
                  <a:lnTo>
                    <a:pt x="112268" y="1122680"/>
                  </a:lnTo>
                  <a:cubicBezTo>
                    <a:pt x="50292" y="1122680"/>
                    <a:pt x="0" y="1072388"/>
                    <a:pt x="0" y="1010412"/>
                  </a:cubicBezTo>
                  <a:close/>
                </a:path>
              </a:pathLst>
            </a:custGeom>
            <a:solidFill>
              <a:srgbClr val="FFFFFF"/>
            </a:solidFill>
            <a:ln w="19050" cap="sq">
              <a:solidFill>
                <a:srgbClr val="DDE0E6"/>
              </a:solidFill>
              <a:prstDash val="solid"/>
              <a:miter/>
            </a:ln>
          </p:spPr>
          <p:txBody>
            <a:bodyPr/>
            <a:lstStyle/>
            <a:p>
              <a:endParaRPr/>
            </a:p>
          </p:txBody>
        </p:sp>
      </p:grpSp>
      <p:grpSp>
        <p:nvGrpSpPr>
          <p:cNvPr id="11" name="Group 11"/>
          <p:cNvGrpSpPr/>
          <p:nvPr/>
        </p:nvGrpSpPr>
        <p:grpSpPr>
          <a:xfrm>
            <a:off x="1440180" y="3105674"/>
            <a:ext cx="5486400" cy="901922"/>
            <a:chOff x="0" y="0"/>
            <a:chExt cx="7315200" cy="1202563"/>
          </a:xfrm>
        </p:grpSpPr>
        <p:sp>
          <p:nvSpPr>
            <p:cNvPr id="12" name="Freeform 12"/>
            <p:cNvSpPr/>
            <p:nvPr/>
          </p:nvSpPr>
          <p:spPr>
            <a:xfrm>
              <a:off x="0" y="0"/>
              <a:ext cx="7315200" cy="1202563"/>
            </a:xfrm>
            <a:custGeom>
              <a:avLst/>
              <a:gdLst/>
              <a:ahLst/>
              <a:cxnLst/>
              <a:rect l="l" t="t" r="r" b="b"/>
              <a:pathLst>
                <a:path w="7315200" h="1202563">
                  <a:moveTo>
                    <a:pt x="0" y="0"/>
                  </a:moveTo>
                  <a:lnTo>
                    <a:pt x="7315200" y="0"/>
                  </a:lnTo>
                  <a:lnTo>
                    <a:pt x="7315200" y="1202563"/>
                  </a:lnTo>
                  <a:lnTo>
                    <a:pt x="0" y="1202563"/>
                  </a:lnTo>
                  <a:close/>
                </a:path>
              </a:pathLst>
            </a:custGeom>
            <a:blipFill>
              <a:blip r:embed="rId3">
                <a:alphaModFix amt="0"/>
              </a:blip>
              <a:stretch>
                <a:fillRect t="-72905" b="-64150"/>
              </a:stretch>
            </a:blipFill>
          </p:spPr>
          <p:txBody>
            <a:bodyPr/>
            <a:lstStyle/>
            <a:p>
              <a:endParaRPr/>
            </a:p>
          </p:txBody>
        </p:sp>
        <p:sp>
          <p:nvSpPr>
            <p:cNvPr id="13" name="TextBox 13"/>
            <p:cNvSpPr txBox="1"/>
            <p:nvPr/>
          </p:nvSpPr>
          <p:spPr>
            <a:xfrm>
              <a:off x="0" y="-38100"/>
              <a:ext cx="7315200" cy="1240663"/>
            </a:xfrm>
            <a:prstGeom prst="rect">
              <a:avLst/>
            </a:prstGeom>
          </p:spPr>
          <p:txBody>
            <a:bodyPr lIns="0" tIns="0" rIns="0" bIns="0" rtlCol="0" anchor="ctr"/>
            <a:lstStyle/>
            <a:p>
              <a:pPr algn="ctr">
                <a:lnSpc>
                  <a:spcPts val="2520"/>
                </a:lnSpc>
              </a:pPr>
              <a:r>
                <a:rPr lang="en-US" sz="1800" b="1" spc="6">
                  <a:solidFill>
                    <a:srgbClr val="333333"/>
                  </a:solidFill>
                  <a:latin typeface="Noto Sans Kr Bold"/>
                  <a:ea typeface="Noto Sans Kr Bold"/>
                  <a:cs typeface="Noto Sans Kr Bold"/>
                  <a:sym typeface="Noto Sans Kr Bold"/>
                </a:rPr>
                <a:t>웹캠 입력</a:t>
              </a:r>
            </a:p>
            <a:p>
              <a:pPr algn="ctr">
                <a:lnSpc>
                  <a:spcPts val="1995"/>
                </a:lnSpc>
              </a:pPr>
              <a:r>
                <a:rPr lang="en-US" sz="1425" spc="5">
                  <a:solidFill>
                    <a:srgbClr val="7F7F7F"/>
                  </a:solidFill>
                  <a:latin typeface="Noto Sans Kr"/>
                  <a:ea typeface="Noto Sans Kr"/>
                  <a:cs typeface="Noto Sans Kr"/>
                  <a:sym typeface="Noto Sans Kr"/>
                </a:rPr>
                <a:t>getUserMedia</a:t>
              </a:r>
            </a:p>
          </p:txBody>
        </p:sp>
      </p:grpSp>
      <p:sp>
        <p:nvSpPr>
          <p:cNvPr id="14" name="AutoShape 14"/>
          <p:cNvSpPr/>
          <p:nvPr/>
        </p:nvSpPr>
        <p:spPr>
          <a:xfrm flipH="1">
            <a:off x="4166710" y="4020729"/>
            <a:ext cx="0" cy="219182"/>
          </a:xfrm>
          <a:prstGeom prst="line">
            <a:avLst/>
          </a:prstGeom>
          <a:ln w="28575" cap="rnd">
            <a:solidFill>
              <a:srgbClr val="9A9EA8"/>
            </a:solidFill>
            <a:prstDash val="solid"/>
            <a:headEnd type="none" w="sm" len="sm"/>
            <a:tailEnd type="triangle" w="lg" len="med"/>
          </a:ln>
        </p:spPr>
        <p:txBody>
          <a:bodyPr/>
          <a:lstStyle/>
          <a:p>
            <a:endParaRPr/>
          </a:p>
        </p:txBody>
      </p:sp>
      <p:grpSp>
        <p:nvGrpSpPr>
          <p:cNvPr id="15" name="Group 15"/>
          <p:cNvGrpSpPr/>
          <p:nvPr/>
        </p:nvGrpSpPr>
        <p:grpSpPr>
          <a:xfrm>
            <a:off x="1293495" y="4269867"/>
            <a:ext cx="5779770" cy="842010"/>
            <a:chOff x="0" y="0"/>
            <a:chExt cx="7706360" cy="1122680"/>
          </a:xfrm>
        </p:grpSpPr>
        <p:sp>
          <p:nvSpPr>
            <p:cNvPr id="16" name="Freeform 16"/>
            <p:cNvSpPr/>
            <p:nvPr/>
          </p:nvSpPr>
          <p:spPr>
            <a:xfrm>
              <a:off x="0" y="0"/>
              <a:ext cx="7706361" cy="1122680"/>
            </a:xfrm>
            <a:custGeom>
              <a:avLst/>
              <a:gdLst/>
              <a:ahLst/>
              <a:cxnLst/>
              <a:rect l="l" t="t" r="r" b="b"/>
              <a:pathLst>
                <a:path w="7706361" h="1122680">
                  <a:moveTo>
                    <a:pt x="0" y="112268"/>
                  </a:moveTo>
                  <a:cubicBezTo>
                    <a:pt x="0" y="50292"/>
                    <a:pt x="50292" y="0"/>
                    <a:pt x="112268" y="0"/>
                  </a:cubicBezTo>
                  <a:lnTo>
                    <a:pt x="7594092" y="0"/>
                  </a:lnTo>
                  <a:cubicBezTo>
                    <a:pt x="7656068" y="0"/>
                    <a:pt x="7706361" y="50292"/>
                    <a:pt x="7706361" y="112268"/>
                  </a:cubicBezTo>
                  <a:lnTo>
                    <a:pt x="7706361" y="1010412"/>
                  </a:lnTo>
                  <a:cubicBezTo>
                    <a:pt x="7706361" y="1072388"/>
                    <a:pt x="7656068" y="1122680"/>
                    <a:pt x="7594092" y="1122680"/>
                  </a:cubicBezTo>
                  <a:lnTo>
                    <a:pt x="112268" y="1122680"/>
                  </a:lnTo>
                  <a:cubicBezTo>
                    <a:pt x="50292" y="1122680"/>
                    <a:pt x="0" y="1072388"/>
                    <a:pt x="0" y="1010412"/>
                  </a:cubicBezTo>
                  <a:close/>
                </a:path>
              </a:pathLst>
            </a:custGeom>
            <a:solidFill>
              <a:srgbClr val="FFFFFF"/>
            </a:solidFill>
            <a:ln w="19050" cap="sq">
              <a:solidFill>
                <a:srgbClr val="DDE0E6"/>
              </a:solidFill>
              <a:prstDash val="solid"/>
              <a:miter/>
            </a:ln>
          </p:spPr>
          <p:txBody>
            <a:bodyPr/>
            <a:lstStyle/>
            <a:p>
              <a:endParaRPr/>
            </a:p>
          </p:txBody>
        </p:sp>
      </p:grpSp>
      <p:grpSp>
        <p:nvGrpSpPr>
          <p:cNvPr id="17" name="Group 17"/>
          <p:cNvGrpSpPr/>
          <p:nvPr/>
        </p:nvGrpSpPr>
        <p:grpSpPr>
          <a:xfrm>
            <a:off x="1440180" y="4239911"/>
            <a:ext cx="5486400" cy="901922"/>
            <a:chOff x="0" y="0"/>
            <a:chExt cx="7315200" cy="1202563"/>
          </a:xfrm>
        </p:grpSpPr>
        <p:sp>
          <p:nvSpPr>
            <p:cNvPr id="18" name="Freeform 18"/>
            <p:cNvSpPr/>
            <p:nvPr/>
          </p:nvSpPr>
          <p:spPr>
            <a:xfrm>
              <a:off x="0" y="0"/>
              <a:ext cx="7315200" cy="1202563"/>
            </a:xfrm>
            <a:custGeom>
              <a:avLst/>
              <a:gdLst/>
              <a:ahLst/>
              <a:cxnLst/>
              <a:rect l="l" t="t" r="r" b="b"/>
              <a:pathLst>
                <a:path w="7315200" h="1202563">
                  <a:moveTo>
                    <a:pt x="0" y="0"/>
                  </a:moveTo>
                  <a:lnTo>
                    <a:pt x="7315200" y="0"/>
                  </a:lnTo>
                  <a:lnTo>
                    <a:pt x="7315200" y="1202563"/>
                  </a:lnTo>
                  <a:lnTo>
                    <a:pt x="0" y="1202563"/>
                  </a:lnTo>
                  <a:close/>
                </a:path>
              </a:pathLst>
            </a:custGeom>
            <a:blipFill>
              <a:blip r:embed="rId3">
                <a:alphaModFix amt="0"/>
              </a:blip>
              <a:stretch>
                <a:fillRect t="-72905" b="-64150"/>
              </a:stretch>
            </a:blipFill>
          </p:spPr>
          <p:txBody>
            <a:bodyPr/>
            <a:lstStyle/>
            <a:p>
              <a:endParaRPr/>
            </a:p>
          </p:txBody>
        </p:sp>
        <p:sp>
          <p:nvSpPr>
            <p:cNvPr id="19" name="TextBox 19"/>
            <p:cNvSpPr txBox="1"/>
            <p:nvPr/>
          </p:nvSpPr>
          <p:spPr>
            <a:xfrm>
              <a:off x="0" y="-38100"/>
              <a:ext cx="7315200" cy="1240663"/>
            </a:xfrm>
            <a:prstGeom prst="rect">
              <a:avLst/>
            </a:prstGeom>
          </p:spPr>
          <p:txBody>
            <a:bodyPr lIns="0" tIns="0" rIns="0" bIns="0" rtlCol="0" anchor="ctr"/>
            <a:lstStyle/>
            <a:p>
              <a:pPr algn="ctr">
                <a:lnSpc>
                  <a:spcPts val="2520"/>
                </a:lnSpc>
              </a:pPr>
              <a:r>
                <a:rPr lang="en-US" sz="1800" b="1" spc="6">
                  <a:solidFill>
                    <a:srgbClr val="333333"/>
                  </a:solidFill>
                  <a:latin typeface="Noto Sans Kr Bold"/>
                  <a:ea typeface="Noto Sans Kr Bold"/>
                  <a:cs typeface="Noto Sans Kr Bold"/>
                  <a:sym typeface="Noto Sans Kr Bold"/>
                </a:rPr>
                <a:t>얼굴 · 자세 · 물체 인식</a:t>
              </a:r>
            </a:p>
            <a:p>
              <a:pPr algn="ctr">
                <a:lnSpc>
                  <a:spcPts val="1995"/>
                </a:lnSpc>
              </a:pPr>
              <a:r>
                <a:rPr lang="en-US" sz="1425" spc="5">
                  <a:solidFill>
                    <a:srgbClr val="7F7F7F"/>
                  </a:solidFill>
                  <a:latin typeface="Noto Sans Kr"/>
                  <a:ea typeface="Noto Sans Kr"/>
                  <a:cs typeface="Noto Sans Kr"/>
                  <a:sym typeface="Noto Sans Kr"/>
                </a:rPr>
                <a:t>MediaPipe Face · Pose · Object Detector</a:t>
              </a:r>
            </a:p>
          </p:txBody>
        </p:sp>
      </p:grpSp>
      <p:grpSp>
        <p:nvGrpSpPr>
          <p:cNvPr id="20" name="Group 20"/>
          <p:cNvGrpSpPr/>
          <p:nvPr/>
        </p:nvGrpSpPr>
        <p:grpSpPr>
          <a:xfrm>
            <a:off x="1293495" y="5394579"/>
            <a:ext cx="5779770" cy="842010"/>
            <a:chOff x="0" y="0"/>
            <a:chExt cx="7706360" cy="1122680"/>
          </a:xfrm>
        </p:grpSpPr>
        <p:sp>
          <p:nvSpPr>
            <p:cNvPr id="21" name="Freeform 21"/>
            <p:cNvSpPr/>
            <p:nvPr/>
          </p:nvSpPr>
          <p:spPr>
            <a:xfrm>
              <a:off x="0" y="0"/>
              <a:ext cx="7706361" cy="1122680"/>
            </a:xfrm>
            <a:custGeom>
              <a:avLst/>
              <a:gdLst/>
              <a:ahLst/>
              <a:cxnLst/>
              <a:rect l="l" t="t" r="r" b="b"/>
              <a:pathLst>
                <a:path w="7706361" h="1122680">
                  <a:moveTo>
                    <a:pt x="0" y="112268"/>
                  </a:moveTo>
                  <a:cubicBezTo>
                    <a:pt x="0" y="50292"/>
                    <a:pt x="50292" y="0"/>
                    <a:pt x="112268" y="0"/>
                  </a:cubicBezTo>
                  <a:lnTo>
                    <a:pt x="7594092" y="0"/>
                  </a:lnTo>
                  <a:cubicBezTo>
                    <a:pt x="7656068" y="0"/>
                    <a:pt x="7706361" y="50292"/>
                    <a:pt x="7706361" y="112268"/>
                  </a:cubicBezTo>
                  <a:lnTo>
                    <a:pt x="7706361" y="1010412"/>
                  </a:lnTo>
                  <a:cubicBezTo>
                    <a:pt x="7706361" y="1072388"/>
                    <a:pt x="7656068" y="1122680"/>
                    <a:pt x="7594092" y="1122680"/>
                  </a:cubicBezTo>
                  <a:lnTo>
                    <a:pt x="112268" y="1122680"/>
                  </a:lnTo>
                  <a:cubicBezTo>
                    <a:pt x="50292" y="1122680"/>
                    <a:pt x="0" y="1072388"/>
                    <a:pt x="0" y="1010412"/>
                  </a:cubicBezTo>
                  <a:close/>
                </a:path>
              </a:pathLst>
            </a:custGeom>
            <a:solidFill>
              <a:srgbClr val="3C55CB"/>
            </a:solidFill>
            <a:ln w="19050" cap="sq">
              <a:solidFill>
                <a:srgbClr val="3C55CB"/>
              </a:solidFill>
              <a:prstDash val="solid"/>
              <a:miter/>
            </a:ln>
          </p:spPr>
          <p:txBody>
            <a:bodyPr/>
            <a:lstStyle/>
            <a:p>
              <a:endParaRPr/>
            </a:p>
          </p:txBody>
        </p:sp>
      </p:grpSp>
      <p:grpSp>
        <p:nvGrpSpPr>
          <p:cNvPr id="22" name="Group 22"/>
          <p:cNvGrpSpPr/>
          <p:nvPr/>
        </p:nvGrpSpPr>
        <p:grpSpPr>
          <a:xfrm>
            <a:off x="1440180" y="5354955"/>
            <a:ext cx="5486400" cy="901922"/>
            <a:chOff x="0" y="0"/>
            <a:chExt cx="7315200" cy="1202563"/>
          </a:xfrm>
        </p:grpSpPr>
        <p:sp>
          <p:nvSpPr>
            <p:cNvPr id="23" name="Freeform 23"/>
            <p:cNvSpPr/>
            <p:nvPr/>
          </p:nvSpPr>
          <p:spPr>
            <a:xfrm>
              <a:off x="0" y="0"/>
              <a:ext cx="7315200" cy="1202563"/>
            </a:xfrm>
            <a:custGeom>
              <a:avLst/>
              <a:gdLst/>
              <a:ahLst/>
              <a:cxnLst/>
              <a:rect l="l" t="t" r="r" b="b"/>
              <a:pathLst>
                <a:path w="7315200" h="1202563">
                  <a:moveTo>
                    <a:pt x="0" y="0"/>
                  </a:moveTo>
                  <a:lnTo>
                    <a:pt x="7315200" y="0"/>
                  </a:lnTo>
                  <a:lnTo>
                    <a:pt x="7315200" y="1202563"/>
                  </a:lnTo>
                  <a:lnTo>
                    <a:pt x="0" y="1202563"/>
                  </a:lnTo>
                  <a:close/>
                </a:path>
              </a:pathLst>
            </a:custGeom>
            <a:blipFill>
              <a:blip r:embed="rId3">
                <a:alphaModFix amt="0"/>
              </a:blip>
              <a:stretch>
                <a:fillRect t="-72905" b="-64150"/>
              </a:stretch>
            </a:blipFill>
          </p:spPr>
          <p:txBody>
            <a:bodyPr/>
            <a:lstStyle/>
            <a:p>
              <a:endParaRPr/>
            </a:p>
          </p:txBody>
        </p:sp>
        <p:sp>
          <p:nvSpPr>
            <p:cNvPr id="24" name="TextBox 24"/>
            <p:cNvSpPr txBox="1"/>
            <p:nvPr/>
          </p:nvSpPr>
          <p:spPr>
            <a:xfrm>
              <a:off x="0" y="-38100"/>
              <a:ext cx="7315200" cy="1240663"/>
            </a:xfrm>
            <a:prstGeom prst="rect">
              <a:avLst/>
            </a:prstGeom>
          </p:spPr>
          <p:txBody>
            <a:bodyPr lIns="0" tIns="0" rIns="0" bIns="0" rtlCol="0" anchor="ctr"/>
            <a:lstStyle/>
            <a:p>
              <a:pPr algn="ctr">
                <a:lnSpc>
                  <a:spcPts val="2520"/>
                </a:lnSpc>
              </a:pPr>
              <a:r>
                <a:rPr lang="en-US" sz="1800" b="1" spc="6">
                  <a:solidFill>
                    <a:srgbClr val="FFFFFF"/>
                  </a:solidFill>
                  <a:latin typeface="Noto Sans Kr Bold"/>
                  <a:ea typeface="Noto Sans Kr Bold"/>
                  <a:cs typeface="Noto Sans Kr Bold"/>
                  <a:sym typeface="Noto Sans Kr Bold"/>
                </a:rPr>
                <a:t>트래킹 · 가이드라인 · 집중 상태 판정</a:t>
              </a:r>
            </a:p>
            <a:p>
              <a:pPr algn="ctr">
                <a:lnSpc>
                  <a:spcPts val="1995"/>
                </a:lnSpc>
              </a:pPr>
              <a:r>
                <a:rPr lang="en-US" sz="1425" spc="5">
                  <a:solidFill>
                    <a:srgbClr val="E4E8FB"/>
                  </a:solidFill>
                  <a:latin typeface="Noto Sans Kr"/>
                  <a:ea typeface="Noto Sans Kr"/>
                  <a:cs typeface="Noto Sans Kr"/>
                  <a:sym typeface="Noto Sans Kr"/>
                </a:rPr>
                <a:t>고개 각도, 눈 감김, 머리~가슴, 전자기기</a:t>
              </a:r>
            </a:p>
          </p:txBody>
        </p:sp>
      </p:grpSp>
      <p:grpSp>
        <p:nvGrpSpPr>
          <p:cNvPr id="25" name="Group 25"/>
          <p:cNvGrpSpPr/>
          <p:nvPr/>
        </p:nvGrpSpPr>
        <p:grpSpPr>
          <a:xfrm>
            <a:off x="1293495" y="6546723"/>
            <a:ext cx="2762250" cy="1006602"/>
            <a:chOff x="0" y="0"/>
            <a:chExt cx="3683000" cy="1342136"/>
          </a:xfrm>
        </p:grpSpPr>
        <p:sp>
          <p:nvSpPr>
            <p:cNvPr id="26" name="Freeform 26"/>
            <p:cNvSpPr/>
            <p:nvPr/>
          </p:nvSpPr>
          <p:spPr>
            <a:xfrm>
              <a:off x="0" y="0"/>
              <a:ext cx="3683000" cy="1342136"/>
            </a:xfrm>
            <a:custGeom>
              <a:avLst/>
              <a:gdLst/>
              <a:ahLst/>
              <a:cxnLst/>
              <a:rect l="l" t="t" r="r" b="b"/>
              <a:pathLst>
                <a:path w="3683000" h="1342136">
                  <a:moveTo>
                    <a:pt x="0" y="111887"/>
                  </a:moveTo>
                  <a:cubicBezTo>
                    <a:pt x="0" y="50038"/>
                    <a:pt x="50038" y="0"/>
                    <a:pt x="111887" y="0"/>
                  </a:cubicBezTo>
                  <a:lnTo>
                    <a:pt x="3571113" y="0"/>
                  </a:lnTo>
                  <a:cubicBezTo>
                    <a:pt x="3632962" y="0"/>
                    <a:pt x="3683000" y="50038"/>
                    <a:pt x="3683000" y="111887"/>
                  </a:cubicBezTo>
                  <a:lnTo>
                    <a:pt x="3683000" y="1230249"/>
                  </a:lnTo>
                  <a:cubicBezTo>
                    <a:pt x="3683000" y="1291971"/>
                    <a:pt x="3632962" y="1342136"/>
                    <a:pt x="3571113" y="1342136"/>
                  </a:cubicBezTo>
                  <a:lnTo>
                    <a:pt x="111887" y="1342136"/>
                  </a:lnTo>
                  <a:cubicBezTo>
                    <a:pt x="50165" y="1342136"/>
                    <a:pt x="0" y="1292098"/>
                    <a:pt x="0" y="1230249"/>
                  </a:cubicBezTo>
                  <a:close/>
                </a:path>
              </a:pathLst>
            </a:custGeom>
            <a:solidFill>
              <a:srgbClr val="FFFFFF"/>
            </a:solidFill>
            <a:ln w="19050" cap="sq">
              <a:solidFill>
                <a:srgbClr val="DDE0E6"/>
              </a:solidFill>
              <a:prstDash val="solid"/>
              <a:miter/>
            </a:ln>
          </p:spPr>
          <p:txBody>
            <a:bodyPr/>
            <a:lstStyle/>
            <a:p>
              <a:endParaRPr/>
            </a:p>
          </p:txBody>
        </p:sp>
      </p:grpSp>
      <p:grpSp>
        <p:nvGrpSpPr>
          <p:cNvPr id="27" name="Group 27"/>
          <p:cNvGrpSpPr/>
          <p:nvPr/>
        </p:nvGrpSpPr>
        <p:grpSpPr>
          <a:xfrm>
            <a:off x="1440180" y="6556248"/>
            <a:ext cx="2468880" cy="987552"/>
            <a:chOff x="0" y="0"/>
            <a:chExt cx="3291840" cy="1316736"/>
          </a:xfrm>
        </p:grpSpPr>
        <p:sp>
          <p:nvSpPr>
            <p:cNvPr id="28" name="Freeform 28"/>
            <p:cNvSpPr/>
            <p:nvPr/>
          </p:nvSpPr>
          <p:spPr>
            <a:xfrm>
              <a:off x="0" y="0"/>
              <a:ext cx="3291840" cy="1316736"/>
            </a:xfrm>
            <a:custGeom>
              <a:avLst/>
              <a:gdLst/>
              <a:ahLst/>
              <a:cxnLst/>
              <a:rect l="l" t="t" r="r" b="b"/>
              <a:pathLst>
                <a:path w="3291840" h="1316736">
                  <a:moveTo>
                    <a:pt x="0" y="0"/>
                  </a:moveTo>
                  <a:lnTo>
                    <a:pt x="3291840" y="0"/>
                  </a:lnTo>
                  <a:lnTo>
                    <a:pt x="3291840" y="1316736"/>
                  </a:lnTo>
                  <a:lnTo>
                    <a:pt x="0" y="1316736"/>
                  </a:lnTo>
                  <a:close/>
                </a:path>
              </a:pathLst>
            </a:custGeom>
            <a:blipFill>
              <a:blip r:embed="rId3">
                <a:alphaModFix amt="0"/>
              </a:blip>
              <a:stretch>
                <a:fillRect l="-1321" r="-1321"/>
              </a:stretch>
            </a:blipFill>
          </p:spPr>
          <p:txBody>
            <a:bodyPr/>
            <a:lstStyle/>
            <a:p>
              <a:endParaRPr/>
            </a:p>
          </p:txBody>
        </p:sp>
        <p:sp>
          <p:nvSpPr>
            <p:cNvPr id="29" name="TextBox 29"/>
            <p:cNvSpPr txBox="1"/>
            <p:nvPr/>
          </p:nvSpPr>
          <p:spPr>
            <a:xfrm>
              <a:off x="0" y="-38100"/>
              <a:ext cx="3291840" cy="1354836"/>
            </a:xfrm>
            <a:prstGeom prst="rect">
              <a:avLst/>
            </a:prstGeom>
          </p:spPr>
          <p:txBody>
            <a:bodyPr lIns="0" tIns="0" rIns="0" bIns="0" rtlCol="0" anchor="ctr"/>
            <a:lstStyle/>
            <a:p>
              <a:pPr algn="ctr">
                <a:lnSpc>
                  <a:spcPts val="2520"/>
                </a:lnSpc>
              </a:pPr>
              <a:r>
                <a:rPr lang="en-US" sz="1800" b="1" spc="6">
                  <a:solidFill>
                    <a:srgbClr val="333333"/>
                  </a:solidFill>
                  <a:latin typeface="Noto Sans Kr Bold"/>
                  <a:ea typeface="Noto Sans Kr Bold"/>
                  <a:cs typeface="Noto Sans Kr Bold"/>
                  <a:sym typeface="Noto Sans Kr Bold"/>
                </a:rPr>
                <a:t>내 3D 캐릭터</a:t>
              </a:r>
            </a:p>
            <a:p>
              <a:pPr algn="ctr">
                <a:lnSpc>
                  <a:spcPts val="1995"/>
                </a:lnSpc>
              </a:pPr>
              <a:r>
                <a:rPr lang="en-US" sz="1425" spc="5">
                  <a:solidFill>
                    <a:srgbClr val="7F7F7F"/>
                  </a:solidFill>
                  <a:latin typeface="Noto Sans Kr"/>
                  <a:ea typeface="Noto Sans Kr"/>
                  <a:cs typeface="Noto Sans Kr"/>
                  <a:sym typeface="Noto Sans Kr"/>
                </a:rPr>
                <a:t>Three.js · three-vrm</a:t>
              </a:r>
            </a:p>
          </p:txBody>
        </p:sp>
      </p:grpSp>
      <p:grpSp>
        <p:nvGrpSpPr>
          <p:cNvPr id="30" name="Group 30"/>
          <p:cNvGrpSpPr/>
          <p:nvPr/>
        </p:nvGrpSpPr>
        <p:grpSpPr>
          <a:xfrm>
            <a:off x="4311015" y="6546723"/>
            <a:ext cx="2762250" cy="1006602"/>
            <a:chOff x="0" y="0"/>
            <a:chExt cx="3683000" cy="1342136"/>
          </a:xfrm>
        </p:grpSpPr>
        <p:sp>
          <p:nvSpPr>
            <p:cNvPr id="31" name="Freeform 31"/>
            <p:cNvSpPr/>
            <p:nvPr/>
          </p:nvSpPr>
          <p:spPr>
            <a:xfrm>
              <a:off x="0" y="0"/>
              <a:ext cx="3683000" cy="1342136"/>
            </a:xfrm>
            <a:custGeom>
              <a:avLst/>
              <a:gdLst/>
              <a:ahLst/>
              <a:cxnLst/>
              <a:rect l="l" t="t" r="r" b="b"/>
              <a:pathLst>
                <a:path w="3683000" h="1342136">
                  <a:moveTo>
                    <a:pt x="0" y="111887"/>
                  </a:moveTo>
                  <a:cubicBezTo>
                    <a:pt x="0" y="50038"/>
                    <a:pt x="50038" y="0"/>
                    <a:pt x="111887" y="0"/>
                  </a:cubicBezTo>
                  <a:lnTo>
                    <a:pt x="3571113" y="0"/>
                  </a:lnTo>
                  <a:cubicBezTo>
                    <a:pt x="3632962" y="0"/>
                    <a:pt x="3683000" y="50038"/>
                    <a:pt x="3683000" y="111887"/>
                  </a:cubicBezTo>
                  <a:lnTo>
                    <a:pt x="3683000" y="1230249"/>
                  </a:lnTo>
                  <a:cubicBezTo>
                    <a:pt x="3683000" y="1291971"/>
                    <a:pt x="3632962" y="1342136"/>
                    <a:pt x="3571113" y="1342136"/>
                  </a:cubicBezTo>
                  <a:lnTo>
                    <a:pt x="111887" y="1342136"/>
                  </a:lnTo>
                  <a:cubicBezTo>
                    <a:pt x="50165" y="1342136"/>
                    <a:pt x="0" y="1292098"/>
                    <a:pt x="0" y="1230249"/>
                  </a:cubicBezTo>
                  <a:close/>
                </a:path>
              </a:pathLst>
            </a:custGeom>
            <a:solidFill>
              <a:srgbClr val="FFFFFF"/>
            </a:solidFill>
            <a:ln w="19050" cap="sq">
              <a:solidFill>
                <a:srgbClr val="DDE0E6"/>
              </a:solidFill>
              <a:prstDash val="solid"/>
              <a:miter/>
            </a:ln>
          </p:spPr>
          <p:txBody>
            <a:bodyPr/>
            <a:lstStyle/>
            <a:p>
              <a:endParaRPr/>
            </a:p>
          </p:txBody>
        </p:sp>
      </p:grpSp>
      <p:grpSp>
        <p:nvGrpSpPr>
          <p:cNvPr id="32" name="Group 32"/>
          <p:cNvGrpSpPr/>
          <p:nvPr/>
        </p:nvGrpSpPr>
        <p:grpSpPr>
          <a:xfrm>
            <a:off x="4457700" y="6556248"/>
            <a:ext cx="2468880" cy="987552"/>
            <a:chOff x="0" y="0"/>
            <a:chExt cx="3291840" cy="1316736"/>
          </a:xfrm>
        </p:grpSpPr>
        <p:sp>
          <p:nvSpPr>
            <p:cNvPr id="33" name="Freeform 33"/>
            <p:cNvSpPr/>
            <p:nvPr/>
          </p:nvSpPr>
          <p:spPr>
            <a:xfrm>
              <a:off x="0" y="0"/>
              <a:ext cx="3291840" cy="1316736"/>
            </a:xfrm>
            <a:custGeom>
              <a:avLst/>
              <a:gdLst/>
              <a:ahLst/>
              <a:cxnLst/>
              <a:rect l="l" t="t" r="r" b="b"/>
              <a:pathLst>
                <a:path w="3291840" h="1316736">
                  <a:moveTo>
                    <a:pt x="0" y="0"/>
                  </a:moveTo>
                  <a:lnTo>
                    <a:pt x="3291840" y="0"/>
                  </a:lnTo>
                  <a:lnTo>
                    <a:pt x="3291840" y="1316736"/>
                  </a:lnTo>
                  <a:lnTo>
                    <a:pt x="0" y="1316736"/>
                  </a:lnTo>
                  <a:close/>
                </a:path>
              </a:pathLst>
            </a:custGeom>
            <a:blipFill>
              <a:blip r:embed="rId3">
                <a:alphaModFix amt="0"/>
              </a:blip>
              <a:stretch>
                <a:fillRect l="-1321" r="-1321"/>
              </a:stretch>
            </a:blipFill>
          </p:spPr>
          <p:txBody>
            <a:bodyPr/>
            <a:lstStyle/>
            <a:p>
              <a:endParaRPr/>
            </a:p>
          </p:txBody>
        </p:sp>
        <p:sp>
          <p:nvSpPr>
            <p:cNvPr id="34" name="TextBox 34"/>
            <p:cNvSpPr txBox="1"/>
            <p:nvPr/>
          </p:nvSpPr>
          <p:spPr>
            <a:xfrm>
              <a:off x="0" y="-38100"/>
              <a:ext cx="3291840" cy="1354836"/>
            </a:xfrm>
            <a:prstGeom prst="rect">
              <a:avLst/>
            </a:prstGeom>
          </p:spPr>
          <p:txBody>
            <a:bodyPr lIns="0" tIns="0" rIns="0" bIns="0" rtlCol="0" anchor="ctr"/>
            <a:lstStyle/>
            <a:p>
              <a:pPr algn="ctr">
                <a:lnSpc>
                  <a:spcPts val="2520"/>
                </a:lnSpc>
              </a:pPr>
              <a:r>
                <a:rPr lang="en-US" sz="1800" b="1" spc="6">
                  <a:solidFill>
                    <a:srgbClr val="333333"/>
                  </a:solidFill>
                  <a:latin typeface="Noto Sans Kr Bold"/>
                  <a:ea typeface="Noto Sans Kr Bold"/>
                  <a:cs typeface="Noto Sans Kr Bold"/>
                  <a:sym typeface="Noto Sans Kr Bold"/>
                </a:rPr>
                <a:t>과목별 자동 타이머</a:t>
              </a:r>
            </a:p>
            <a:p>
              <a:pPr algn="ctr">
                <a:lnSpc>
                  <a:spcPts val="1995"/>
                </a:lnSpc>
              </a:pPr>
              <a:r>
                <a:rPr lang="en-US" sz="1425" spc="5">
                  <a:solidFill>
                    <a:srgbClr val="7F7F7F"/>
                  </a:solidFill>
                  <a:latin typeface="Noto Sans Kr"/>
                  <a:ea typeface="Noto Sans Kr"/>
                  <a:cs typeface="Noto Sans Kr"/>
                  <a:sym typeface="Noto Sans Kr"/>
                </a:rPr>
                <a:t>초록불일 때만 누적</a:t>
              </a:r>
            </a:p>
          </p:txBody>
        </p:sp>
      </p:grpSp>
      <p:grpSp>
        <p:nvGrpSpPr>
          <p:cNvPr id="35" name="Group 35"/>
          <p:cNvGrpSpPr/>
          <p:nvPr/>
        </p:nvGrpSpPr>
        <p:grpSpPr>
          <a:xfrm>
            <a:off x="1303020" y="7900416"/>
            <a:ext cx="5993892" cy="691896"/>
            <a:chOff x="0" y="0"/>
            <a:chExt cx="7991856" cy="922528"/>
          </a:xfrm>
        </p:grpSpPr>
        <p:grpSp>
          <p:nvGrpSpPr>
            <p:cNvPr id="36" name="Group 36"/>
            <p:cNvGrpSpPr/>
            <p:nvPr/>
          </p:nvGrpSpPr>
          <p:grpSpPr>
            <a:xfrm>
              <a:off x="0" y="205232"/>
              <a:ext cx="512064" cy="512064"/>
              <a:chOff x="0" y="0"/>
              <a:chExt cx="512064" cy="512064"/>
            </a:xfrm>
          </p:grpSpPr>
          <p:sp>
            <p:nvSpPr>
              <p:cNvPr id="37" name="Freeform 37" descr="preencoded.png"/>
              <p:cNvSpPr/>
              <p:nvPr/>
            </p:nvSpPr>
            <p:spPr>
              <a:xfrm>
                <a:off x="0" y="0"/>
                <a:ext cx="512064" cy="512064"/>
              </a:xfrm>
              <a:custGeom>
                <a:avLst/>
                <a:gdLst/>
                <a:ahLst/>
                <a:cxnLst/>
                <a:rect l="l" t="t" r="r" b="b"/>
                <a:pathLst>
                  <a:path w="512064" h="512064">
                    <a:moveTo>
                      <a:pt x="0" y="0"/>
                    </a:moveTo>
                    <a:lnTo>
                      <a:pt x="512064" y="0"/>
                    </a:lnTo>
                    <a:lnTo>
                      <a:pt x="512064" y="512064"/>
                    </a:lnTo>
                    <a:lnTo>
                      <a:pt x="0" y="512064"/>
                    </a:lnTo>
                    <a:lnTo>
                      <a:pt x="0" y="0"/>
                    </a:lnTo>
                    <a:close/>
                  </a:path>
                </a:pathLst>
              </a:custGeom>
              <a:blipFill>
                <a:blip r:embed="rId4"/>
                <a:stretch>
                  <a:fillRect/>
                </a:stretch>
              </a:blipFill>
            </p:spPr>
            <p:txBody>
              <a:bodyPr/>
              <a:lstStyle/>
              <a:p>
                <a:endParaRPr/>
              </a:p>
            </p:txBody>
          </p:sp>
        </p:grpSp>
        <p:grpSp>
          <p:nvGrpSpPr>
            <p:cNvPr id="38" name="Group 38"/>
            <p:cNvGrpSpPr/>
            <p:nvPr/>
          </p:nvGrpSpPr>
          <p:grpSpPr>
            <a:xfrm>
              <a:off x="676656" y="0"/>
              <a:ext cx="7315200" cy="922528"/>
              <a:chOff x="0" y="0"/>
              <a:chExt cx="7315200" cy="922528"/>
            </a:xfrm>
          </p:grpSpPr>
          <p:sp>
            <p:nvSpPr>
              <p:cNvPr id="39" name="Freeform 39"/>
              <p:cNvSpPr/>
              <p:nvPr/>
            </p:nvSpPr>
            <p:spPr>
              <a:xfrm>
                <a:off x="0" y="0"/>
                <a:ext cx="7315200" cy="922528"/>
              </a:xfrm>
              <a:custGeom>
                <a:avLst/>
                <a:gdLst/>
                <a:ahLst/>
                <a:cxnLst/>
                <a:rect l="l" t="t" r="r" b="b"/>
                <a:pathLst>
                  <a:path w="7315200" h="922528">
                    <a:moveTo>
                      <a:pt x="0" y="0"/>
                    </a:moveTo>
                    <a:lnTo>
                      <a:pt x="7315200" y="0"/>
                    </a:lnTo>
                    <a:lnTo>
                      <a:pt x="7315200" y="922528"/>
                    </a:lnTo>
                    <a:lnTo>
                      <a:pt x="0" y="922528"/>
                    </a:lnTo>
                    <a:close/>
                  </a:path>
                </a:pathLst>
              </a:custGeom>
              <a:blipFill>
                <a:blip r:embed="rId3">
                  <a:alphaModFix amt="0"/>
                </a:blip>
                <a:stretch>
                  <a:fillRect t="-122788" b="-86224"/>
                </a:stretch>
              </a:blipFill>
            </p:spPr>
            <p:txBody>
              <a:bodyPr/>
              <a:lstStyle/>
              <a:p>
                <a:endParaRPr/>
              </a:p>
            </p:txBody>
          </p:sp>
          <p:sp>
            <p:nvSpPr>
              <p:cNvPr id="40" name="TextBox 40"/>
              <p:cNvSpPr txBox="1"/>
              <p:nvPr/>
            </p:nvSpPr>
            <p:spPr>
              <a:xfrm>
                <a:off x="0" y="0"/>
                <a:ext cx="7315200" cy="922528"/>
              </a:xfrm>
              <a:prstGeom prst="rect">
                <a:avLst/>
              </a:prstGeom>
            </p:spPr>
            <p:txBody>
              <a:bodyPr lIns="0" tIns="0" rIns="0" bIns="0" rtlCol="0" anchor="ctr"/>
              <a:lstStyle/>
              <a:p>
                <a:pPr algn="l">
                  <a:lnSpc>
                    <a:spcPts val="2160"/>
                  </a:lnSpc>
                </a:pPr>
                <a:r>
                  <a:rPr lang="en-US" sz="1800" b="1" spc="6">
                    <a:solidFill>
                      <a:srgbClr val="2E44A8"/>
                    </a:solidFill>
                    <a:latin typeface="Noto Sans Kr Bold"/>
                    <a:ea typeface="Noto Sans Kr Bold"/>
                    <a:cs typeface="Noto Sans Kr Bold"/>
                    <a:sym typeface="Noto Sans Kr Bold"/>
                  </a:rPr>
                  <a:t>웹캠 영상은 저장 · 전송하지 않음</a:t>
                </a:r>
              </a:p>
            </p:txBody>
          </p:sp>
        </p:grpSp>
      </p:grpSp>
      <p:sp>
        <p:nvSpPr>
          <p:cNvPr id="41" name="AutoShape 41"/>
          <p:cNvSpPr/>
          <p:nvPr/>
        </p:nvSpPr>
        <p:spPr>
          <a:xfrm flipV="1">
            <a:off x="7595715" y="5798924"/>
            <a:ext cx="2022159" cy="0"/>
          </a:xfrm>
          <a:prstGeom prst="line">
            <a:avLst/>
          </a:prstGeom>
          <a:ln w="57150" cap="rnd">
            <a:solidFill>
              <a:srgbClr val="3C55CB"/>
            </a:solidFill>
            <a:prstDash val="solid"/>
            <a:headEnd type="none" w="sm" len="sm"/>
            <a:tailEnd type="triangle" w="lg" len="med"/>
          </a:ln>
        </p:spPr>
        <p:txBody>
          <a:bodyPr/>
          <a:lstStyle/>
          <a:p>
            <a:endParaRPr/>
          </a:p>
        </p:txBody>
      </p:sp>
      <p:sp>
        <p:nvSpPr>
          <p:cNvPr id="42" name="TextBox 42"/>
          <p:cNvSpPr txBox="1"/>
          <p:nvPr/>
        </p:nvSpPr>
        <p:spPr>
          <a:xfrm>
            <a:off x="7543800" y="4840605"/>
            <a:ext cx="2125980" cy="523875"/>
          </a:xfrm>
          <a:prstGeom prst="rect">
            <a:avLst/>
          </a:prstGeom>
        </p:spPr>
        <p:txBody>
          <a:bodyPr lIns="0" tIns="0" rIns="0" bIns="0" rtlCol="0" anchor="t">
            <a:spAutoFit/>
          </a:bodyPr>
          <a:lstStyle/>
          <a:p>
            <a:pPr algn="ctr">
              <a:lnSpc>
                <a:spcPts val="2100"/>
              </a:lnSpc>
            </a:pPr>
            <a:r>
              <a:rPr lang="en-US" sz="1500" b="1" spc="5">
                <a:solidFill>
                  <a:srgbClr val="2E44A8"/>
                </a:solidFill>
                <a:latin typeface="Noto Sans Kr Bold"/>
                <a:ea typeface="Noto Sans Kr Bold"/>
                <a:cs typeface="Noto Sans Kr Bold"/>
                <a:sym typeface="Noto Sans Kr Bold"/>
              </a:rPr>
              <a:t>수치 데이터만</a:t>
            </a:r>
          </a:p>
          <a:p>
            <a:pPr algn="ctr">
              <a:lnSpc>
                <a:spcPts val="2100"/>
              </a:lnSpc>
            </a:pPr>
            <a:r>
              <a:rPr lang="en-US" sz="1500" b="1" spc="5">
                <a:solidFill>
                  <a:srgbClr val="2E44A8"/>
                </a:solidFill>
                <a:latin typeface="Noto Sans Kr Bold"/>
                <a:ea typeface="Noto Sans Kr Bold"/>
                <a:cs typeface="Noto Sans Kr Bold"/>
                <a:sym typeface="Noto Sans Kr Bold"/>
              </a:rPr>
              <a:t>위치 · 고개 각도 · 상태</a:t>
            </a:r>
          </a:p>
        </p:txBody>
      </p:sp>
      <p:sp>
        <p:nvSpPr>
          <p:cNvPr id="43" name="AutoShape 43"/>
          <p:cNvSpPr/>
          <p:nvPr/>
        </p:nvSpPr>
        <p:spPr>
          <a:xfrm flipH="1" flipV="1">
            <a:off x="7595715" y="6978500"/>
            <a:ext cx="2022159" cy="0"/>
          </a:xfrm>
          <a:prstGeom prst="line">
            <a:avLst/>
          </a:prstGeom>
          <a:ln w="57150" cap="rnd">
            <a:solidFill>
              <a:srgbClr val="9A9EA8"/>
            </a:solidFill>
            <a:prstDash val="solid"/>
            <a:headEnd type="none" w="sm" len="sm"/>
            <a:tailEnd type="triangle" w="lg" len="med"/>
          </a:ln>
        </p:spPr>
        <p:txBody>
          <a:bodyPr/>
          <a:lstStyle/>
          <a:p>
            <a:endParaRPr/>
          </a:p>
        </p:txBody>
      </p:sp>
      <p:sp>
        <p:nvSpPr>
          <p:cNvPr id="44" name="TextBox 44"/>
          <p:cNvSpPr txBox="1"/>
          <p:nvPr/>
        </p:nvSpPr>
        <p:spPr>
          <a:xfrm>
            <a:off x="7543800" y="7104888"/>
            <a:ext cx="2125980" cy="228600"/>
          </a:xfrm>
          <a:prstGeom prst="rect">
            <a:avLst/>
          </a:prstGeom>
        </p:spPr>
        <p:txBody>
          <a:bodyPr lIns="0" tIns="0" rIns="0" bIns="0" rtlCol="0" anchor="t">
            <a:spAutoFit/>
          </a:bodyPr>
          <a:lstStyle/>
          <a:p>
            <a:pPr algn="ctr">
              <a:lnSpc>
                <a:spcPts val="1800"/>
              </a:lnSpc>
            </a:pPr>
            <a:r>
              <a:rPr lang="en-US" sz="1500" spc="5">
                <a:solidFill>
                  <a:srgbClr val="7F7F7F"/>
                </a:solidFill>
                <a:latin typeface="Noto Sans Kr"/>
                <a:ea typeface="Noto Sans Kr"/>
                <a:cs typeface="Noto Sans Kr"/>
                <a:sym typeface="Noto Sans Kr"/>
              </a:rPr>
              <a:t>배정 결과 · 기록</a:t>
            </a:r>
          </a:p>
        </p:txBody>
      </p:sp>
      <p:grpSp>
        <p:nvGrpSpPr>
          <p:cNvPr id="45" name="Group 45"/>
          <p:cNvGrpSpPr/>
          <p:nvPr/>
        </p:nvGrpSpPr>
        <p:grpSpPr>
          <a:xfrm>
            <a:off x="9660255" y="2253615"/>
            <a:ext cx="3928110" cy="6534150"/>
            <a:chOff x="0" y="0"/>
            <a:chExt cx="5237480" cy="8712200"/>
          </a:xfrm>
        </p:grpSpPr>
        <p:sp>
          <p:nvSpPr>
            <p:cNvPr id="46" name="Freeform 46"/>
            <p:cNvSpPr/>
            <p:nvPr/>
          </p:nvSpPr>
          <p:spPr>
            <a:xfrm>
              <a:off x="0" y="0"/>
              <a:ext cx="5237480" cy="8712200"/>
            </a:xfrm>
            <a:custGeom>
              <a:avLst/>
              <a:gdLst/>
              <a:ahLst/>
              <a:cxnLst/>
              <a:rect l="l" t="t" r="r" b="b"/>
              <a:pathLst>
                <a:path w="5237480" h="8712200">
                  <a:moveTo>
                    <a:pt x="0" y="147066"/>
                  </a:moveTo>
                  <a:cubicBezTo>
                    <a:pt x="0" y="65786"/>
                    <a:pt x="65786" y="0"/>
                    <a:pt x="147066" y="0"/>
                  </a:cubicBezTo>
                  <a:lnTo>
                    <a:pt x="5090414" y="0"/>
                  </a:lnTo>
                  <a:cubicBezTo>
                    <a:pt x="5171567" y="0"/>
                    <a:pt x="5237480" y="65786"/>
                    <a:pt x="5237480" y="147066"/>
                  </a:cubicBezTo>
                  <a:lnTo>
                    <a:pt x="5237480" y="8565134"/>
                  </a:lnTo>
                  <a:cubicBezTo>
                    <a:pt x="5237480" y="8646287"/>
                    <a:pt x="5171694" y="8712200"/>
                    <a:pt x="5090414" y="8712200"/>
                  </a:cubicBezTo>
                  <a:lnTo>
                    <a:pt x="147066" y="8712200"/>
                  </a:lnTo>
                  <a:cubicBezTo>
                    <a:pt x="65786" y="8712200"/>
                    <a:pt x="0" y="8646414"/>
                    <a:pt x="0" y="8565134"/>
                  </a:cubicBezTo>
                  <a:close/>
                </a:path>
              </a:pathLst>
            </a:custGeom>
            <a:solidFill>
              <a:srgbClr val="3C55CB"/>
            </a:solidFill>
            <a:ln w="19050" cap="sq">
              <a:solidFill>
                <a:srgbClr val="3C55CB"/>
              </a:solidFill>
              <a:prstDash val="solid"/>
              <a:miter/>
            </a:ln>
          </p:spPr>
          <p:txBody>
            <a:bodyPr/>
            <a:lstStyle/>
            <a:p>
              <a:endParaRPr/>
            </a:p>
          </p:txBody>
        </p:sp>
      </p:grpSp>
      <p:sp>
        <p:nvSpPr>
          <p:cNvPr id="47" name="TextBox 47"/>
          <p:cNvSpPr txBox="1"/>
          <p:nvPr/>
        </p:nvSpPr>
        <p:spPr>
          <a:xfrm>
            <a:off x="10012680" y="2468880"/>
            <a:ext cx="3291840" cy="314325"/>
          </a:xfrm>
          <a:prstGeom prst="rect">
            <a:avLst/>
          </a:prstGeom>
        </p:spPr>
        <p:txBody>
          <a:bodyPr lIns="0" tIns="0" rIns="0" bIns="0" rtlCol="0" anchor="t">
            <a:spAutoFit/>
          </a:bodyPr>
          <a:lstStyle/>
          <a:p>
            <a:pPr algn="l">
              <a:lnSpc>
                <a:spcPts val="2520"/>
              </a:lnSpc>
            </a:pPr>
            <a:r>
              <a:rPr lang="en-US" sz="2100" b="1" spc="8">
                <a:solidFill>
                  <a:srgbClr val="FFFFFF"/>
                </a:solidFill>
                <a:latin typeface="Noto Sans Kr Bold"/>
                <a:ea typeface="Noto Sans Kr Bold"/>
                <a:cs typeface="Noto Sans Kr Bold"/>
                <a:sym typeface="Noto Sans Kr Bold"/>
              </a:rPr>
              <a:t>Supabase</a:t>
            </a:r>
          </a:p>
        </p:txBody>
      </p:sp>
      <p:grpSp>
        <p:nvGrpSpPr>
          <p:cNvPr id="48" name="Group 48"/>
          <p:cNvGrpSpPr/>
          <p:nvPr/>
        </p:nvGrpSpPr>
        <p:grpSpPr>
          <a:xfrm>
            <a:off x="10003155" y="3145155"/>
            <a:ext cx="3242310" cy="1171194"/>
            <a:chOff x="0" y="0"/>
            <a:chExt cx="4323080" cy="1561592"/>
          </a:xfrm>
        </p:grpSpPr>
        <p:sp>
          <p:nvSpPr>
            <p:cNvPr id="49" name="Freeform 49"/>
            <p:cNvSpPr/>
            <p:nvPr/>
          </p:nvSpPr>
          <p:spPr>
            <a:xfrm>
              <a:off x="0" y="0"/>
              <a:ext cx="4323080" cy="1561592"/>
            </a:xfrm>
            <a:custGeom>
              <a:avLst/>
              <a:gdLst/>
              <a:ahLst/>
              <a:cxnLst/>
              <a:rect l="l" t="t" r="r" b="b"/>
              <a:pathLst>
                <a:path w="4323080" h="1561592">
                  <a:moveTo>
                    <a:pt x="0" y="111506"/>
                  </a:moveTo>
                  <a:cubicBezTo>
                    <a:pt x="0" y="49911"/>
                    <a:pt x="49911" y="0"/>
                    <a:pt x="111506" y="0"/>
                  </a:cubicBezTo>
                  <a:lnTo>
                    <a:pt x="4211574" y="0"/>
                  </a:lnTo>
                  <a:cubicBezTo>
                    <a:pt x="4273169" y="0"/>
                    <a:pt x="4323080" y="49911"/>
                    <a:pt x="4323080" y="111506"/>
                  </a:cubicBezTo>
                  <a:lnTo>
                    <a:pt x="4323080" y="1450086"/>
                  </a:lnTo>
                  <a:cubicBezTo>
                    <a:pt x="4323080" y="1511681"/>
                    <a:pt x="4273169" y="1561592"/>
                    <a:pt x="4211574" y="1561592"/>
                  </a:cubicBezTo>
                  <a:lnTo>
                    <a:pt x="111506" y="1561592"/>
                  </a:lnTo>
                  <a:cubicBezTo>
                    <a:pt x="49911" y="1561592"/>
                    <a:pt x="0" y="1511681"/>
                    <a:pt x="0" y="1450086"/>
                  </a:cubicBezTo>
                  <a:close/>
                </a:path>
              </a:pathLst>
            </a:custGeom>
            <a:solidFill>
              <a:srgbClr val="5A70D6"/>
            </a:solidFill>
            <a:ln w="19050" cap="sq">
              <a:solidFill>
                <a:srgbClr val="5A70D6"/>
              </a:solidFill>
              <a:prstDash val="solid"/>
              <a:miter/>
            </a:ln>
          </p:spPr>
          <p:txBody>
            <a:bodyPr/>
            <a:lstStyle/>
            <a:p>
              <a:endParaRPr/>
            </a:p>
          </p:txBody>
        </p:sp>
      </p:grpSp>
      <p:grpSp>
        <p:nvGrpSpPr>
          <p:cNvPr id="50" name="Group 50"/>
          <p:cNvGrpSpPr/>
          <p:nvPr/>
        </p:nvGrpSpPr>
        <p:grpSpPr>
          <a:xfrm>
            <a:off x="10177272" y="3154680"/>
            <a:ext cx="2948940" cy="1152144"/>
            <a:chOff x="0" y="0"/>
            <a:chExt cx="3931920" cy="1536192"/>
          </a:xfrm>
        </p:grpSpPr>
        <p:sp>
          <p:nvSpPr>
            <p:cNvPr id="51" name="Freeform 51"/>
            <p:cNvSpPr/>
            <p:nvPr/>
          </p:nvSpPr>
          <p:spPr>
            <a:xfrm>
              <a:off x="0" y="0"/>
              <a:ext cx="3931920" cy="1536192"/>
            </a:xfrm>
            <a:custGeom>
              <a:avLst/>
              <a:gdLst/>
              <a:ahLst/>
              <a:cxnLst/>
              <a:rect l="l" t="t" r="r" b="b"/>
              <a:pathLst>
                <a:path w="3931920" h="1536192">
                  <a:moveTo>
                    <a:pt x="0" y="0"/>
                  </a:moveTo>
                  <a:lnTo>
                    <a:pt x="3931920" y="0"/>
                  </a:lnTo>
                  <a:lnTo>
                    <a:pt x="3931920" y="1536192"/>
                  </a:lnTo>
                  <a:lnTo>
                    <a:pt x="0" y="1536192"/>
                  </a:lnTo>
                  <a:close/>
                </a:path>
              </a:pathLst>
            </a:custGeom>
            <a:blipFill>
              <a:blip r:embed="rId3">
                <a:alphaModFix amt="0"/>
              </a:blip>
              <a:stretch>
                <a:fillRect l="-127" r="-127"/>
              </a:stretch>
            </a:blipFill>
          </p:spPr>
          <p:txBody>
            <a:bodyPr/>
            <a:lstStyle/>
            <a:p>
              <a:endParaRPr/>
            </a:p>
          </p:txBody>
        </p:sp>
        <p:sp>
          <p:nvSpPr>
            <p:cNvPr id="52" name="TextBox 52"/>
            <p:cNvSpPr txBox="1"/>
            <p:nvPr/>
          </p:nvSpPr>
          <p:spPr>
            <a:xfrm>
              <a:off x="0" y="-38100"/>
              <a:ext cx="3931920" cy="1574292"/>
            </a:xfrm>
            <a:prstGeom prst="rect">
              <a:avLst/>
            </a:prstGeom>
          </p:spPr>
          <p:txBody>
            <a:bodyPr lIns="0" tIns="0" rIns="0" bIns="0" rtlCol="0" anchor="ctr"/>
            <a:lstStyle/>
            <a:p>
              <a:pPr algn="l">
                <a:lnSpc>
                  <a:spcPts val="2520"/>
                </a:lnSpc>
              </a:pPr>
              <a:r>
                <a:rPr lang="en-US" sz="1800" b="1" spc="6">
                  <a:solidFill>
                    <a:srgbClr val="D6DDF8"/>
                  </a:solidFill>
                  <a:latin typeface="Noto Sans Kr Bold"/>
                  <a:ea typeface="Noto Sans Kr Bold"/>
                  <a:cs typeface="Noto Sans Kr Bold"/>
                  <a:sym typeface="Noto Sans Kr Bold"/>
                </a:rPr>
                <a:t>Auth</a:t>
              </a:r>
            </a:p>
            <a:p>
              <a:pPr algn="l">
                <a:lnSpc>
                  <a:spcPts val="1995"/>
                </a:lnSpc>
              </a:pPr>
              <a:r>
                <a:rPr lang="en-US" sz="1425" spc="5">
                  <a:solidFill>
                    <a:srgbClr val="DDE2F0"/>
                  </a:solidFill>
                  <a:latin typeface="Noto Sans Kr"/>
                  <a:ea typeface="Noto Sans Kr"/>
                  <a:cs typeface="Noto Sans Kr"/>
                  <a:sym typeface="Noto Sans Kr"/>
                </a:rPr>
                <a:t>회원가입 · 로그인</a:t>
              </a:r>
            </a:p>
          </p:txBody>
        </p:sp>
      </p:grpSp>
      <p:grpSp>
        <p:nvGrpSpPr>
          <p:cNvPr id="53" name="Group 53"/>
          <p:cNvGrpSpPr/>
          <p:nvPr/>
        </p:nvGrpSpPr>
        <p:grpSpPr>
          <a:xfrm>
            <a:off x="10003155" y="4489323"/>
            <a:ext cx="3242310" cy="1171194"/>
            <a:chOff x="0" y="0"/>
            <a:chExt cx="4323080" cy="1561592"/>
          </a:xfrm>
        </p:grpSpPr>
        <p:sp>
          <p:nvSpPr>
            <p:cNvPr id="54" name="Freeform 54"/>
            <p:cNvSpPr/>
            <p:nvPr/>
          </p:nvSpPr>
          <p:spPr>
            <a:xfrm>
              <a:off x="0" y="0"/>
              <a:ext cx="4323080" cy="1561592"/>
            </a:xfrm>
            <a:custGeom>
              <a:avLst/>
              <a:gdLst/>
              <a:ahLst/>
              <a:cxnLst/>
              <a:rect l="l" t="t" r="r" b="b"/>
              <a:pathLst>
                <a:path w="4323080" h="1561592">
                  <a:moveTo>
                    <a:pt x="0" y="111506"/>
                  </a:moveTo>
                  <a:cubicBezTo>
                    <a:pt x="0" y="49911"/>
                    <a:pt x="49911" y="0"/>
                    <a:pt x="111506" y="0"/>
                  </a:cubicBezTo>
                  <a:lnTo>
                    <a:pt x="4211574" y="0"/>
                  </a:lnTo>
                  <a:cubicBezTo>
                    <a:pt x="4273169" y="0"/>
                    <a:pt x="4323080" y="49911"/>
                    <a:pt x="4323080" y="111506"/>
                  </a:cubicBezTo>
                  <a:lnTo>
                    <a:pt x="4323080" y="1450086"/>
                  </a:lnTo>
                  <a:cubicBezTo>
                    <a:pt x="4323080" y="1511681"/>
                    <a:pt x="4273169" y="1561592"/>
                    <a:pt x="4211574" y="1561592"/>
                  </a:cubicBezTo>
                  <a:lnTo>
                    <a:pt x="111506" y="1561592"/>
                  </a:lnTo>
                  <a:cubicBezTo>
                    <a:pt x="49911" y="1561592"/>
                    <a:pt x="0" y="1511681"/>
                    <a:pt x="0" y="1450086"/>
                  </a:cubicBezTo>
                  <a:close/>
                </a:path>
              </a:pathLst>
            </a:custGeom>
            <a:solidFill>
              <a:srgbClr val="5A70D6"/>
            </a:solidFill>
            <a:ln w="19050" cap="sq">
              <a:solidFill>
                <a:srgbClr val="5A70D6"/>
              </a:solidFill>
              <a:prstDash val="solid"/>
              <a:miter/>
            </a:ln>
          </p:spPr>
          <p:txBody>
            <a:bodyPr/>
            <a:lstStyle/>
            <a:p>
              <a:endParaRPr/>
            </a:p>
          </p:txBody>
        </p:sp>
      </p:grpSp>
      <p:grpSp>
        <p:nvGrpSpPr>
          <p:cNvPr id="55" name="Group 55"/>
          <p:cNvGrpSpPr/>
          <p:nvPr/>
        </p:nvGrpSpPr>
        <p:grpSpPr>
          <a:xfrm>
            <a:off x="10177272" y="4498848"/>
            <a:ext cx="2948940" cy="1152144"/>
            <a:chOff x="0" y="0"/>
            <a:chExt cx="3931920" cy="1536192"/>
          </a:xfrm>
        </p:grpSpPr>
        <p:sp>
          <p:nvSpPr>
            <p:cNvPr id="56" name="Freeform 56"/>
            <p:cNvSpPr/>
            <p:nvPr/>
          </p:nvSpPr>
          <p:spPr>
            <a:xfrm>
              <a:off x="0" y="0"/>
              <a:ext cx="3931920" cy="1536192"/>
            </a:xfrm>
            <a:custGeom>
              <a:avLst/>
              <a:gdLst/>
              <a:ahLst/>
              <a:cxnLst/>
              <a:rect l="l" t="t" r="r" b="b"/>
              <a:pathLst>
                <a:path w="3931920" h="1536192">
                  <a:moveTo>
                    <a:pt x="0" y="0"/>
                  </a:moveTo>
                  <a:lnTo>
                    <a:pt x="3931920" y="0"/>
                  </a:lnTo>
                  <a:lnTo>
                    <a:pt x="3931920" y="1536192"/>
                  </a:lnTo>
                  <a:lnTo>
                    <a:pt x="0" y="1536192"/>
                  </a:lnTo>
                  <a:close/>
                </a:path>
              </a:pathLst>
            </a:custGeom>
            <a:blipFill>
              <a:blip r:embed="rId3">
                <a:alphaModFix amt="0"/>
              </a:blip>
              <a:stretch>
                <a:fillRect l="-127" r="-127"/>
              </a:stretch>
            </a:blipFill>
          </p:spPr>
          <p:txBody>
            <a:bodyPr/>
            <a:lstStyle/>
            <a:p>
              <a:endParaRPr/>
            </a:p>
          </p:txBody>
        </p:sp>
        <p:sp>
          <p:nvSpPr>
            <p:cNvPr id="57" name="TextBox 57"/>
            <p:cNvSpPr txBox="1"/>
            <p:nvPr/>
          </p:nvSpPr>
          <p:spPr>
            <a:xfrm>
              <a:off x="0" y="-38100"/>
              <a:ext cx="3931920" cy="1574292"/>
            </a:xfrm>
            <a:prstGeom prst="rect">
              <a:avLst/>
            </a:prstGeom>
          </p:spPr>
          <p:txBody>
            <a:bodyPr lIns="0" tIns="0" rIns="0" bIns="0" rtlCol="0" anchor="ctr"/>
            <a:lstStyle/>
            <a:p>
              <a:pPr algn="l">
                <a:lnSpc>
                  <a:spcPts val="2520"/>
                </a:lnSpc>
              </a:pPr>
              <a:r>
                <a:rPr lang="en-US" sz="1800" b="1" spc="6">
                  <a:solidFill>
                    <a:srgbClr val="D6DDF8"/>
                  </a:solidFill>
                  <a:latin typeface="Noto Sans Kr Bold"/>
                  <a:ea typeface="Noto Sans Kr Bold"/>
                  <a:cs typeface="Noto Sans Kr Bold"/>
                  <a:sym typeface="Noto Sans Kr Bold"/>
                </a:rPr>
                <a:t>Realtime</a:t>
              </a:r>
            </a:p>
            <a:p>
              <a:pPr algn="l">
                <a:lnSpc>
                  <a:spcPts val="1995"/>
                </a:lnSpc>
              </a:pPr>
              <a:r>
                <a:rPr lang="en-US" sz="1425" spc="5">
                  <a:solidFill>
                    <a:srgbClr val="DDE2F0"/>
                  </a:solidFill>
                  <a:latin typeface="Noto Sans Kr"/>
                  <a:ea typeface="Noto Sans Kr"/>
                  <a:cs typeface="Noto Sans Kr"/>
                  <a:sym typeface="Noto Sans Kr"/>
                </a:rPr>
                <a:t>Broadcast: 위치·상태 중계</a:t>
              </a:r>
            </a:p>
            <a:p>
              <a:pPr algn="l">
                <a:lnSpc>
                  <a:spcPts val="1995"/>
                </a:lnSpc>
              </a:pPr>
              <a:r>
                <a:rPr lang="en-US" sz="1425" spc="5">
                  <a:solidFill>
                    <a:srgbClr val="DDE2F0"/>
                  </a:solidFill>
                  <a:latin typeface="Noto Sans Kr"/>
                  <a:ea typeface="Noto Sans Kr"/>
                  <a:cs typeface="Noto Sans Kr"/>
                  <a:sym typeface="Noto Sans Kr"/>
                </a:rPr>
                <a:t>Presence: 접속·좌석 현황</a:t>
              </a:r>
            </a:p>
          </p:txBody>
        </p:sp>
      </p:grpSp>
      <p:grpSp>
        <p:nvGrpSpPr>
          <p:cNvPr id="58" name="Group 58"/>
          <p:cNvGrpSpPr/>
          <p:nvPr/>
        </p:nvGrpSpPr>
        <p:grpSpPr>
          <a:xfrm>
            <a:off x="10003155" y="5833491"/>
            <a:ext cx="3242310" cy="1171194"/>
            <a:chOff x="0" y="0"/>
            <a:chExt cx="4323080" cy="1561592"/>
          </a:xfrm>
        </p:grpSpPr>
        <p:sp>
          <p:nvSpPr>
            <p:cNvPr id="59" name="Freeform 59"/>
            <p:cNvSpPr/>
            <p:nvPr/>
          </p:nvSpPr>
          <p:spPr>
            <a:xfrm>
              <a:off x="0" y="0"/>
              <a:ext cx="4323080" cy="1561592"/>
            </a:xfrm>
            <a:custGeom>
              <a:avLst/>
              <a:gdLst/>
              <a:ahLst/>
              <a:cxnLst/>
              <a:rect l="l" t="t" r="r" b="b"/>
              <a:pathLst>
                <a:path w="4323080" h="1561592">
                  <a:moveTo>
                    <a:pt x="0" y="111506"/>
                  </a:moveTo>
                  <a:cubicBezTo>
                    <a:pt x="0" y="49911"/>
                    <a:pt x="49911" y="0"/>
                    <a:pt x="111506" y="0"/>
                  </a:cubicBezTo>
                  <a:lnTo>
                    <a:pt x="4211574" y="0"/>
                  </a:lnTo>
                  <a:cubicBezTo>
                    <a:pt x="4273169" y="0"/>
                    <a:pt x="4323080" y="49911"/>
                    <a:pt x="4323080" y="111506"/>
                  </a:cubicBezTo>
                  <a:lnTo>
                    <a:pt x="4323080" y="1450086"/>
                  </a:lnTo>
                  <a:cubicBezTo>
                    <a:pt x="4323080" y="1511681"/>
                    <a:pt x="4273169" y="1561592"/>
                    <a:pt x="4211574" y="1561592"/>
                  </a:cubicBezTo>
                  <a:lnTo>
                    <a:pt x="111506" y="1561592"/>
                  </a:lnTo>
                  <a:cubicBezTo>
                    <a:pt x="49911" y="1561592"/>
                    <a:pt x="0" y="1511681"/>
                    <a:pt x="0" y="1450086"/>
                  </a:cubicBezTo>
                  <a:close/>
                </a:path>
              </a:pathLst>
            </a:custGeom>
            <a:solidFill>
              <a:srgbClr val="5A70D6"/>
            </a:solidFill>
            <a:ln w="19050" cap="sq">
              <a:solidFill>
                <a:srgbClr val="5A70D6"/>
              </a:solidFill>
              <a:prstDash val="solid"/>
              <a:miter/>
            </a:ln>
          </p:spPr>
          <p:txBody>
            <a:bodyPr/>
            <a:lstStyle/>
            <a:p>
              <a:endParaRPr/>
            </a:p>
          </p:txBody>
        </p:sp>
      </p:grpSp>
      <p:grpSp>
        <p:nvGrpSpPr>
          <p:cNvPr id="60" name="Group 60"/>
          <p:cNvGrpSpPr/>
          <p:nvPr/>
        </p:nvGrpSpPr>
        <p:grpSpPr>
          <a:xfrm>
            <a:off x="10177272" y="5843016"/>
            <a:ext cx="2948940" cy="1152144"/>
            <a:chOff x="0" y="0"/>
            <a:chExt cx="3931920" cy="1536192"/>
          </a:xfrm>
        </p:grpSpPr>
        <p:sp>
          <p:nvSpPr>
            <p:cNvPr id="61" name="Freeform 61"/>
            <p:cNvSpPr/>
            <p:nvPr/>
          </p:nvSpPr>
          <p:spPr>
            <a:xfrm>
              <a:off x="0" y="0"/>
              <a:ext cx="3931920" cy="1536192"/>
            </a:xfrm>
            <a:custGeom>
              <a:avLst/>
              <a:gdLst/>
              <a:ahLst/>
              <a:cxnLst/>
              <a:rect l="l" t="t" r="r" b="b"/>
              <a:pathLst>
                <a:path w="3931920" h="1536192">
                  <a:moveTo>
                    <a:pt x="0" y="0"/>
                  </a:moveTo>
                  <a:lnTo>
                    <a:pt x="3931920" y="0"/>
                  </a:lnTo>
                  <a:lnTo>
                    <a:pt x="3931920" y="1536192"/>
                  </a:lnTo>
                  <a:lnTo>
                    <a:pt x="0" y="1536192"/>
                  </a:lnTo>
                  <a:close/>
                </a:path>
              </a:pathLst>
            </a:custGeom>
            <a:blipFill>
              <a:blip r:embed="rId3">
                <a:alphaModFix amt="0"/>
              </a:blip>
              <a:stretch>
                <a:fillRect l="-127" r="-127"/>
              </a:stretch>
            </a:blipFill>
          </p:spPr>
          <p:txBody>
            <a:bodyPr/>
            <a:lstStyle/>
            <a:p>
              <a:endParaRPr/>
            </a:p>
          </p:txBody>
        </p:sp>
        <p:sp>
          <p:nvSpPr>
            <p:cNvPr id="62" name="TextBox 62"/>
            <p:cNvSpPr txBox="1"/>
            <p:nvPr/>
          </p:nvSpPr>
          <p:spPr>
            <a:xfrm>
              <a:off x="0" y="-38100"/>
              <a:ext cx="3931920" cy="1574292"/>
            </a:xfrm>
            <a:prstGeom prst="rect">
              <a:avLst/>
            </a:prstGeom>
          </p:spPr>
          <p:txBody>
            <a:bodyPr lIns="0" tIns="0" rIns="0" bIns="0" rtlCol="0" anchor="ctr"/>
            <a:lstStyle/>
            <a:p>
              <a:pPr algn="l">
                <a:lnSpc>
                  <a:spcPts val="2520"/>
                </a:lnSpc>
              </a:pPr>
              <a:r>
                <a:rPr lang="en-US" sz="1800" b="1" spc="6">
                  <a:solidFill>
                    <a:srgbClr val="D6DDF8"/>
                  </a:solidFill>
                  <a:latin typeface="Noto Sans Kr Bold"/>
                  <a:ea typeface="Noto Sans Kr Bold"/>
                  <a:cs typeface="Noto Sans Kr Bold"/>
                  <a:sym typeface="Noto Sans Kr Bold"/>
                </a:rPr>
                <a:t>DB 함수</a:t>
              </a:r>
            </a:p>
            <a:p>
              <a:pPr algn="l">
                <a:lnSpc>
                  <a:spcPts val="1995"/>
                </a:lnSpc>
              </a:pPr>
              <a:r>
                <a:rPr lang="en-US" sz="1425" spc="5">
                  <a:solidFill>
                    <a:srgbClr val="DDE2F0"/>
                  </a:solidFill>
                  <a:latin typeface="Noto Sans Kr"/>
                  <a:ea typeface="Noto Sans Kr"/>
                  <a:cs typeface="Noto Sans Kr"/>
                  <a:sym typeface="Noto Sans Kr"/>
                </a:rPr>
                <a:t>좌석·회의실 원자적 배정</a:t>
              </a:r>
            </a:p>
          </p:txBody>
        </p:sp>
      </p:grpSp>
      <p:grpSp>
        <p:nvGrpSpPr>
          <p:cNvPr id="63" name="Group 63"/>
          <p:cNvGrpSpPr/>
          <p:nvPr/>
        </p:nvGrpSpPr>
        <p:grpSpPr>
          <a:xfrm>
            <a:off x="10003155" y="7177659"/>
            <a:ext cx="3242310" cy="1171194"/>
            <a:chOff x="0" y="0"/>
            <a:chExt cx="4323080" cy="1561592"/>
          </a:xfrm>
        </p:grpSpPr>
        <p:sp>
          <p:nvSpPr>
            <p:cNvPr id="64" name="Freeform 64"/>
            <p:cNvSpPr/>
            <p:nvPr/>
          </p:nvSpPr>
          <p:spPr>
            <a:xfrm>
              <a:off x="0" y="0"/>
              <a:ext cx="4323080" cy="1561592"/>
            </a:xfrm>
            <a:custGeom>
              <a:avLst/>
              <a:gdLst/>
              <a:ahLst/>
              <a:cxnLst/>
              <a:rect l="l" t="t" r="r" b="b"/>
              <a:pathLst>
                <a:path w="4323080" h="1561592">
                  <a:moveTo>
                    <a:pt x="0" y="111506"/>
                  </a:moveTo>
                  <a:cubicBezTo>
                    <a:pt x="0" y="49911"/>
                    <a:pt x="49911" y="0"/>
                    <a:pt x="111506" y="0"/>
                  </a:cubicBezTo>
                  <a:lnTo>
                    <a:pt x="4211574" y="0"/>
                  </a:lnTo>
                  <a:cubicBezTo>
                    <a:pt x="4273169" y="0"/>
                    <a:pt x="4323080" y="49911"/>
                    <a:pt x="4323080" y="111506"/>
                  </a:cubicBezTo>
                  <a:lnTo>
                    <a:pt x="4323080" y="1450086"/>
                  </a:lnTo>
                  <a:cubicBezTo>
                    <a:pt x="4323080" y="1511681"/>
                    <a:pt x="4273169" y="1561592"/>
                    <a:pt x="4211574" y="1561592"/>
                  </a:cubicBezTo>
                  <a:lnTo>
                    <a:pt x="111506" y="1561592"/>
                  </a:lnTo>
                  <a:cubicBezTo>
                    <a:pt x="49911" y="1561592"/>
                    <a:pt x="0" y="1511681"/>
                    <a:pt x="0" y="1450086"/>
                  </a:cubicBezTo>
                  <a:close/>
                </a:path>
              </a:pathLst>
            </a:custGeom>
            <a:solidFill>
              <a:srgbClr val="5A70D6"/>
            </a:solidFill>
            <a:ln w="19050" cap="sq">
              <a:solidFill>
                <a:srgbClr val="5A70D6"/>
              </a:solidFill>
              <a:prstDash val="solid"/>
              <a:miter/>
            </a:ln>
          </p:spPr>
          <p:txBody>
            <a:bodyPr/>
            <a:lstStyle/>
            <a:p>
              <a:endParaRPr/>
            </a:p>
          </p:txBody>
        </p:sp>
      </p:grpSp>
      <p:grpSp>
        <p:nvGrpSpPr>
          <p:cNvPr id="65" name="Group 65"/>
          <p:cNvGrpSpPr/>
          <p:nvPr/>
        </p:nvGrpSpPr>
        <p:grpSpPr>
          <a:xfrm>
            <a:off x="10177272" y="7187184"/>
            <a:ext cx="2948940" cy="1152144"/>
            <a:chOff x="0" y="0"/>
            <a:chExt cx="3931920" cy="1536192"/>
          </a:xfrm>
        </p:grpSpPr>
        <p:sp>
          <p:nvSpPr>
            <p:cNvPr id="66" name="Freeform 66"/>
            <p:cNvSpPr/>
            <p:nvPr/>
          </p:nvSpPr>
          <p:spPr>
            <a:xfrm>
              <a:off x="0" y="0"/>
              <a:ext cx="3931920" cy="1536192"/>
            </a:xfrm>
            <a:custGeom>
              <a:avLst/>
              <a:gdLst/>
              <a:ahLst/>
              <a:cxnLst/>
              <a:rect l="l" t="t" r="r" b="b"/>
              <a:pathLst>
                <a:path w="3931920" h="1536192">
                  <a:moveTo>
                    <a:pt x="0" y="0"/>
                  </a:moveTo>
                  <a:lnTo>
                    <a:pt x="3931920" y="0"/>
                  </a:lnTo>
                  <a:lnTo>
                    <a:pt x="3931920" y="1536192"/>
                  </a:lnTo>
                  <a:lnTo>
                    <a:pt x="0" y="1536192"/>
                  </a:lnTo>
                  <a:close/>
                </a:path>
              </a:pathLst>
            </a:custGeom>
            <a:blipFill>
              <a:blip r:embed="rId3">
                <a:alphaModFix amt="0"/>
              </a:blip>
              <a:stretch>
                <a:fillRect l="-127" r="-127"/>
              </a:stretch>
            </a:blipFill>
          </p:spPr>
          <p:txBody>
            <a:bodyPr/>
            <a:lstStyle/>
            <a:p>
              <a:endParaRPr/>
            </a:p>
          </p:txBody>
        </p:sp>
        <p:sp>
          <p:nvSpPr>
            <p:cNvPr id="67" name="TextBox 67"/>
            <p:cNvSpPr txBox="1"/>
            <p:nvPr/>
          </p:nvSpPr>
          <p:spPr>
            <a:xfrm>
              <a:off x="0" y="-38100"/>
              <a:ext cx="3931920" cy="1574292"/>
            </a:xfrm>
            <a:prstGeom prst="rect">
              <a:avLst/>
            </a:prstGeom>
          </p:spPr>
          <p:txBody>
            <a:bodyPr lIns="0" tIns="0" rIns="0" bIns="0" rtlCol="0" anchor="ctr"/>
            <a:lstStyle/>
            <a:p>
              <a:pPr algn="l">
                <a:lnSpc>
                  <a:spcPts val="2520"/>
                </a:lnSpc>
              </a:pPr>
              <a:r>
                <a:rPr lang="en-US" sz="1800" b="1" spc="6">
                  <a:solidFill>
                    <a:srgbClr val="D6DDF8"/>
                  </a:solidFill>
                  <a:latin typeface="Noto Sans Kr Bold"/>
                  <a:ea typeface="Noto Sans Kr Bold"/>
                  <a:cs typeface="Noto Sans Kr Bold"/>
                  <a:sym typeface="Noto Sans Kr Bold"/>
                </a:rPr>
                <a:t>PostgreSQL</a:t>
              </a:r>
            </a:p>
            <a:p>
              <a:pPr algn="l">
                <a:lnSpc>
                  <a:spcPts val="1995"/>
                </a:lnSpc>
              </a:pPr>
              <a:r>
                <a:rPr lang="en-US" sz="1425" spc="5">
                  <a:solidFill>
                    <a:srgbClr val="DDE2F0"/>
                  </a:solidFill>
                  <a:latin typeface="Noto Sans Kr"/>
                  <a:ea typeface="Noto Sans Kr"/>
                  <a:cs typeface="Noto Sans Kr"/>
                  <a:sym typeface="Noto Sans Kr"/>
                </a:rPr>
                <a:t>이용권 · 공부 기록 · RLS</a:t>
              </a:r>
            </a:p>
          </p:txBody>
        </p:sp>
      </p:grpSp>
      <p:grpSp>
        <p:nvGrpSpPr>
          <p:cNvPr id="68" name="Group 68"/>
          <p:cNvGrpSpPr/>
          <p:nvPr/>
        </p:nvGrpSpPr>
        <p:grpSpPr>
          <a:xfrm>
            <a:off x="14392275" y="2253615"/>
            <a:ext cx="3036570" cy="4271010"/>
            <a:chOff x="0" y="0"/>
            <a:chExt cx="4048760" cy="5694680"/>
          </a:xfrm>
        </p:grpSpPr>
        <p:sp>
          <p:nvSpPr>
            <p:cNvPr id="69" name="Freeform 69"/>
            <p:cNvSpPr/>
            <p:nvPr/>
          </p:nvSpPr>
          <p:spPr>
            <a:xfrm>
              <a:off x="0" y="0"/>
              <a:ext cx="4048760" cy="5694680"/>
            </a:xfrm>
            <a:custGeom>
              <a:avLst/>
              <a:gdLst/>
              <a:ahLst/>
              <a:cxnLst/>
              <a:rect l="l" t="t" r="r" b="b"/>
              <a:pathLst>
                <a:path w="4048760" h="5694680">
                  <a:moveTo>
                    <a:pt x="0" y="147193"/>
                  </a:moveTo>
                  <a:cubicBezTo>
                    <a:pt x="0" y="65913"/>
                    <a:pt x="65913" y="0"/>
                    <a:pt x="147193" y="0"/>
                  </a:cubicBezTo>
                  <a:lnTo>
                    <a:pt x="3901567" y="0"/>
                  </a:lnTo>
                  <a:cubicBezTo>
                    <a:pt x="3982847" y="0"/>
                    <a:pt x="4048760" y="65913"/>
                    <a:pt x="4048760" y="147193"/>
                  </a:cubicBezTo>
                  <a:lnTo>
                    <a:pt x="4048760" y="5547487"/>
                  </a:lnTo>
                  <a:cubicBezTo>
                    <a:pt x="4048760" y="5628767"/>
                    <a:pt x="3982847" y="5694680"/>
                    <a:pt x="3901567" y="5694680"/>
                  </a:cubicBezTo>
                  <a:lnTo>
                    <a:pt x="147193" y="5694680"/>
                  </a:lnTo>
                  <a:cubicBezTo>
                    <a:pt x="65913" y="5694680"/>
                    <a:pt x="0" y="5628767"/>
                    <a:pt x="0" y="5547487"/>
                  </a:cubicBezTo>
                  <a:close/>
                </a:path>
              </a:pathLst>
            </a:custGeom>
            <a:solidFill>
              <a:srgbClr val="FFFFFF"/>
            </a:solidFill>
            <a:ln w="19050" cap="sq">
              <a:solidFill>
                <a:srgbClr val="ECEEF3"/>
              </a:solidFill>
              <a:prstDash val="solid"/>
              <a:miter/>
            </a:ln>
            <a:effectLst>
              <a:outerShdw blurRad="228600" dist="38100" dir="5400000" algn="t" rotWithShape="0">
                <a:srgbClr val="1F2A5A">
                  <a:alpha val="11000"/>
                </a:srgbClr>
              </a:outerShdw>
            </a:effectLst>
          </p:spPr>
          <p:txBody>
            <a:bodyPr/>
            <a:lstStyle/>
            <a:p>
              <a:endParaRPr/>
            </a:p>
          </p:txBody>
        </p:sp>
      </p:grpSp>
      <p:grpSp>
        <p:nvGrpSpPr>
          <p:cNvPr id="70" name="Group 70"/>
          <p:cNvGrpSpPr/>
          <p:nvPr/>
        </p:nvGrpSpPr>
        <p:grpSpPr>
          <a:xfrm>
            <a:off x="15352395" y="2596515"/>
            <a:ext cx="1116330" cy="1116330"/>
            <a:chOff x="0" y="0"/>
            <a:chExt cx="1488440" cy="1488440"/>
          </a:xfrm>
        </p:grpSpPr>
        <p:sp>
          <p:nvSpPr>
            <p:cNvPr id="71" name="Freeform 71"/>
            <p:cNvSpPr/>
            <p:nvPr/>
          </p:nvSpPr>
          <p:spPr>
            <a:xfrm>
              <a:off x="0" y="0"/>
              <a:ext cx="1488440" cy="1488440"/>
            </a:xfrm>
            <a:custGeom>
              <a:avLst/>
              <a:gdLst/>
              <a:ahLst/>
              <a:cxnLst/>
              <a:rect l="l" t="t" r="r" b="b"/>
              <a:pathLst>
                <a:path w="1488440" h="1488440">
                  <a:moveTo>
                    <a:pt x="0" y="744220"/>
                  </a:moveTo>
                  <a:cubicBezTo>
                    <a:pt x="0" y="333248"/>
                    <a:pt x="333248" y="0"/>
                    <a:pt x="744220" y="0"/>
                  </a:cubicBezTo>
                  <a:cubicBezTo>
                    <a:pt x="1155192" y="0"/>
                    <a:pt x="1488440" y="333248"/>
                    <a:pt x="1488440" y="744220"/>
                  </a:cubicBezTo>
                  <a:cubicBezTo>
                    <a:pt x="1488440" y="1155192"/>
                    <a:pt x="1155192" y="1488440"/>
                    <a:pt x="744220" y="1488440"/>
                  </a:cubicBezTo>
                  <a:cubicBezTo>
                    <a:pt x="333248" y="1488440"/>
                    <a:pt x="0" y="1155192"/>
                    <a:pt x="0" y="744220"/>
                  </a:cubicBezTo>
                  <a:close/>
                </a:path>
              </a:pathLst>
            </a:custGeom>
            <a:solidFill>
              <a:srgbClr val="3C55CB"/>
            </a:solidFill>
            <a:ln w="19050" cap="sq">
              <a:solidFill>
                <a:srgbClr val="3C55CB"/>
              </a:solidFill>
              <a:prstDash val="solid"/>
              <a:miter/>
            </a:ln>
          </p:spPr>
          <p:txBody>
            <a:bodyPr/>
            <a:lstStyle/>
            <a:p>
              <a:endParaRPr/>
            </a:p>
          </p:txBody>
        </p:sp>
      </p:grpSp>
      <p:grpSp>
        <p:nvGrpSpPr>
          <p:cNvPr id="72" name="Group 72"/>
          <p:cNvGrpSpPr/>
          <p:nvPr/>
        </p:nvGrpSpPr>
        <p:grpSpPr>
          <a:xfrm>
            <a:off x="15647213" y="2891333"/>
            <a:ext cx="526694" cy="526694"/>
            <a:chOff x="0" y="0"/>
            <a:chExt cx="702259" cy="702259"/>
          </a:xfrm>
        </p:grpSpPr>
        <p:sp>
          <p:nvSpPr>
            <p:cNvPr id="73" name="Freeform 73" descr="preencoded.png"/>
            <p:cNvSpPr/>
            <p:nvPr/>
          </p:nvSpPr>
          <p:spPr>
            <a:xfrm>
              <a:off x="0" y="0"/>
              <a:ext cx="702310" cy="702310"/>
            </a:xfrm>
            <a:custGeom>
              <a:avLst/>
              <a:gdLst/>
              <a:ahLst/>
              <a:cxnLst/>
              <a:rect l="l" t="t" r="r" b="b"/>
              <a:pathLst>
                <a:path w="702310" h="702310">
                  <a:moveTo>
                    <a:pt x="0" y="0"/>
                  </a:moveTo>
                  <a:lnTo>
                    <a:pt x="702310" y="0"/>
                  </a:lnTo>
                  <a:lnTo>
                    <a:pt x="702310" y="702310"/>
                  </a:lnTo>
                  <a:lnTo>
                    <a:pt x="0" y="702310"/>
                  </a:lnTo>
                  <a:lnTo>
                    <a:pt x="0" y="0"/>
                  </a:lnTo>
                  <a:close/>
                </a:path>
              </a:pathLst>
            </a:custGeom>
            <a:blipFill>
              <a:blip r:embed="rId5"/>
              <a:stretch>
                <a:fillRect r="7" b="7"/>
              </a:stretch>
            </a:blipFill>
          </p:spPr>
          <p:txBody>
            <a:bodyPr/>
            <a:lstStyle/>
            <a:p>
              <a:endParaRPr/>
            </a:p>
          </p:txBody>
        </p:sp>
      </p:grpSp>
      <p:sp>
        <p:nvSpPr>
          <p:cNvPr id="74" name="TextBox 74"/>
          <p:cNvSpPr txBox="1"/>
          <p:nvPr/>
        </p:nvSpPr>
        <p:spPr>
          <a:xfrm>
            <a:off x="14538960" y="4009644"/>
            <a:ext cx="2743200" cy="306705"/>
          </a:xfrm>
          <a:prstGeom prst="rect">
            <a:avLst/>
          </a:prstGeom>
        </p:spPr>
        <p:txBody>
          <a:bodyPr lIns="0" tIns="0" rIns="0" bIns="0" rtlCol="0" anchor="t">
            <a:spAutoFit/>
          </a:bodyPr>
          <a:lstStyle/>
          <a:p>
            <a:pPr algn="ctr">
              <a:lnSpc>
                <a:spcPts val="2520"/>
              </a:lnSpc>
            </a:pPr>
            <a:r>
              <a:rPr lang="en-US" sz="1800" b="1" spc="6">
                <a:solidFill>
                  <a:srgbClr val="333333"/>
                </a:solidFill>
                <a:latin typeface="Noto Sans Kr Bold"/>
                <a:ea typeface="Noto Sans Kr Bold"/>
                <a:cs typeface="Noto Sans Kr Bold"/>
                <a:sym typeface="Noto Sans Kr Bold"/>
              </a:rPr>
              <a:t>같은 지점의 다른 참여자</a:t>
            </a:r>
          </a:p>
        </p:txBody>
      </p:sp>
      <p:sp>
        <p:nvSpPr>
          <p:cNvPr id="75" name="TextBox 75"/>
          <p:cNvSpPr txBox="1"/>
          <p:nvPr/>
        </p:nvSpPr>
        <p:spPr>
          <a:xfrm>
            <a:off x="14676120" y="4703445"/>
            <a:ext cx="2468880" cy="817245"/>
          </a:xfrm>
          <a:prstGeom prst="rect">
            <a:avLst/>
          </a:prstGeom>
        </p:spPr>
        <p:txBody>
          <a:bodyPr lIns="0" tIns="0" rIns="0" bIns="0" rtlCol="0" anchor="t">
            <a:spAutoFit/>
          </a:bodyPr>
          <a:lstStyle/>
          <a:p>
            <a:pPr algn="ctr">
              <a:lnSpc>
                <a:spcPts val="2204"/>
              </a:lnSpc>
            </a:pPr>
            <a:r>
              <a:rPr lang="en-US" sz="1575" spc="4">
                <a:solidFill>
                  <a:srgbClr val="4B4B4B"/>
                </a:solidFill>
                <a:latin typeface="Noto Sans Kr"/>
                <a:ea typeface="Noto Sans Kr"/>
                <a:cs typeface="Noto Sans Kr"/>
                <a:sym typeface="Noto Sans Kr"/>
              </a:rPr>
              <a:t>내 캐릭터가 나와 똑같이 </a:t>
            </a:r>
          </a:p>
          <a:p>
            <a:pPr algn="ctr">
              <a:lnSpc>
                <a:spcPts val="2204"/>
              </a:lnSpc>
            </a:pPr>
            <a:r>
              <a:rPr lang="en-US" sz="1575" spc="4">
                <a:solidFill>
                  <a:srgbClr val="4B4B4B"/>
                </a:solidFill>
                <a:latin typeface="Noto Sans Kr"/>
                <a:ea typeface="Noto Sans Kr"/>
                <a:cs typeface="Noto Sans Kr"/>
                <a:sym typeface="Noto Sans Kr"/>
              </a:rPr>
              <a:t>고개를 돌리고</a:t>
            </a:r>
          </a:p>
          <a:p>
            <a:pPr algn="ctr">
              <a:lnSpc>
                <a:spcPts val="2204"/>
              </a:lnSpc>
            </a:pPr>
            <a:r>
              <a:rPr lang="en-US" sz="1575" spc="6">
                <a:solidFill>
                  <a:srgbClr val="4B4B4B"/>
                </a:solidFill>
                <a:latin typeface="Noto Sans Kr"/>
                <a:ea typeface="Noto Sans Kr"/>
                <a:cs typeface="Noto Sans Kr"/>
                <a:sym typeface="Noto Sans Kr"/>
              </a:rPr>
              <a:t>상태 표시등이 보임</a:t>
            </a:r>
          </a:p>
        </p:txBody>
      </p:sp>
      <p:grpSp>
        <p:nvGrpSpPr>
          <p:cNvPr id="76" name="Group 76"/>
          <p:cNvGrpSpPr/>
          <p:nvPr/>
        </p:nvGrpSpPr>
        <p:grpSpPr>
          <a:xfrm>
            <a:off x="14392275" y="6848475"/>
            <a:ext cx="3036570" cy="1939290"/>
            <a:chOff x="0" y="0"/>
            <a:chExt cx="4048760" cy="2585720"/>
          </a:xfrm>
        </p:grpSpPr>
        <p:sp>
          <p:nvSpPr>
            <p:cNvPr id="77" name="Freeform 77"/>
            <p:cNvSpPr/>
            <p:nvPr/>
          </p:nvSpPr>
          <p:spPr>
            <a:xfrm>
              <a:off x="0" y="0"/>
              <a:ext cx="4048760" cy="2585720"/>
            </a:xfrm>
            <a:custGeom>
              <a:avLst/>
              <a:gdLst/>
              <a:ahLst/>
              <a:cxnLst/>
              <a:rect l="l" t="t" r="r" b="b"/>
              <a:pathLst>
                <a:path w="4048760" h="2585720">
                  <a:moveTo>
                    <a:pt x="0" y="147701"/>
                  </a:moveTo>
                  <a:cubicBezTo>
                    <a:pt x="0" y="66167"/>
                    <a:pt x="66167" y="0"/>
                    <a:pt x="147701" y="0"/>
                  </a:cubicBezTo>
                  <a:lnTo>
                    <a:pt x="3901059" y="0"/>
                  </a:lnTo>
                  <a:cubicBezTo>
                    <a:pt x="3982720" y="0"/>
                    <a:pt x="4048760" y="66167"/>
                    <a:pt x="4048760" y="147701"/>
                  </a:cubicBezTo>
                  <a:lnTo>
                    <a:pt x="4048760" y="2438019"/>
                  </a:lnTo>
                  <a:cubicBezTo>
                    <a:pt x="4048760" y="2519680"/>
                    <a:pt x="3982593" y="2585720"/>
                    <a:pt x="3901059" y="2585720"/>
                  </a:cubicBezTo>
                  <a:lnTo>
                    <a:pt x="147701" y="2585720"/>
                  </a:lnTo>
                  <a:cubicBezTo>
                    <a:pt x="66167" y="2585720"/>
                    <a:pt x="0" y="2519553"/>
                    <a:pt x="0" y="2438019"/>
                  </a:cubicBezTo>
                  <a:close/>
                </a:path>
              </a:pathLst>
            </a:custGeom>
            <a:solidFill>
              <a:srgbClr val="FFFFFF"/>
            </a:solidFill>
            <a:ln w="19050" cap="sq">
              <a:solidFill>
                <a:srgbClr val="8A9AE3"/>
              </a:solidFill>
              <a:prstDash val="solid"/>
              <a:miter/>
            </a:ln>
          </p:spPr>
          <p:txBody>
            <a:bodyPr/>
            <a:lstStyle/>
            <a:p>
              <a:endParaRPr/>
            </a:p>
          </p:txBody>
        </p:sp>
      </p:grpSp>
      <p:grpSp>
        <p:nvGrpSpPr>
          <p:cNvPr id="78" name="Group 78"/>
          <p:cNvGrpSpPr/>
          <p:nvPr/>
        </p:nvGrpSpPr>
        <p:grpSpPr>
          <a:xfrm>
            <a:off x="14538960" y="6926580"/>
            <a:ext cx="2743200" cy="1757118"/>
            <a:chOff x="0" y="0"/>
            <a:chExt cx="3657600" cy="2342824"/>
          </a:xfrm>
        </p:grpSpPr>
        <p:sp>
          <p:nvSpPr>
            <p:cNvPr id="79" name="Freeform 79"/>
            <p:cNvSpPr/>
            <p:nvPr/>
          </p:nvSpPr>
          <p:spPr>
            <a:xfrm>
              <a:off x="0" y="0"/>
              <a:ext cx="3657600" cy="1828800"/>
            </a:xfrm>
            <a:custGeom>
              <a:avLst/>
              <a:gdLst/>
              <a:ahLst/>
              <a:cxnLst/>
              <a:rect l="l" t="t" r="r" b="b"/>
              <a:pathLst>
                <a:path w="3657600" h="1828800">
                  <a:moveTo>
                    <a:pt x="0" y="0"/>
                  </a:moveTo>
                  <a:lnTo>
                    <a:pt x="3657600" y="0"/>
                  </a:lnTo>
                  <a:lnTo>
                    <a:pt x="3657600" y="1828800"/>
                  </a:lnTo>
                  <a:lnTo>
                    <a:pt x="0" y="1828800"/>
                  </a:lnTo>
                  <a:close/>
                </a:path>
              </a:pathLst>
            </a:custGeom>
            <a:blipFill>
              <a:blip r:embed="rId3">
                <a:alphaModFix amt="0"/>
              </a:blip>
              <a:stretch>
                <a:fillRect l="-14151" r="-14151"/>
              </a:stretch>
            </a:blipFill>
          </p:spPr>
          <p:txBody>
            <a:bodyPr/>
            <a:lstStyle/>
            <a:p>
              <a:endParaRPr/>
            </a:p>
          </p:txBody>
        </p:sp>
        <p:sp>
          <p:nvSpPr>
            <p:cNvPr id="80" name="TextBox 80"/>
            <p:cNvSpPr txBox="1"/>
            <p:nvPr/>
          </p:nvSpPr>
          <p:spPr>
            <a:xfrm>
              <a:off x="734785" y="475924"/>
              <a:ext cx="2573020" cy="1866900"/>
            </a:xfrm>
            <a:prstGeom prst="rect">
              <a:avLst/>
            </a:prstGeom>
          </p:spPr>
          <p:txBody>
            <a:bodyPr lIns="0" tIns="0" rIns="0" bIns="0" rtlCol="0" anchor="ctr"/>
            <a:lstStyle/>
            <a:p>
              <a:pPr>
                <a:lnSpc>
                  <a:spcPct val="150000"/>
                </a:lnSpc>
              </a:pPr>
              <a:r>
                <a:rPr lang="en-US" sz="1500" spc="5" dirty="0">
                  <a:solidFill>
                    <a:srgbClr val="2E9E5B"/>
                  </a:solidFill>
                  <a:latin typeface="Noto Sans Kr"/>
                  <a:ea typeface="Noto Sans Kr"/>
                  <a:cs typeface="Noto Sans Kr"/>
                  <a:sym typeface="Noto Sans Kr"/>
                </a:rPr>
                <a:t>●</a:t>
              </a:r>
              <a:r>
                <a:rPr lang="en-US" sz="1500" spc="5" dirty="0">
                  <a:solidFill>
                    <a:srgbClr val="7F7F7F"/>
                  </a:solidFill>
                  <a:latin typeface="Noto Sans Kr"/>
                  <a:ea typeface="Noto Sans Kr"/>
                  <a:cs typeface="Noto Sans Kr"/>
                  <a:sym typeface="Noto Sans Kr"/>
                </a:rPr>
                <a:t> </a:t>
              </a:r>
              <a:r>
                <a:rPr lang="en-US" sz="1500" spc="5" dirty="0" err="1">
                  <a:solidFill>
                    <a:srgbClr val="7F7F7F"/>
                  </a:solidFill>
                  <a:latin typeface="Noto Sans Kr"/>
                  <a:ea typeface="Noto Sans Kr"/>
                  <a:cs typeface="Noto Sans Kr"/>
                  <a:sym typeface="Noto Sans Kr"/>
                </a:rPr>
                <a:t>공부</a:t>
              </a:r>
              <a:r>
                <a:rPr lang="en-US" sz="1500" spc="5" dirty="0">
                  <a:solidFill>
                    <a:srgbClr val="7F7F7F"/>
                  </a:solidFill>
                  <a:latin typeface="Noto Sans Kr"/>
                  <a:ea typeface="Noto Sans Kr"/>
                  <a:cs typeface="Noto Sans Kr"/>
                  <a:sym typeface="Noto Sans Kr"/>
                </a:rPr>
                <a:t> </a:t>
              </a:r>
              <a:r>
                <a:rPr lang="en-US" sz="1500" spc="5" dirty="0" err="1">
                  <a:solidFill>
                    <a:srgbClr val="7F7F7F"/>
                  </a:solidFill>
                  <a:latin typeface="Noto Sans Kr"/>
                  <a:ea typeface="Noto Sans Kr"/>
                  <a:cs typeface="Noto Sans Kr"/>
                  <a:sym typeface="Noto Sans Kr"/>
                </a:rPr>
                <a:t>중</a:t>
              </a:r>
              <a:r>
                <a:rPr lang="en-US" sz="1500" spc="5" dirty="0">
                  <a:solidFill>
                    <a:srgbClr val="7F7F7F"/>
                  </a:solidFill>
                  <a:latin typeface="Noto Sans Kr"/>
                  <a:ea typeface="Noto Sans Kr"/>
                  <a:cs typeface="Noto Sans Kr"/>
                  <a:sym typeface="Noto Sans Kr"/>
                </a:rPr>
                <a:t>    </a:t>
              </a:r>
            </a:p>
            <a:p>
              <a:pPr>
                <a:lnSpc>
                  <a:spcPct val="150000"/>
                </a:lnSpc>
              </a:pPr>
              <a:r>
                <a:rPr lang="en-US" sz="1500" spc="5" dirty="0">
                  <a:solidFill>
                    <a:srgbClr val="E3A21A"/>
                  </a:solidFill>
                  <a:latin typeface="Noto Sans Kr"/>
                  <a:ea typeface="Noto Sans Kr"/>
                  <a:cs typeface="Noto Sans Kr"/>
                  <a:sym typeface="Noto Sans Kr"/>
                </a:rPr>
                <a:t>●</a:t>
              </a:r>
              <a:r>
                <a:rPr lang="en-US" sz="1500" spc="5" dirty="0">
                  <a:solidFill>
                    <a:srgbClr val="7F7F7F"/>
                  </a:solidFill>
                  <a:latin typeface="Noto Sans Kr"/>
                  <a:ea typeface="Noto Sans Kr"/>
                  <a:cs typeface="Noto Sans Kr"/>
                  <a:sym typeface="Noto Sans Kr"/>
                </a:rPr>
                <a:t> </a:t>
              </a:r>
              <a:r>
                <a:rPr lang="en-US" sz="1500" spc="5" dirty="0" err="1">
                  <a:solidFill>
                    <a:srgbClr val="7F7F7F"/>
                  </a:solidFill>
                  <a:latin typeface="Noto Sans Kr"/>
                  <a:ea typeface="Noto Sans Kr"/>
                  <a:cs typeface="Noto Sans Kr"/>
                  <a:sym typeface="Noto Sans Kr"/>
                </a:rPr>
                <a:t>비공부</a:t>
              </a:r>
              <a:endParaRPr lang="en-US" sz="1500" spc="5" dirty="0">
                <a:solidFill>
                  <a:srgbClr val="7F7F7F"/>
                </a:solidFill>
                <a:latin typeface="Noto Sans Kr"/>
                <a:ea typeface="Noto Sans Kr"/>
                <a:cs typeface="Noto Sans Kr"/>
                <a:sym typeface="Noto Sans Kr"/>
              </a:endParaRPr>
            </a:p>
            <a:p>
              <a:pPr>
                <a:lnSpc>
                  <a:spcPct val="150000"/>
                </a:lnSpc>
              </a:pPr>
              <a:r>
                <a:rPr lang="en-US" sz="1500" spc="5" dirty="0">
                  <a:solidFill>
                    <a:srgbClr val="D0503C"/>
                  </a:solidFill>
                  <a:latin typeface="Noto Sans Kr"/>
                  <a:ea typeface="Noto Sans Kr"/>
                  <a:cs typeface="Noto Sans Kr"/>
                  <a:sym typeface="Noto Sans Kr"/>
                </a:rPr>
                <a:t>●</a:t>
              </a:r>
              <a:r>
                <a:rPr lang="en-US" sz="1500" spc="5" dirty="0">
                  <a:solidFill>
                    <a:srgbClr val="7F7F7F"/>
                  </a:solidFill>
                  <a:latin typeface="Noto Sans Kr"/>
                  <a:ea typeface="Noto Sans Kr"/>
                  <a:cs typeface="Noto Sans Kr"/>
                  <a:sym typeface="Noto Sans Kr"/>
                </a:rPr>
                <a:t> </a:t>
              </a:r>
              <a:r>
                <a:rPr lang="en-US" sz="1500" spc="5" dirty="0" err="1">
                  <a:solidFill>
                    <a:srgbClr val="7F7F7F"/>
                  </a:solidFill>
                  <a:latin typeface="Noto Sans Kr"/>
                  <a:ea typeface="Noto Sans Kr"/>
                  <a:cs typeface="Noto Sans Kr"/>
                  <a:sym typeface="Noto Sans Kr"/>
                </a:rPr>
                <a:t>미접속</a:t>
              </a:r>
              <a:r>
                <a:rPr lang="en-US" sz="1500" spc="5" dirty="0">
                  <a:solidFill>
                    <a:srgbClr val="7F7F7F"/>
                  </a:solidFill>
                  <a:latin typeface="Noto Sans Kr"/>
                  <a:ea typeface="Noto Sans Kr"/>
                  <a:cs typeface="Noto Sans Kr"/>
                  <a:sym typeface="Noto Sans Kr"/>
                </a:rPr>
                <a:t> (</a:t>
              </a:r>
              <a:r>
                <a:rPr lang="en-US" sz="1500" spc="5" dirty="0" err="1">
                  <a:solidFill>
                    <a:srgbClr val="7F7F7F"/>
                  </a:solidFill>
                  <a:latin typeface="Noto Sans Kr"/>
                  <a:ea typeface="Noto Sans Kr"/>
                  <a:cs typeface="Noto Sans Kr"/>
                  <a:sym typeface="Noto Sans Kr"/>
                </a:rPr>
                <a:t>좌석</a:t>
              </a:r>
              <a:r>
                <a:rPr lang="en-US" sz="1500" spc="5" dirty="0">
                  <a:solidFill>
                    <a:srgbClr val="7F7F7F"/>
                  </a:solidFill>
                  <a:latin typeface="Noto Sans Kr"/>
                  <a:ea typeface="Noto Sans Kr"/>
                  <a:cs typeface="Noto Sans Kr"/>
                  <a:sym typeface="Noto Sans Kr"/>
                </a:rPr>
                <a:t> </a:t>
              </a:r>
              <a:r>
                <a:rPr lang="en-US" sz="1500" spc="5" dirty="0" err="1">
                  <a:solidFill>
                    <a:srgbClr val="7F7F7F"/>
                  </a:solidFill>
                  <a:latin typeface="Noto Sans Kr"/>
                  <a:ea typeface="Noto Sans Kr"/>
                  <a:cs typeface="Noto Sans Kr"/>
                  <a:sym typeface="Noto Sans Kr"/>
                </a:rPr>
                <a:t>반납</a:t>
              </a:r>
              <a:r>
                <a:rPr lang="en-US" sz="1500" spc="5" dirty="0">
                  <a:solidFill>
                    <a:srgbClr val="7F7F7F"/>
                  </a:solidFill>
                  <a:latin typeface="Noto Sans Kr"/>
                  <a:ea typeface="Noto Sans Kr"/>
                  <a:cs typeface="Noto Sans Kr"/>
                  <a:sym typeface="Noto Sans Kr"/>
                </a:rPr>
                <a:t> </a:t>
              </a:r>
              <a:r>
                <a:rPr lang="en-US" sz="1500" spc="5" dirty="0" err="1">
                  <a:solidFill>
                    <a:srgbClr val="7F7F7F"/>
                  </a:solidFill>
                  <a:latin typeface="Noto Sans Kr"/>
                  <a:ea typeface="Noto Sans Kr"/>
                  <a:cs typeface="Noto Sans Kr"/>
                  <a:sym typeface="Noto Sans Kr"/>
                </a:rPr>
                <a:t>전</a:t>
              </a:r>
              <a:r>
                <a:rPr lang="en-US" sz="1500" spc="5" dirty="0">
                  <a:solidFill>
                    <a:srgbClr val="7F7F7F"/>
                  </a:solidFill>
                  <a:latin typeface="Noto Sans Kr"/>
                  <a:ea typeface="Noto Sans Kr"/>
                  <a:cs typeface="Noto Sans Kr"/>
                  <a:sym typeface="Noto Sans Kr"/>
                </a:rPr>
                <a:t>)</a:t>
              </a:r>
            </a:p>
          </p:txBody>
        </p:sp>
      </p:grpSp>
      <p:sp>
        <p:nvSpPr>
          <p:cNvPr id="86" name="TextBox 86"/>
          <p:cNvSpPr txBox="1"/>
          <p:nvPr/>
        </p:nvSpPr>
        <p:spPr>
          <a:xfrm>
            <a:off x="822960" y="9079992"/>
            <a:ext cx="15087600" cy="247650"/>
          </a:xfrm>
          <a:prstGeom prst="rect">
            <a:avLst/>
          </a:prstGeom>
        </p:spPr>
        <p:txBody>
          <a:bodyPr lIns="0" tIns="0" rIns="0" bIns="0" rtlCol="0" anchor="t">
            <a:spAutoFit/>
          </a:bodyPr>
          <a:lstStyle/>
          <a:p>
            <a:pPr algn="l">
              <a:lnSpc>
                <a:spcPts val="1980"/>
              </a:lnSpc>
            </a:pPr>
            <a:r>
              <a:rPr lang="en-US" sz="1650" spc="6">
                <a:solidFill>
                  <a:srgbClr val="7F7F7F"/>
                </a:solidFill>
                <a:latin typeface="Noto Sans Kr"/>
                <a:ea typeface="Noto Sans Kr"/>
                <a:cs typeface="Noto Sans Kr"/>
                <a:sym typeface="Noto Sans Kr"/>
              </a:rPr>
              <a:t>배포 Vercel  ·  형상 관리 GitHub  ·  2D 이동과 3D 좌석은 같은 Three.js 공간에서 카메라만 전환</a:t>
            </a:r>
          </a:p>
        </p:txBody>
      </p:sp>
      <p:sp>
        <p:nvSpPr>
          <p:cNvPr id="87" name="AutoShape 87"/>
          <p:cNvSpPr/>
          <p:nvPr/>
        </p:nvSpPr>
        <p:spPr>
          <a:xfrm flipH="1">
            <a:off x="4157185" y="5141833"/>
            <a:ext cx="0" cy="219182"/>
          </a:xfrm>
          <a:prstGeom prst="line">
            <a:avLst/>
          </a:prstGeom>
          <a:ln w="28575" cap="rnd">
            <a:solidFill>
              <a:srgbClr val="9A9EA8"/>
            </a:solidFill>
            <a:prstDash val="solid"/>
            <a:headEnd type="none" w="sm" len="sm"/>
            <a:tailEnd type="triangle" w="lg" len="med"/>
          </a:ln>
        </p:spPr>
        <p:txBody>
          <a:bodyPr/>
          <a:lstStyle/>
          <a:p>
            <a:endParaRPr/>
          </a:p>
        </p:txBody>
      </p:sp>
      <p:sp>
        <p:nvSpPr>
          <p:cNvPr id="88" name="AutoShape 88"/>
          <p:cNvSpPr/>
          <p:nvPr/>
        </p:nvSpPr>
        <p:spPr>
          <a:xfrm flipH="1">
            <a:off x="2665095" y="6292209"/>
            <a:ext cx="0" cy="219182"/>
          </a:xfrm>
          <a:prstGeom prst="line">
            <a:avLst/>
          </a:prstGeom>
          <a:ln w="28575" cap="rnd">
            <a:solidFill>
              <a:srgbClr val="9A9EA8"/>
            </a:solidFill>
            <a:prstDash val="solid"/>
            <a:headEnd type="none" w="sm" len="sm"/>
            <a:tailEnd type="triangle" w="lg" len="med"/>
          </a:ln>
        </p:spPr>
        <p:txBody>
          <a:bodyPr/>
          <a:lstStyle/>
          <a:p>
            <a:endParaRPr/>
          </a:p>
        </p:txBody>
      </p:sp>
      <p:sp>
        <p:nvSpPr>
          <p:cNvPr id="89" name="AutoShape 89"/>
          <p:cNvSpPr/>
          <p:nvPr/>
        </p:nvSpPr>
        <p:spPr>
          <a:xfrm flipH="1">
            <a:off x="5682615" y="6292209"/>
            <a:ext cx="0" cy="219182"/>
          </a:xfrm>
          <a:prstGeom prst="line">
            <a:avLst/>
          </a:prstGeom>
          <a:ln w="28575" cap="rnd">
            <a:solidFill>
              <a:srgbClr val="9A9EA8"/>
            </a:solidFill>
            <a:prstDash val="solid"/>
            <a:headEnd type="none" w="sm" len="sm"/>
            <a:tailEnd type="triangle" w="lg" len="med"/>
          </a:ln>
        </p:spPr>
        <p:txBody>
          <a:bodyPr/>
          <a:lstStyle/>
          <a:p>
            <a:endParaRPr/>
          </a:p>
        </p:txBody>
      </p:sp>
      <p:sp>
        <p:nvSpPr>
          <p:cNvPr id="90" name="AutoShape 90"/>
          <p:cNvSpPr/>
          <p:nvPr/>
        </p:nvSpPr>
        <p:spPr>
          <a:xfrm>
            <a:off x="13665040" y="4662297"/>
            <a:ext cx="654515" cy="0"/>
          </a:xfrm>
          <a:prstGeom prst="line">
            <a:avLst/>
          </a:prstGeom>
          <a:ln w="57150" cap="rnd">
            <a:solidFill>
              <a:srgbClr val="3C55CB"/>
            </a:solidFill>
            <a:prstDash val="solid"/>
            <a:headEnd type="none" w="sm" len="sm"/>
            <a:tailEnd type="triangle" w="lg" len="med"/>
          </a:ln>
        </p:spPr>
        <p:txBody>
          <a:bodyPr/>
          <a:lstStyle/>
          <a:p>
            <a:endParaRPr/>
          </a:p>
        </p:txBody>
      </p:sp>
      <p:sp>
        <p:nvSpPr>
          <p:cNvPr id="92" name="TextBox 91">
            <a:extLst>
              <a:ext uri="{FF2B5EF4-FFF2-40B4-BE49-F238E27FC236}">
                <a16:creationId xmlns:a16="http://schemas.microsoft.com/office/drawing/2014/main" id="{E8F38206-461F-0869-8E80-5764C6E3B39F}"/>
              </a:ext>
            </a:extLst>
          </p:cNvPr>
          <p:cNvSpPr txBox="1"/>
          <p:nvPr/>
        </p:nvSpPr>
        <p:spPr>
          <a:xfrm>
            <a:off x="15065357" y="7025256"/>
            <a:ext cx="1692112" cy="387863"/>
          </a:xfrm>
          <a:prstGeom prst="rect">
            <a:avLst/>
          </a:prstGeom>
          <a:noFill/>
        </p:spPr>
        <p:txBody>
          <a:bodyPr wrap="square">
            <a:spAutoFit/>
          </a:bodyPr>
          <a:lstStyle/>
          <a:p>
            <a:pPr algn="ctr">
              <a:lnSpc>
                <a:spcPts val="2520"/>
              </a:lnSpc>
            </a:pPr>
            <a:r>
              <a:rPr lang="en-US" altLang="ko-KR" sz="1800" b="1" spc="6" dirty="0" err="1">
                <a:solidFill>
                  <a:srgbClr val="333333"/>
                </a:solidFill>
                <a:latin typeface="Noto Sans Kr Bold"/>
                <a:ea typeface="Noto Sans Kr Bold"/>
                <a:cs typeface="Noto Sans Kr Bold"/>
                <a:sym typeface="Noto Sans Kr Bold"/>
              </a:rPr>
              <a:t>상태</a:t>
            </a:r>
            <a:r>
              <a:rPr lang="en-US" altLang="ko-KR" sz="1800" b="1" spc="6" dirty="0">
                <a:solidFill>
                  <a:srgbClr val="333333"/>
                </a:solidFill>
                <a:latin typeface="Noto Sans Kr Bold"/>
                <a:ea typeface="Noto Sans Kr Bold"/>
                <a:cs typeface="Noto Sans Kr Bold"/>
                <a:sym typeface="Noto Sans Kr Bold"/>
              </a:rPr>
              <a:t> </a:t>
            </a:r>
            <a:r>
              <a:rPr lang="en-US" altLang="ko-KR" sz="1800" b="1" spc="6" dirty="0" err="1">
                <a:solidFill>
                  <a:srgbClr val="333333"/>
                </a:solidFill>
                <a:latin typeface="Noto Sans Kr Bold"/>
                <a:ea typeface="Noto Sans Kr Bold"/>
                <a:cs typeface="Noto Sans Kr Bold"/>
                <a:sym typeface="Noto Sans Kr Bold"/>
              </a:rPr>
              <a:t>표시등</a:t>
            </a:r>
            <a:endParaRPr lang="en-US" altLang="ko-KR" sz="1500" spc="5" dirty="0">
              <a:solidFill>
                <a:srgbClr val="2E9E5B"/>
              </a:solidFill>
              <a:latin typeface="Noto Sans Kr"/>
              <a:ea typeface="Noto Sans Kr"/>
              <a:cs typeface="Noto Sans Kr"/>
              <a:sym typeface="Noto Sans Kr"/>
            </a:endParaRPr>
          </a:p>
        </p:txBody>
      </p:sp>
      <p:sp>
        <p:nvSpPr>
          <p:cNvPr id="81" name="TextBox 2">
            <a:extLst>
              <a:ext uri="{FF2B5EF4-FFF2-40B4-BE49-F238E27FC236}">
                <a16:creationId xmlns:a16="http://schemas.microsoft.com/office/drawing/2014/main" id="{FDC45652-7391-C67A-287D-466F074ADE02}"/>
              </a:ext>
            </a:extLst>
          </p:cNvPr>
          <p:cNvSpPr txBox="1"/>
          <p:nvPr/>
        </p:nvSpPr>
        <p:spPr>
          <a:xfrm>
            <a:off x="822960" y="548640"/>
            <a:ext cx="10972800" cy="266676"/>
          </a:xfrm>
          <a:prstGeom prst="rect">
            <a:avLst/>
          </a:prstGeom>
        </p:spPr>
        <p:txBody>
          <a:bodyPr lIns="0" tIns="0" rIns="0" bIns="0" rtlCol="0" anchor="t">
            <a:spAutoFit/>
          </a:bodyPr>
          <a:lstStyle/>
          <a:p>
            <a:pPr>
              <a:lnSpc>
                <a:spcPts val="2160"/>
              </a:lnSpc>
            </a:pPr>
            <a:r>
              <a:rPr lang="en-US" altLang="ko-KR" spc="8" dirty="0">
                <a:solidFill>
                  <a:schemeClr val="bg1">
                    <a:lumMod val="50000"/>
                  </a:schemeClr>
                </a:solidFill>
                <a:latin typeface="Noto Sans Kr Bold"/>
                <a:ea typeface="Noto Sans Kr Bold"/>
                <a:cs typeface="Noto Sans Kr Bold"/>
                <a:sym typeface="Noto Sans Kr Bold"/>
              </a:rPr>
              <a:t>2026-2 </a:t>
            </a:r>
            <a:r>
              <a:rPr lang="en-US" altLang="ko-KR" spc="8" dirty="0" err="1">
                <a:solidFill>
                  <a:schemeClr val="bg1">
                    <a:lumMod val="50000"/>
                  </a:schemeClr>
                </a:solidFill>
                <a:latin typeface="Noto Sans Kr Bold"/>
                <a:ea typeface="Noto Sans Kr Bold"/>
                <a:cs typeface="Noto Sans Kr Bold"/>
                <a:sym typeface="Noto Sans Kr Bold"/>
              </a:rPr>
              <a:t>융합캡스톤디자인</a:t>
            </a:r>
            <a:r>
              <a:rPr lang="en-US" altLang="ko-KR" spc="8" dirty="0">
                <a:solidFill>
                  <a:schemeClr val="bg1">
                    <a:lumMod val="50000"/>
                  </a:schemeClr>
                </a:solidFill>
                <a:latin typeface="Noto Sans Kr Bold"/>
                <a:ea typeface="Noto Sans Kr Bold"/>
                <a:cs typeface="Noto Sans Kr Bold"/>
                <a:sym typeface="Noto Sans Kr Bold"/>
              </a:rPr>
              <a:t> </a:t>
            </a:r>
            <a:r>
              <a:rPr lang="en-US" altLang="ko-KR" spc="8" dirty="0" err="1">
                <a:solidFill>
                  <a:schemeClr val="bg1">
                    <a:lumMod val="50000"/>
                  </a:schemeClr>
                </a:solidFill>
                <a:latin typeface="Noto Sans Kr Bold"/>
                <a:ea typeface="Noto Sans Kr Bold"/>
                <a:cs typeface="Noto Sans Kr Bold"/>
                <a:sym typeface="Noto Sans Kr Bold"/>
              </a:rPr>
              <a:t>제안발표</a:t>
            </a:r>
            <a:endParaRPr lang="en-US" sz="1800" spc="6" dirty="0">
              <a:solidFill>
                <a:schemeClr val="bg1">
                  <a:lumMod val="50000"/>
                </a:schemeClr>
              </a:solidFill>
              <a:latin typeface="Noto Sans Kr Bold"/>
              <a:ea typeface="Noto Sans Kr Bold"/>
              <a:cs typeface="Noto Sans Kr Bold"/>
              <a:sym typeface="Noto Sans Kr Bold"/>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3"/>
          <p:cNvSpPr txBox="1"/>
          <p:nvPr/>
        </p:nvSpPr>
        <p:spPr>
          <a:xfrm>
            <a:off x="822960" y="987552"/>
            <a:ext cx="16596360" cy="638175"/>
          </a:xfrm>
          <a:prstGeom prst="rect">
            <a:avLst/>
          </a:prstGeom>
        </p:spPr>
        <p:txBody>
          <a:bodyPr lIns="0" tIns="0" rIns="0" bIns="0" rtlCol="0" anchor="t">
            <a:spAutoFit/>
          </a:bodyPr>
          <a:lstStyle/>
          <a:p>
            <a:pPr algn="l">
              <a:lnSpc>
                <a:spcPts val="5040"/>
              </a:lnSpc>
            </a:pPr>
            <a:r>
              <a:rPr lang="en-US" altLang="ko-KR" sz="4200" b="1" spc="16" dirty="0">
                <a:solidFill>
                  <a:srgbClr val="3C55CB"/>
                </a:solidFill>
                <a:latin typeface="Noto Sans Kr Bold"/>
                <a:ea typeface="Noto Sans Kr Bold"/>
                <a:cs typeface="Noto Sans Kr Bold"/>
                <a:sym typeface="Noto Sans Kr Bold"/>
              </a:rPr>
              <a:t>04</a:t>
            </a:r>
            <a:r>
              <a:rPr lang="ko-KR" altLang="en-US" sz="4200" b="1" spc="16" dirty="0">
                <a:solidFill>
                  <a:srgbClr val="333333"/>
                </a:solidFill>
                <a:latin typeface="Noto Sans Kr Bold"/>
                <a:ea typeface="Noto Sans Kr Bold"/>
                <a:cs typeface="Noto Sans Kr Bold"/>
                <a:sym typeface="Noto Sans Kr Bold"/>
              </a:rPr>
              <a:t> 핵심 요구사항</a:t>
            </a:r>
            <a:endParaRPr lang="en-US" sz="4200" b="1" spc="16" dirty="0">
              <a:solidFill>
                <a:srgbClr val="333333"/>
              </a:solidFill>
              <a:latin typeface="Noto Sans Kr Bold"/>
              <a:ea typeface="Noto Sans Kr Bold"/>
              <a:cs typeface="Noto Sans Kr Bold"/>
              <a:sym typeface="Noto Sans Kr Bold"/>
            </a:endParaRPr>
          </a:p>
        </p:txBody>
      </p:sp>
      <p:sp>
        <p:nvSpPr>
          <p:cNvPr id="5013" name="Title Rule"/>
          <p:cNvSpPr/>
          <p:nvPr/>
        </p:nvSpPr>
        <p:spPr>
          <a:xfrm>
            <a:off x="822960" y="1719072"/>
            <a:ext cx="16642080" cy="12700"/>
          </a:xfrm>
          <a:prstGeom prst="rect">
            <a:avLst/>
          </a:prstGeom>
          <a:solidFill>
            <a:srgbClr val="D4D6DC"/>
          </a:solidFill>
          <a:ln>
            <a:noFill/>
          </a:ln>
        </p:spPr>
        <p:txBody>
          <a:bodyPr/>
          <a:lstStyle/>
          <a:p>
            <a:endParaRPr lang="ko-KR"/>
          </a:p>
        </p:txBody>
      </p:sp>
      <p:sp>
        <p:nvSpPr>
          <p:cNvPr id="5012" name="Title Accent"/>
          <p:cNvSpPr/>
          <p:nvPr/>
        </p:nvSpPr>
        <p:spPr>
          <a:xfrm>
            <a:off x="802960" y="1707072"/>
            <a:ext cx="676656" cy="59436"/>
          </a:xfrm>
          <a:prstGeom prst="roundRect">
            <a:avLst>
              <a:gd name="adj" fmla="val 50000"/>
            </a:avLst>
          </a:prstGeom>
          <a:solidFill>
            <a:srgbClr val="3C55CB"/>
          </a:solidFill>
          <a:ln>
            <a:noFill/>
          </a:ln>
        </p:spPr>
        <p:txBody>
          <a:bodyPr/>
          <a:lstStyle/>
          <a:p>
            <a:endParaRPr lang="ko-KR"/>
          </a:p>
        </p:txBody>
      </p:sp>
      <p:sp>
        <p:nvSpPr>
          <p:cNvPr id="4" name="TextBox 4"/>
          <p:cNvSpPr txBox="1"/>
          <p:nvPr/>
        </p:nvSpPr>
        <p:spPr>
          <a:xfrm>
            <a:off x="8778240" y="9601200"/>
            <a:ext cx="731520" cy="228600"/>
          </a:xfrm>
          <a:prstGeom prst="rect">
            <a:avLst/>
          </a:prstGeom>
        </p:spPr>
        <p:txBody>
          <a:bodyPr lIns="0" tIns="0" rIns="0" bIns="0" rtlCol="0" anchor="t">
            <a:spAutoFit/>
          </a:bodyPr>
          <a:lstStyle/>
          <a:p>
            <a:pPr algn="ctr">
              <a:lnSpc>
                <a:spcPts val="1800"/>
              </a:lnSpc>
            </a:pPr>
            <a:r>
              <a:rPr lang="en-US" sz="1500" spc="5">
                <a:solidFill>
                  <a:srgbClr val="555555"/>
                </a:solidFill>
                <a:latin typeface="Noto Sans Kr"/>
                <a:ea typeface="Noto Sans Kr"/>
                <a:cs typeface="Noto Sans Kr"/>
                <a:sym typeface="Noto Sans Kr"/>
              </a:rPr>
              <a:t>06</a:t>
            </a:r>
          </a:p>
        </p:txBody>
      </p:sp>
      <p:graphicFrame>
        <p:nvGraphicFramePr>
          <p:cNvPr id="5" name="Table 5"/>
          <p:cNvGraphicFramePr>
            <a:graphicFrameLocks noGrp="1"/>
          </p:cNvGraphicFramePr>
          <p:nvPr/>
        </p:nvGraphicFramePr>
        <p:xfrm>
          <a:off x="822960" y="1980057"/>
          <a:ext cx="16619601" cy="5234395"/>
        </p:xfrm>
        <a:graphic>
          <a:graphicData uri="http://schemas.openxmlformats.org/drawingml/2006/table">
            <a:tbl>
              <a:tblPr/>
              <a:tblGrid>
                <a:gridCol w="2834157">
                  <a:extLst>
                    <a:ext uri="{9D8B030D-6E8A-4147-A177-3AD203B41FA5}">
                      <a16:colId xmlns:a16="http://schemas.microsoft.com/office/drawing/2014/main" val="20000"/>
                    </a:ext>
                  </a:extLst>
                </a:gridCol>
                <a:gridCol w="5907742">
                  <a:extLst>
                    <a:ext uri="{9D8B030D-6E8A-4147-A177-3AD203B41FA5}">
                      <a16:colId xmlns:a16="http://schemas.microsoft.com/office/drawing/2014/main" val="20001"/>
                    </a:ext>
                  </a:extLst>
                </a:gridCol>
                <a:gridCol w="7877702">
                  <a:extLst>
                    <a:ext uri="{9D8B030D-6E8A-4147-A177-3AD203B41FA5}">
                      <a16:colId xmlns:a16="http://schemas.microsoft.com/office/drawing/2014/main" val="20002"/>
                    </a:ext>
                  </a:extLst>
                </a:gridCol>
              </a:tblGrid>
              <a:tr h="753835">
                <a:tc>
                  <a:txBody>
                    <a:bodyPr/>
                    <a:lstStyle/>
                    <a:p>
                      <a:pPr algn="l">
                        <a:lnSpc>
                          <a:spcPts val="2070"/>
                        </a:lnSpc>
                        <a:defRPr/>
                      </a:pPr>
                      <a:r>
                        <a:rPr lang="en-US" sz="1725" b="1" spc="6">
                          <a:solidFill>
                            <a:srgbClr val="FFFFFF"/>
                          </a:solidFill>
                          <a:latin typeface="Noto Sans Kr Bold"/>
                          <a:ea typeface="Noto Sans Kr Bold"/>
                          <a:cs typeface="Noto Sans Kr Bold"/>
                          <a:sym typeface="Noto Sans Kr Bold"/>
                        </a:rPr>
                        <a:t>해결할 문제</a:t>
                      </a:r>
                      <a:endParaRPr lang="en-US" sz="1100"/>
                    </a:p>
                  </a:txBody>
                  <a:tcPr marL="38100" marR="38100" marT="38100" marB="38100" anchor="ctr">
                    <a:lnL w="9525" cap="flat" cmpd="sng" algn="ctr">
                      <a:solidFill>
                        <a:srgbClr val="DDE0E6"/>
                      </a:solidFill>
                      <a:prstDash val="solid"/>
                      <a:round/>
                      <a:headEnd type="none" w="med" len="med"/>
                      <a:tailEnd type="none" w="med" len="med"/>
                    </a:lnL>
                    <a:lnR w="9525" cap="flat" cmpd="sng" algn="ctr">
                      <a:solidFill>
                        <a:srgbClr val="DDE0E6"/>
                      </a:solidFill>
                      <a:prstDash val="solid"/>
                      <a:round/>
                      <a:headEnd type="none" w="med" len="med"/>
                      <a:tailEnd type="none" w="med" len="med"/>
                    </a:lnR>
                    <a:lnT w="9525" cap="flat" cmpd="sng" algn="ctr">
                      <a:solidFill>
                        <a:srgbClr val="DDE0E6"/>
                      </a:solidFill>
                      <a:prstDash val="solid"/>
                      <a:round/>
                      <a:headEnd type="none" w="med" len="med"/>
                      <a:tailEnd type="none" w="med" len="med"/>
                    </a:lnT>
                    <a:lnB w="9525" cap="flat" cmpd="sng" algn="ctr">
                      <a:solidFill>
                        <a:srgbClr val="DDE0E6"/>
                      </a:solidFill>
                      <a:prstDash val="solid"/>
                      <a:round/>
                      <a:headEnd type="none" w="med" len="med"/>
                      <a:tailEnd type="none" w="med" len="med"/>
                    </a:lnB>
                    <a:solidFill>
                      <a:srgbClr val="3C55CB"/>
                    </a:solidFill>
                  </a:tcPr>
                </a:tc>
                <a:tc>
                  <a:txBody>
                    <a:bodyPr/>
                    <a:lstStyle/>
                    <a:p>
                      <a:pPr algn="l">
                        <a:lnSpc>
                          <a:spcPts val="2070"/>
                        </a:lnSpc>
                        <a:defRPr/>
                      </a:pPr>
                      <a:r>
                        <a:rPr lang="en-US" sz="1725" b="1" spc="6">
                          <a:solidFill>
                            <a:srgbClr val="FFFFFF"/>
                          </a:solidFill>
                          <a:latin typeface="Noto Sans Kr Bold"/>
                          <a:ea typeface="Noto Sans Kr Bold"/>
                          <a:cs typeface="Noto Sans Kr Bold"/>
                          <a:sym typeface="Noto Sans Kr Bold"/>
                        </a:rPr>
                        <a:t>MUST 기능 (FR)</a:t>
                      </a:r>
                      <a:endParaRPr lang="en-US" sz="1100"/>
                    </a:p>
                  </a:txBody>
                  <a:tcPr marL="38100" marR="38100" marT="38100" marB="38100" anchor="ctr">
                    <a:lnL w="9525" cap="flat" cmpd="sng" algn="ctr">
                      <a:solidFill>
                        <a:srgbClr val="DDE0E6"/>
                      </a:solidFill>
                      <a:prstDash val="solid"/>
                      <a:round/>
                      <a:headEnd type="none" w="med" len="med"/>
                      <a:tailEnd type="none" w="med" len="med"/>
                    </a:lnL>
                    <a:lnR w="9525" cap="flat" cmpd="sng" algn="ctr">
                      <a:solidFill>
                        <a:srgbClr val="DDE0E6"/>
                      </a:solidFill>
                      <a:prstDash val="solid"/>
                      <a:round/>
                      <a:headEnd type="none" w="med" len="med"/>
                      <a:tailEnd type="none" w="med" len="med"/>
                    </a:lnR>
                    <a:lnT w="9525" cap="flat" cmpd="sng" algn="ctr">
                      <a:solidFill>
                        <a:srgbClr val="DDE0E6"/>
                      </a:solidFill>
                      <a:prstDash val="solid"/>
                      <a:round/>
                      <a:headEnd type="none" w="med" len="med"/>
                      <a:tailEnd type="none" w="med" len="med"/>
                    </a:lnT>
                    <a:lnB w="9525" cap="flat" cmpd="sng" algn="ctr">
                      <a:solidFill>
                        <a:srgbClr val="DDE0E6"/>
                      </a:solidFill>
                      <a:prstDash val="solid"/>
                      <a:round/>
                      <a:headEnd type="none" w="med" len="med"/>
                      <a:tailEnd type="none" w="med" len="med"/>
                    </a:lnB>
                    <a:solidFill>
                      <a:srgbClr val="3C55CB"/>
                    </a:solidFill>
                  </a:tcPr>
                </a:tc>
                <a:tc>
                  <a:txBody>
                    <a:bodyPr/>
                    <a:lstStyle/>
                    <a:p>
                      <a:pPr algn="l">
                        <a:lnSpc>
                          <a:spcPts val="2070"/>
                        </a:lnSpc>
                        <a:defRPr/>
                      </a:pPr>
                      <a:r>
                        <a:rPr lang="en-US" sz="1725" b="1" spc="6">
                          <a:solidFill>
                            <a:srgbClr val="FFFFFF"/>
                          </a:solidFill>
                          <a:latin typeface="Noto Sans Kr Bold"/>
                          <a:ea typeface="Noto Sans Kr Bold"/>
                          <a:cs typeface="Noto Sans Kr Bold"/>
                          <a:sym typeface="Noto Sans Kr Bold"/>
                        </a:rPr>
                        <a:t>Acceptance Criteria</a:t>
                      </a:r>
                      <a:endParaRPr lang="en-US" sz="1100"/>
                    </a:p>
                  </a:txBody>
                  <a:tcPr marL="38100" marR="38100" marT="38100" marB="38100" anchor="ctr">
                    <a:lnL w="9525" cap="flat" cmpd="sng" algn="ctr">
                      <a:solidFill>
                        <a:srgbClr val="DDE0E6"/>
                      </a:solidFill>
                      <a:prstDash val="solid"/>
                      <a:round/>
                      <a:headEnd type="none" w="med" len="med"/>
                      <a:tailEnd type="none" w="med" len="med"/>
                    </a:lnL>
                    <a:lnR w="9525" cap="flat" cmpd="sng" algn="ctr">
                      <a:solidFill>
                        <a:srgbClr val="DDE0E6"/>
                      </a:solidFill>
                      <a:prstDash val="solid"/>
                      <a:round/>
                      <a:headEnd type="none" w="med" len="med"/>
                      <a:tailEnd type="none" w="med" len="med"/>
                    </a:lnR>
                    <a:lnT w="9525" cap="flat" cmpd="sng" algn="ctr">
                      <a:solidFill>
                        <a:srgbClr val="DDE0E6"/>
                      </a:solidFill>
                      <a:prstDash val="solid"/>
                      <a:round/>
                      <a:headEnd type="none" w="med" len="med"/>
                      <a:tailEnd type="none" w="med" len="med"/>
                    </a:lnT>
                    <a:lnB w="9525" cap="flat" cmpd="sng" algn="ctr">
                      <a:solidFill>
                        <a:srgbClr val="DDE0E6"/>
                      </a:solidFill>
                      <a:prstDash val="solid"/>
                      <a:round/>
                      <a:headEnd type="none" w="med" len="med"/>
                      <a:tailEnd type="none" w="med" len="med"/>
                    </a:lnB>
                    <a:solidFill>
                      <a:srgbClr val="3C55CB"/>
                    </a:solidFill>
                  </a:tcPr>
                </a:tc>
                <a:extLst>
                  <a:ext uri="{0D108BD9-81ED-4DB2-BD59-A6C34878D82A}">
                    <a16:rowId xmlns:a16="http://schemas.microsoft.com/office/drawing/2014/main" val="10000"/>
                  </a:ext>
                </a:extLst>
              </a:tr>
              <a:tr h="640080">
                <a:tc>
                  <a:txBody>
                    <a:bodyPr/>
                    <a:lstStyle/>
                    <a:p>
                      <a:pPr algn="l">
                        <a:lnSpc>
                          <a:spcPts val="2070"/>
                        </a:lnSpc>
                        <a:defRPr/>
                      </a:pPr>
                      <a:r>
                        <a:rPr lang="en-US" sz="1725" b="1" spc="6">
                          <a:solidFill>
                            <a:srgbClr val="E5484D"/>
                          </a:solidFill>
                          <a:latin typeface="Noto Sans Kr Bold"/>
                          <a:ea typeface="Noto Sans Kr Bold"/>
                          <a:cs typeface="Noto Sans Kr Bold"/>
                          <a:sym typeface="Noto Sans Kr Bold"/>
                        </a:rPr>
                        <a:t>노출 부담</a:t>
                      </a:r>
                      <a:endParaRPr lang="en-US" sz="1100"/>
                    </a:p>
                  </a:txBody>
                  <a:tcPr marL="38100" marR="38100" marT="38100" marB="38100" anchor="ctr">
                    <a:lnL w="9525" cap="flat" cmpd="sng" algn="ctr">
                      <a:solidFill>
                        <a:srgbClr val="DDE0E6"/>
                      </a:solidFill>
                      <a:prstDash val="solid"/>
                      <a:round/>
                      <a:headEnd type="none" w="med" len="med"/>
                      <a:tailEnd type="none" w="med" len="med"/>
                    </a:lnL>
                    <a:lnR w="9525" cap="flat" cmpd="sng" algn="ctr">
                      <a:solidFill>
                        <a:srgbClr val="DDE0E6"/>
                      </a:solidFill>
                      <a:prstDash val="solid"/>
                      <a:round/>
                      <a:headEnd type="none" w="med" len="med"/>
                      <a:tailEnd type="none" w="med" len="med"/>
                    </a:lnR>
                    <a:lnT w="9525" cap="flat" cmpd="sng" algn="ctr">
                      <a:solidFill>
                        <a:srgbClr val="DDE0E6"/>
                      </a:solidFill>
                      <a:prstDash val="solid"/>
                      <a:round/>
                      <a:headEnd type="none" w="med" len="med"/>
                      <a:tailEnd type="none" w="med" len="med"/>
                    </a:lnT>
                    <a:lnB w="9525" cap="flat" cmpd="sng" algn="ctr">
                      <a:solidFill>
                        <a:srgbClr val="DDE0E6"/>
                      </a:solidFill>
                      <a:prstDash val="solid"/>
                      <a:round/>
                      <a:headEnd type="none" w="med" len="med"/>
                      <a:tailEnd type="none" w="med" len="med"/>
                    </a:lnB>
                    <a:solidFill>
                      <a:srgbClr val="FFFFFF"/>
                    </a:solidFill>
                  </a:tcPr>
                </a:tc>
                <a:tc>
                  <a:txBody>
                    <a:bodyPr/>
                    <a:lstStyle/>
                    <a:p>
                      <a:pPr algn="l">
                        <a:lnSpc>
                          <a:spcPts val="2070"/>
                        </a:lnSpc>
                        <a:defRPr/>
                      </a:pPr>
                      <a:r>
                        <a:rPr lang="en-US" sz="1725" spc="6">
                          <a:solidFill>
                            <a:srgbClr val="333333"/>
                          </a:solidFill>
                          <a:latin typeface="Noto Sans Kr"/>
                          <a:ea typeface="Noto Sans Kr"/>
                          <a:cs typeface="Noto Sans Kr"/>
                          <a:sym typeface="Noto Sans Kr"/>
                        </a:rPr>
                        <a:t>웹캠 모션 트래킹 → 캐릭터 머리·눈 반영</a:t>
                      </a:r>
                      <a:endParaRPr lang="en-US" sz="1100"/>
                    </a:p>
                  </a:txBody>
                  <a:tcPr marL="38100" marR="38100" marT="38100" marB="38100" anchor="ctr">
                    <a:lnL w="9525" cap="flat" cmpd="sng" algn="ctr">
                      <a:solidFill>
                        <a:srgbClr val="DDE0E6"/>
                      </a:solidFill>
                      <a:prstDash val="solid"/>
                      <a:round/>
                      <a:headEnd type="none" w="med" len="med"/>
                      <a:tailEnd type="none" w="med" len="med"/>
                    </a:lnL>
                    <a:lnR w="9525" cap="flat" cmpd="sng" algn="ctr">
                      <a:solidFill>
                        <a:srgbClr val="DDE0E6"/>
                      </a:solidFill>
                      <a:prstDash val="solid"/>
                      <a:round/>
                      <a:headEnd type="none" w="med" len="med"/>
                      <a:tailEnd type="none" w="med" len="med"/>
                    </a:lnR>
                    <a:lnT w="9525" cap="flat" cmpd="sng" algn="ctr">
                      <a:solidFill>
                        <a:srgbClr val="DDE0E6"/>
                      </a:solidFill>
                      <a:prstDash val="solid"/>
                      <a:round/>
                      <a:headEnd type="none" w="med" len="med"/>
                      <a:tailEnd type="none" w="med" len="med"/>
                    </a:lnT>
                    <a:lnB w="9525" cap="flat" cmpd="sng" algn="ctr">
                      <a:solidFill>
                        <a:srgbClr val="DDE0E6"/>
                      </a:solidFill>
                      <a:prstDash val="solid"/>
                      <a:round/>
                      <a:headEnd type="none" w="med" len="med"/>
                      <a:tailEnd type="none" w="med" len="med"/>
                    </a:lnB>
                    <a:solidFill>
                      <a:srgbClr val="FFFFFF"/>
                    </a:solidFill>
                  </a:tcPr>
                </a:tc>
                <a:tc>
                  <a:txBody>
                    <a:bodyPr/>
                    <a:lstStyle/>
                    <a:p>
                      <a:pPr algn="l">
                        <a:lnSpc>
                          <a:spcPts val="2070"/>
                        </a:lnSpc>
                        <a:defRPr/>
                      </a:pPr>
                      <a:r>
                        <a:rPr lang="en-US" sz="1725" spc="6">
                          <a:solidFill>
                            <a:srgbClr val="333333"/>
                          </a:solidFill>
                          <a:latin typeface="Noto Sans Kr"/>
                          <a:ea typeface="Noto Sans Kr"/>
                          <a:cs typeface="Noto Sans Kr"/>
                          <a:sym typeface="Noto Sans Kr"/>
                        </a:rPr>
                        <a:t>움직임 → 내 캐릭터 반영 200ms 이하, 영상 저장·전송 0건</a:t>
                      </a:r>
                      <a:endParaRPr lang="en-US" sz="1100"/>
                    </a:p>
                  </a:txBody>
                  <a:tcPr marL="38100" marR="38100" marT="38100" marB="38100" anchor="ctr">
                    <a:lnL w="9525" cap="flat" cmpd="sng" algn="ctr">
                      <a:solidFill>
                        <a:srgbClr val="DDE0E6"/>
                      </a:solidFill>
                      <a:prstDash val="solid"/>
                      <a:round/>
                      <a:headEnd type="none" w="med" len="med"/>
                      <a:tailEnd type="none" w="med" len="med"/>
                    </a:lnL>
                    <a:lnR w="9525" cap="flat" cmpd="sng" algn="ctr">
                      <a:solidFill>
                        <a:srgbClr val="DDE0E6"/>
                      </a:solidFill>
                      <a:prstDash val="solid"/>
                      <a:round/>
                      <a:headEnd type="none" w="med" len="med"/>
                      <a:tailEnd type="none" w="med" len="med"/>
                    </a:lnR>
                    <a:lnT w="9525" cap="flat" cmpd="sng" algn="ctr">
                      <a:solidFill>
                        <a:srgbClr val="DDE0E6"/>
                      </a:solidFill>
                      <a:prstDash val="solid"/>
                      <a:round/>
                      <a:headEnd type="none" w="med" len="med"/>
                      <a:tailEnd type="none" w="med" len="med"/>
                    </a:lnT>
                    <a:lnB w="9525" cap="flat" cmpd="sng" algn="ctr">
                      <a:solidFill>
                        <a:srgbClr val="DDE0E6"/>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40080">
                <a:tc>
                  <a:txBody>
                    <a:bodyPr/>
                    <a:lstStyle/>
                    <a:p>
                      <a:pPr algn="l">
                        <a:lnSpc>
                          <a:spcPts val="2070"/>
                        </a:lnSpc>
                        <a:defRPr/>
                      </a:pPr>
                      <a:r>
                        <a:rPr lang="en-US" sz="1725" b="1" spc="6">
                          <a:solidFill>
                            <a:srgbClr val="E5484D"/>
                          </a:solidFill>
                          <a:latin typeface="Noto Sans Kr Bold"/>
                          <a:ea typeface="Noto Sans Kr Bold"/>
                          <a:cs typeface="Noto Sans Kr Bold"/>
                          <a:sym typeface="Noto Sans Kr Bold"/>
                        </a:rPr>
                        <a:t>노출 부담 · 함께함</a:t>
                      </a:r>
                      <a:endParaRPr lang="en-US" sz="1100"/>
                    </a:p>
                  </a:txBody>
                  <a:tcPr marL="38100" marR="38100" marT="38100" marB="38100" anchor="ctr">
                    <a:lnL w="9525" cap="flat" cmpd="sng" algn="ctr">
                      <a:solidFill>
                        <a:srgbClr val="DDE0E6"/>
                      </a:solidFill>
                      <a:prstDash val="solid"/>
                      <a:round/>
                      <a:headEnd type="none" w="med" len="med"/>
                      <a:tailEnd type="none" w="med" len="med"/>
                    </a:lnL>
                    <a:lnR w="9525" cap="flat" cmpd="sng" algn="ctr">
                      <a:solidFill>
                        <a:srgbClr val="DDE0E6"/>
                      </a:solidFill>
                      <a:prstDash val="solid"/>
                      <a:round/>
                      <a:headEnd type="none" w="med" len="med"/>
                      <a:tailEnd type="none" w="med" len="med"/>
                    </a:lnR>
                    <a:lnT w="9525" cap="flat" cmpd="sng" algn="ctr">
                      <a:solidFill>
                        <a:srgbClr val="DDE0E6"/>
                      </a:solidFill>
                      <a:prstDash val="solid"/>
                      <a:round/>
                      <a:headEnd type="none" w="med" len="med"/>
                      <a:tailEnd type="none" w="med" len="med"/>
                    </a:lnT>
                    <a:lnB w="9525" cap="flat" cmpd="sng" algn="ctr">
                      <a:solidFill>
                        <a:srgbClr val="DDE0E6"/>
                      </a:solidFill>
                      <a:prstDash val="solid"/>
                      <a:round/>
                      <a:headEnd type="none" w="med" len="med"/>
                      <a:tailEnd type="none" w="med" len="med"/>
                    </a:lnB>
                    <a:solidFill>
                      <a:srgbClr val="FFFFFF"/>
                    </a:solidFill>
                  </a:tcPr>
                </a:tc>
                <a:tc>
                  <a:txBody>
                    <a:bodyPr/>
                    <a:lstStyle/>
                    <a:p>
                      <a:pPr algn="l">
                        <a:lnSpc>
                          <a:spcPts val="2070"/>
                        </a:lnSpc>
                        <a:defRPr/>
                      </a:pPr>
                      <a:r>
                        <a:rPr lang="en-US" sz="1725" spc="6">
                          <a:solidFill>
                            <a:srgbClr val="333333"/>
                          </a:solidFill>
                          <a:latin typeface="Noto Sans Kr"/>
                          <a:ea typeface="Noto Sans Kr"/>
                          <a:cs typeface="Noto Sans Kr"/>
                          <a:sym typeface="Noto Sans Kr"/>
                        </a:rPr>
                        <a:t>3D 좌석 모드 (1인칭 120°, 내 모습 화면)</a:t>
                      </a:r>
                      <a:endParaRPr lang="en-US" sz="1100"/>
                    </a:p>
                  </a:txBody>
                  <a:tcPr marL="38100" marR="38100" marT="38100" marB="38100" anchor="ctr">
                    <a:lnL w="9525" cap="flat" cmpd="sng" algn="ctr">
                      <a:solidFill>
                        <a:srgbClr val="DDE0E6"/>
                      </a:solidFill>
                      <a:prstDash val="solid"/>
                      <a:round/>
                      <a:headEnd type="none" w="med" len="med"/>
                      <a:tailEnd type="none" w="med" len="med"/>
                    </a:lnL>
                    <a:lnR w="9525" cap="flat" cmpd="sng" algn="ctr">
                      <a:solidFill>
                        <a:srgbClr val="DDE0E6"/>
                      </a:solidFill>
                      <a:prstDash val="solid"/>
                      <a:round/>
                      <a:headEnd type="none" w="med" len="med"/>
                      <a:tailEnd type="none" w="med" len="med"/>
                    </a:lnR>
                    <a:lnT w="9525" cap="flat" cmpd="sng" algn="ctr">
                      <a:solidFill>
                        <a:srgbClr val="DDE0E6"/>
                      </a:solidFill>
                      <a:prstDash val="solid"/>
                      <a:round/>
                      <a:headEnd type="none" w="med" len="med"/>
                      <a:tailEnd type="none" w="med" len="med"/>
                    </a:lnT>
                    <a:lnB w="9525" cap="flat" cmpd="sng" algn="ctr">
                      <a:solidFill>
                        <a:srgbClr val="DDE0E6"/>
                      </a:solidFill>
                      <a:prstDash val="solid"/>
                      <a:round/>
                      <a:headEnd type="none" w="med" len="med"/>
                      <a:tailEnd type="none" w="med" len="med"/>
                    </a:lnB>
                    <a:solidFill>
                      <a:srgbClr val="FFFFFF"/>
                    </a:solidFill>
                  </a:tcPr>
                </a:tc>
                <a:tc>
                  <a:txBody>
                    <a:bodyPr/>
                    <a:lstStyle/>
                    <a:p>
                      <a:pPr algn="l">
                        <a:lnSpc>
                          <a:spcPts val="2070"/>
                        </a:lnSpc>
                        <a:defRPr/>
                      </a:pPr>
                      <a:r>
                        <a:rPr lang="en-US" sz="1725" spc="6">
                          <a:solidFill>
                            <a:srgbClr val="333333"/>
                          </a:solidFill>
                          <a:latin typeface="Noto Sans Kr"/>
                          <a:ea typeface="Noto Sans Kr"/>
                          <a:cs typeface="Noto Sans Kr"/>
                          <a:sym typeface="Noto Sans Kr"/>
                        </a:rPr>
                        <a:t>착석 → 3D 화면 1초 이내, 30FPS 이상</a:t>
                      </a:r>
                      <a:endParaRPr lang="en-US" sz="1100"/>
                    </a:p>
                  </a:txBody>
                  <a:tcPr marL="38100" marR="38100" marT="38100" marB="38100" anchor="ctr">
                    <a:lnL w="9525" cap="flat" cmpd="sng" algn="ctr">
                      <a:solidFill>
                        <a:srgbClr val="DDE0E6"/>
                      </a:solidFill>
                      <a:prstDash val="solid"/>
                      <a:round/>
                      <a:headEnd type="none" w="med" len="med"/>
                      <a:tailEnd type="none" w="med" len="med"/>
                    </a:lnL>
                    <a:lnR w="9525" cap="flat" cmpd="sng" algn="ctr">
                      <a:solidFill>
                        <a:srgbClr val="DDE0E6"/>
                      </a:solidFill>
                      <a:prstDash val="solid"/>
                      <a:round/>
                      <a:headEnd type="none" w="med" len="med"/>
                      <a:tailEnd type="none" w="med" len="med"/>
                    </a:lnR>
                    <a:lnT w="9525" cap="flat" cmpd="sng" algn="ctr">
                      <a:solidFill>
                        <a:srgbClr val="DDE0E6"/>
                      </a:solidFill>
                      <a:prstDash val="solid"/>
                      <a:round/>
                      <a:headEnd type="none" w="med" len="med"/>
                      <a:tailEnd type="none" w="med" len="med"/>
                    </a:lnT>
                    <a:lnB w="9525" cap="flat" cmpd="sng" algn="ctr">
                      <a:solidFill>
                        <a:srgbClr val="DDE0E6"/>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640080">
                <a:tc>
                  <a:txBody>
                    <a:bodyPr/>
                    <a:lstStyle/>
                    <a:p>
                      <a:pPr algn="l">
                        <a:lnSpc>
                          <a:spcPts val="2070"/>
                        </a:lnSpc>
                        <a:defRPr/>
                      </a:pPr>
                      <a:r>
                        <a:rPr lang="en-US" sz="1725" b="1" spc="6">
                          <a:solidFill>
                            <a:srgbClr val="E5484D"/>
                          </a:solidFill>
                          <a:latin typeface="Noto Sans Kr Bold"/>
                          <a:ea typeface="Noto Sans Kr Bold"/>
                          <a:cs typeface="Noto Sans Kr Bold"/>
                          <a:sym typeface="Noto Sans Kr Bold"/>
                        </a:rPr>
                        <a:t>딴짓</a:t>
                      </a:r>
                      <a:endParaRPr lang="en-US" sz="1100"/>
                    </a:p>
                  </a:txBody>
                  <a:tcPr marL="38100" marR="38100" marT="38100" marB="38100" anchor="ctr">
                    <a:lnL w="9525" cap="flat" cmpd="sng" algn="ctr">
                      <a:solidFill>
                        <a:srgbClr val="DDE0E6"/>
                      </a:solidFill>
                      <a:prstDash val="solid"/>
                      <a:round/>
                      <a:headEnd type="none" w="med" len="med"/>
                      <a:tailEnd type="none" w="med" len="med"/>
                    </a:lnL>
                    <a:lnR w="9525" cap="flat" cmpd="sng" algn="ctr">
                      <a:solidFill>
                        <a:srgbClr val="DDE0E6"/>
                      </a:solidFill>
                      <a:prstDash val="solid"/>
                      <a:round/>
                      <a:headEnd type="none" w="med" len="med"/>
                      <a:tailEnd type="none" w="med" len="med"/>
                    </a:lnR>
                    <a:lnT w="9525" cap="flat" cmpd="sng" algn="ctr">
                      <a:solidFill>
                        <a:srgbClr val="DDE0E6"/>
                      </a:solidFill>
                      <a:prstDash val="solid"/>
                      <a:round/>
                      <a:headEnd type="none" w="med" len="med"/>
                      <a:tailEnd type="none" w="med" len="med"/>
                    </a:lnT>
                    <a:lnB w="9525" cap="flat" cmpd="sng" algn="ctr">
                      <a:solidFill>
                        <a:srgbClr val="DDE0E6"/>
                      </a:solidFill>
                      <a:prstDash val="solid"/>
                      <a:round/>
                      <a:headEnd type="none" w="med" len="med"/>
                      <a:tailEnd type="none" w="med" len="med"/>
                    </a:lnB>
                    <a:solidFill>
                      <a:srgbClr val="FFFFFF"/>
                    </a:solidFill>
                  </a:tcPr>
                </a:tc>
                <a:tc>
                  <a:txBody>
                    <a:bodyPr/>
                    <a:lstStyle/>
                    <a:p>
                      <a:pPr algn="l">
                        <a:lnSpc>
                          <a:spcPts val="2070"/>
                        </a:lnSpc>
                        <a:defRPr/>
                      </a:pPr>
                      <a:r>
                        <a:rPr lang="en-US" sz="1725" spc="6">
                          <a:solidFill>
                            <a:srgbClr val="333333"/>
                          </a:solidFill>
                          <a:latin typeface="Noto Sans Kr"/>
                          <a:ea typeface="Noto Sans Kr"/>
                          <a:cs typeface="Noto Sans Kr"/>
                          <a:sym typeface="Noto Sans Kr"/>
                        </a:rPr>
                        <a:t>카메라 가이드라인 + 집중 상태 판정 (자리 이탈·졸음·전자기기)</a:t>
                      </a:r>
                      <a:endParaRPr lang="en-US" sz="1100"/>
                    </a:p>
                  </a:txBody>
                  <a:tcPr marL="38100" marR="38100" marT="38100" marB="38100" anchor="ctr">
                    <a:lnL w="9525" cap="flat" cmpd="sng" algn="ctr">
                      <a:solidFill>
                        <a:srgbClr val="DDE0E6"/>
                      </a:solidFill>
                      <a:prstDash val="solid"/>
                      <a:round/>
                      <a:headEnd type="none" w="med" len="med"/>
                      <a:tailEnd type="none" w="med" len="med"/>
                    </a:lnL>
                    <a:lnR w="9525" cap="flat" cmpd="sng" algn="ctr">
                      <a:solidFill>
                        <a:srgbClr val="DDE0E6"/>
                      </a:solidFill>
                      <a:prstDash val="solid"/>
                      <a:round/>
                      <a:headEnd type="none" w="med" len="med"/>
                      <a:tailEnd type="none" w="med" len="med"/>
                    </a:lnR>
                    <a:lnT w="9525" cap="flat" cmpd="sng" algn="ctr">
                      <a:solidFill>
                        <a:srgbClr val="DDE0E6"/>
                      </a:solidFill>
                      <a:prstDash val="solid"/>
                      <a:round/>
                      <a:headEnd type="none" w="med" len="med"/>
                      <a:tailEnd type="none" w="med" len="med"/>
                    </a:lnT>
                    <a:lnB w="9525" cap="flat" cmpd="sng" algn="ctr">
                      <a:solidFill>
                        <a:srgbClr val="DDE0E6"/>
                      </a:solidFill>
                      <a:prstDash val="solid"/>
                      <a:round/>
                      <a:headEnd type="none" w="med" len="med"/>
                      <a:tailEnd type="none" w="med" len="med"/>
                    </a:lnB>
                    <a:solidFill>
                      <a:srgbClr val="FFFFFF"/>
                    </a:solidFill>
                  </a:tcPr>
                </a:tc>
                <a:tc>
                  <a:txBody>
                    <a:bodyPr/>
                    <a:lstStyle/>
                    <a:p>
                      <a:pPr algn="l">
                        <a:lnSpc>
                          <a:spcPts val="2070"/>
                        </a:lnSpc>
                        <a:defRPr/>
                      </a:pPr>
                      <a:r>
                        <a:rPr lang="en-US" sz="1725" spc="6">
                          <a:solidFill>
                            <a:srgbClr val="333333"/>
                          </a:solidFill>
                          <a:latin typeface="Noto Sans Kr"/>
                          <a:ea typeface="Noto Sans Kr"/>
                          <a:cs typeface="Noto Sans Kr"/>
                          <a:sym typeface="Noto Sans Kr"/>
                        </a:rPr>
                        <a:t>각 상황 20회 연출 시 감지 정확도 80% 이상, 필기 오판율 10% 이하</a:t>
                      </a:r>
                      <a:endParaRPr lang="en-US" sz="1100"/>
                    </a:p>
                  </a:txBody>
                  <a:tcPr marL="38100" marR="38100" marT="38100" marB="38100" anchor="ctr">
                    <a:lnL w="9525" cap="flat" cmpd="sng" algn="ctr">
                      <a:solidFill>
                        <a:srgbClr val="DDE0E6"/>
                      </a:solidFill>
                      <a:prstDash val="solid"/>
                      <a:round/>
                      <a:headEnd type="none" w="med" len="med"/>
                      <a:tailEnd type="none" w="med" len="med"/>
                    </a:lnL>
                    <a:lnR w="9525" cap="flat" cmpd="sng" algn="ctr">
                      <a:solidFill>
                        <a:srgbClr val="DDE0E6"/>
                      </a:solidFill>
                      <a:prstDash val="solid"/>
                      <a:round/>
                      <a:headEnd type="none" w="med" len="med"/>
                      <a:tailEnd type="none" w="med" len="med"/>
                    </a:lnR>
                    <a:lnT w="9525" cap="flat" cmpd="sng" algn="ctr">
                      <a:solidFill>
                        <a:srgbClr val="DDE0E6"/>
                      </a:solidFill>
                      <a:prstDash val="solid"/>
                      <a:round/>
                      <a:headEnd type="none" w="med" len="med"/>
                      <a:tailEnd type="none" w="med" len="med"/>
                    </a:lnT>
                    <a:lnB w="9525" cap="flat" cmpd="sng" algn="ctr">
                      <a:solidFill>
                        <a:srgbClr val="DDE0E6"/>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640080">
                <a:tc>
                  <a:txBody>
                    <a:bodyPr/>
                    <a:lstStyle/>
                    <a:p>
                      <a:pPr algn="l">
                        <a:lnSpc>
                          <a:spcPts val="2070"/>
                        </a:lnSpc>
                        <a:defRPr/>
                      </a:pPr>
                      <a:r>
                        <a:rPr lang="en-US" sz="1725" b="1" spc="6">
                          <a:solidFill>
                            <a:srgbClr val="E5484D"/>
                          </a:solidFill>
                          <a:latin typeface="Noto Sans Kr Bold"/>
                          <a:ea typeface="Noto Sans Kr Bold"/>
                          <a:cs typeface="Noto Sans Kr Bold"/>
                          <a:sym typeface="Noto Sans Kr Bold"/>
                        </a:rPr>
                        <a:t>부정확한 기록</a:t>
                      </a:r>
                      <a:endParaRPr lang="en-US" sz="1100"/>
                    </a:p>
                  </a:txBody>
                  <a:tcPr marL="38100" marR="38100" marT="38100" marB="38100" anchor="ctr">
                    <a:lnL w="9525" cap="flat" cmpd="sng" algn="ctr">
                      <a:solidFill>
                        <a:srgbClr val="DDE0E6"/>
                      </a:solidFill>
                      <a:prstDash val="solid"/>
                      <a:round/>
                      <a:headEnd type="none" w="med" len="med"/>
                      <a:tailEnd type="none" w="med" len="med"/>
                    </a:lnL>
                    <a:lnR w="9525" cap="flat" cmpd="sng" algn="ctr">
                      <a:solidFill>
                        <a:srgbClr val="DDE0E6"/>
                      </a:solidFill>
                      <a:prstDash val="solid"/>
                      <a:round/>
                      <a:headEnd type="none" w="med" len="med"/>
                      <a:tailEnd type="none" w="med" len="med"/>
                    </a:lnR>
                    <a:lnT w="9525" cap="flat" cmpd="sng" algn="ctr">
                      <a:solidFill>
                        <a:srgbClr val="DDE0E6"/>
                      </a:solidFill>
                      <a:prstDash val="solid"/>
                      <a:round/>
                      <a:headEnd type="none" w="med" len="med"/>
                      <a:tailEnd type="none" w="med" len="med"/>
                    </a:lnT>
                    <a:lnB w="9525" cap="flat" cmpd="sng" algn="ctr">
                      <a:solidFill>
                        <a:srgbClr val="DDE0E6"/>
                      </a:solidFill>
                      <a:prstDash val="solid"/>
                      <a:round/>
                      <a:headEnd type="none" w="med" len="med"/>
                      <a:tailEnd type="none" w="med" len="med"/>
                    </a:lnB>
                    <a:solidFill>
                      <a:srgbClr val="FFFFFF"/>
                    </a:solidFill>
                  </a:tcPr>
                </a:tc>
                <a:tc>
                  <a:txBody>
                    <a:bodyPr/>
                    <a:lstStyle/>
                    <a:p>
                      <a:pPr algn="l">
                        <a:lnSpc>
                          <a:spcPts val="2070"/>
                        </a:lnSpc>
                        <a:defRPr/>
                      </a:pPr>
                      <a:r>
                        <a:rPr lang="en-US" sz="1725" spc="6">
                          <a:solidFill>
                            <a:srgbClr val="333333"/>
                          </a:solidFill>
                          <a:latin typeface="Noto Sans Kr"/>
                          <a:ea typeface="Noto Sans Kr"/>
                          <a:cs typeface="Noto Sans Kr"/>
                          <a:sym typeface="Noto Sans Kr"/>
                        </a:rPr>
                        <a:t>과목별 자동 타이머 (초록불만 누적) · 기록 저장</a:t>
                      </a:r>
                      <a:endParaRPr lang="en-US" sz="1100"/>
                    </a:p>
                  </a:txBody>
                  <a:tcPr marL="38100" marR="38100" marT="38100" marB="38100" anchor="ctr">
                    <a:lnL w="9525" cap="flat" cmpd="sng" algn="ctr">
                      <a:solidFill>
                        <a:srgbClr val="DDE0E6"/>
                      </a:solidFill>
                      <a:prstDash val="solid"/>
                      <a:round/>
                      <a:headEnd type="none" w="med" len="med"/>
                      <a:tailEnd type="none" w="med" len="med"/>
                    </a:lnL>
                    <a:lnR w="9525" cap="flat" cmpd="sng" algn="ctr">
                      <a:solidFill>
                        <a:srgbClr val="DDE0E6"/>
                      </a:solidFill>
                      <a:prstDash val="solid"/>
                      <a:round/>
                      <a:headEnd type="none" w="med" len="med"/>
                      <a:tailEnd type="none" w="med" len="med"/>
                    </a:lnR>
                    <a:lnT w="9525" cap="flat" cmpd="sng" algn="ctr">
                      <a:solidFill>
                        <a:srgbClr val="DDE0E6"/>
                      </a:solidFill>
                      <a:prstDash val="solid"/>
                      <a:round/>
                      <a:headEnd type="none" w="med" len="med"/>
                      <a:tailEnd type="none" w="med" len="med"/>
                    </a:lnT>
                    <a:lnB w="9525" cap="flat" cmpd="sng" algn="ctr">
                      <a:solidFill>
                        <a:srgbClr val="DDE0E6"/>
                      </a:solidFill>
                      <a:prstDash val="solid"/>
                      <a:round/>
                      <a:headEnd type="none" w="med" len="med"/>
                      <a:tailEnd type="none" w="med" len="med"/>
                    </a:lnB>
                    <a:solidFill>
                      <a:srgbClr val="FFFFFF"/>
                    </a:solidFill>
                  </a:tcPr>
                </a:tc>
                <a:tc>
                  <a:txBody>
                    <a:bodyPr/>
                    <a:lstStyle/>
                    <a:p>
                      <a:pPr algn="l">
                        <a:lnSpc>
                          <a:spcPts val="2070"/>
                        </a:lnSpc>
                        <a:defRPr/>
                      </a:pPr>
                      <a:r>
                        <a:rPr lang="en-US" sz="1725" spc="6">
                          <a:solidFill>
                            <a:srgbClr val="333333"/>
                          </a:solidFill>
                          <a:latin typeface="Noto Sans Kr"/>
                          <a:ea typeface="Noto Sans Kr"/>
                          <a:cs typeface="Noto Sans Kr"/>
                          <a:sym typeface="Noto Sans Kr"/>
                        </a:rPr>
                        <a:t>관찰자가 잰 실제 집중 시간 대비 오차 ±10% 이내</a:t>
                      </a:r>
                      <a:endParaRPr lang="en-US" sz="1100"/>
                    </a:p>
                  </a:txBody>
                  <a:tcPr marL="38100" marR="38100" marT="38100" marB="38100" anchor="ctr">
                    <a:lnL w="9525" cap="flat" cmpd="sng" algn="ctr">
                      <a:solidFill>
                        <a:srgbClr val="DDE0E6"/>
                      </a:solidFill>
                      <a:prstDash val="solid"/>
                      <a:round/>
                      <a:headEnd type="none" w="med" len="med"/>
                      <a:tailEnd type="none" w="med" len="med"/>
                    </a:lnL>
                    <a:lnR w="9525" cap="flat" cmpd="sng" algn="ctr">
                      <a:solidFill>
                        <a:srgbClr val="DDE0E6"/>
                      </a:solidFill>
                      <a:prstDash val="solid"/>
                      <a:round/>
                      <a:headEnd type="none" w="med" len="med"/>
                      <a:tailEnd type="none" w="med" len="med"/>
                    </a:lnR>
                    <a:lnT w="9525" cap="flat" cmpd="sng" algn="ctr">
                      <a:solidFill>
                        <a:srgbClr val="DDE0E6"/>
                      </a:solidFill>
                      <a:prstDash val="solid"/>
                      <a:round/>
                      <a:headEnd type="none" w="med" len="med"/>
                      <a:tailEnd type="none" w="med" len="med"/>
                    </a:lnT>
                    <a:lnB w="9525" cap="flat" cmpd="sng" algn="ctr">
                      <a:solidFill>
                        <a:srgbClr val="DDE0E6"/>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640080">
                <a:tc>
                  <a:txBody>
                    <a:bodyPr/>
                    <a:lstStyle/>
                    <a:p>
                      <a:pPr algn="l">
                        <a:lnSpc>
                          <a:spcPts val="2070"/>
                        </a:lnSpc>
                        <a:defRPr/>
                      </a:pPr>
                      <a:r>
                        <a:rPr lang="en-US" sz="1725" b="1" spc="6">
                          <a:solidFill>
                            <a:srgbClr val="E5484D"/>
                          </a:solidFill>
                          <a:latin typeface="Noto Sans Kr Bold"/>
                          <a:ea typeface="Noto Sans Kr Bold"/>
                          <a:cs typeface="Noto Sans Kr Bold"/>
                          <a:sym typeface="Noto Sans Kr Bold"/>
                        </a:rPr>
                        <a:t>함께 공부</a:t>
                      </a:r>
                      <a:endParaRPr lang="en-US" sz="1100"/>
                    </a:p>
                  </a:txBody>
                  <a:tcPr marL="38100" marR="38100" marT="38100" marB="38100" anchor="ctr">
                    <a:lnL w="9525" cap="flat" cmpd="sng" algn="ctr">
                      <a:solidFill>
                        <a:srgbClr val="DDE0E6"/>
                      </a:solidFill>
                      <a:prstDash val="solid"/>
                      <a:round/>
                      <a:headEnd type="none" w="med" len="med"/>
                      <a:tailEnd type="none" w="med" len="med"/>
                    </a:lnL>
                    <a:lnR w="9525" cap="flat" cmpd="sng" algn="ctr">
                      <a:solidFill>
                        <a:srgbClr val="DDE0E6"/>
                      </a:solidFill>
                      <a:prstDash val="solid"/>
                      <a:round/>
                      <a:headEnd type="none" w="med" len="med"/>
                      <a:tailEnd type="none" w="med" len="med"/>
                    </a:lnR>
                    <a:lnT w="9525" cap="flat" cmpd="sng" algn="ctr">
                      <a:solidFill>
                        <a:srgbClr val="DDE0E6"/>
                      </a:solidFill>
                      <a:prstDash val="solid"/>
                      <a:round/>
                      <a:headEnd type="none" w="med" len="med"/>
                      <a:tailEnd type="none" w="med" len="med"/>
                    </a:lnT>
                    <a:lnB w="9525" cap="flat" cmpd="sng" algn="ctr">
                      <a:solidFill>
                        <a:srgbClr val="DDE0E6"/>
                      </a:solidFill>
                      <a:prstDash val="solid"/>
                      <a:round/>
                      <a:headEnd type="none" w="med" len="med"/>
                      <a:tailEnd type="none" w="med" len="med"/>
                    </a:lnB>
                    <a:solidFill>
                      <a:srgbClr val="FFFFFF"/>
                    </a:solidFill>
                  </a:tcPr>
                </a:tc>
                <a:tc>
                  <a:txBody>
                    <a:bodyPr/>
                    <a:lstStyle/>
                    <a:p>
                      <a:pPr algn="l">
                        <a:lnSpc>
                          <a:spcPts val="2070"/>
                        </a:lnSpc>
                        <a:defRPr/>
                      </a:pPr>
                      <a:r>
                        <a:rPr lang="en-US" sz="1725" spc="6">
                          <a:solidFill>
                            <a:srgbClr val="333333"/>
                          </a:solidFill>
                          <a:latin typeface="Noto Sans Kr"/>
                          <a:ea typeface="Noto Sans Kr"/>
                          <a:cs typeface="Noto Sans Kr"/>
                          <a:sym typeface="Noto Sans Kr"/>
                        </a:rPr>
                        <a:t>2D 이동 + 키오스크 좌석 배정 + 실시간 동기화</a:t>
                      </a:r>
                      <a:endParaRPr lang="en-US" sz="1100"/>
                    </a:p>
                  </a:txBody>
                  <a:tcPr marL="38100" marR="38100" marT="38100" marB="38100" anchor="ctr">
                    <a:lnL w="9525" cap="flat" cmpd="sng" algn="ctr">
                      <a:solidFill>
                        <a:srgbClr val="DDE0E6"/>
                      </a:solidFill>
                      <a:prstDash val="solid"/>
                      <a:round/>
                      <a:headEnd type="none" w="med" len="med"/>
                      <a:tailEnd type="none" w="med" len="med"/>
                    </a:lnL>
                    <a:lnR w="9525" cap="flat" cmpd="sng" algn="ctr">
                      <a:solidFill>
                        <a:srgbClr val="DDE0E6"/>
                      </a:solidFill>
                      <a:prstDash val="solid"/>
                      <a:round/>
                      <a:headEnd type="none" w="med" len="med"/>
                      <a:tailEnd type="none" w="med" len="med"/>
                    </a:lnR>
                    <a:lnT w="9525" cap="flat" cmpd="sng" algn="ctr">
                      <a:solidFill>
                        <a:srgbClr val="DDE0E6"/>
                      </a:solidFill>
                      <a:prstDash val="solid"/>
                      <a:round/>
                      <a:headEnd type="none" w="med" len="med"/>
                      <a:tailEnd type="none" w="med" len="med"/>
                    </a:lnT>
                    <a:lnB w="9525" cap="flat" cmpd="sng" algn="ctr">
                      <a:solidFill>
                        <a:srgbClr val="DDE0E6"/>
                      </a:solidFill>
                      <a:prstDash val="solid"/>
                      <a:round/>
                      <a:headEnd type="none" w="med" len="med"/>
                      <a:tailEnd type="none" w="med" len="med"/>
                    </a:lnB>
                    <a:solidFill>
                      <a:srgbClr val="FFFFFF"/>
                    </a:solidFill>
                  </a:tcPr>
                </a:tc>
                <a:tc>
                  <a:txBody>
                    <a:bodyPr/>
                    <a:lstStyle/>
                    <a:p>
                      <a:pPr algn="l">
                        <a:lnSpc>
                          <a:spcPts val="2070"/>
                        </a:lnSpc>
                        <a:defRPr/>
                      </a:pPr>
                      <a:r>
                        <a:rPr lang="en-US" sz="1725" spc="6">
                          <a:solidFill>
                            <a:srgbClr val="333333"/>
                          </a:solidFill>
                          <a:latin typeface="Noto Sans Kr"/>
                          <a:ea typeface="Noto Sans Kr"/>
                          <a:cs typeface="Noto Sans Kr"/>
                          <a:sym typeface="Noto Sans Kr"/>
                        </a:rPr>
                        <a:t>동시 지정 50회 테스트 중복 배정 0건, 타인 화면 반영 500ms 이하</a:t>
                      </a:r>
                      <a:endParaRPr lang="en-US" sz="1100"/>
                    </a:p>
                  </a:txBody>
                  <a:tcPr marL="38100" marR="38100" marT="38100" marB="38100" anchor="ctr">
                    <a:lnL w="9525" cap="flat" cmpd="sng" algn="ctr">
                      <a:solidFill>
                        <a:srgbClr val="DDE0E6"/>
                      </a:solidFill>
                      <a:prstDash val="solid"/>
                      <a:round/>
                      <a:headEnd type="none" w="med" len="med"/>
                      <a:tailEnd type="none" w="med" len="med"/>
                    </a:lnL>
                    <a:lnR w="9525" cap="flat" cmpd="sng" algn="ctr">
                      <a:solidFill>
                        <a:srgbClr val="DDE0E6"/>
                      </a:solidFill>
                      <a:prstDash val="solid"/>
                      <a:round/>
                      <a:headEnd type="none" w="med" len="med"/>
                      <a:tailEnd type="none" w="med" len="med"/>
                    </a:lnR>
                    <a:lnT w="9525" cap="flat" cmpd="sng" algn="ctr">
                      <a:solidFill>
                        <a:srgbClr val="DDE0E6"/>
                      </a:solidFill>
                      <a:prstDash val="solid"/>
                      <a:round/>
                      <a:headEnd type="none" w="med" len="med"/>
                      <a:tailEnd type="none" w="med" len="med"/>
                    </a:lnT>
                    <a:lnB w="9525" cap="flat" cmpd="sng" algn="ctr">
                      <a:solidFill>
                        <a:srgbClr val="DDE0E6"/>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640080">
                <a:tc>
                  <a:txBody>
                    <a:bodyPr/>
                    <a:lstStyle/>
                    <a:p>
                      <a:pPr algn="l">
                        <a:lnSpc>
                          <a:spcPts val="2070"/>
                        </a:lnSpc>
                        <a:defRPr/>
                      </a:pPr>
                      <a:r>
                        <a:rPr lang="en-US" sz="1725" b="1" spc="6">
                          <a:solidFill>
                            <a:srgbClr val="7F7F7F"/>
                          </a:solidFill>
                          <a:latin typeface="Noto Sans Kr Bold"/>
                          <a:ea typeface="Noto Sans Kr Bold"/>
                          <a:cs typeface="Noto Sans Kr Bold"/>
                          <a:sym typeface="Noto Sans Kr Bold"/>
                        </a:rPr>
                        <a:t>서비스 기반</a:t>
                      </a:r>
                      <a:endParaRPr lang="en-US" sz="1100"/>
                    </a:p>
                  </a:txBody>
                  <a:tcPr marL="38100" marR="38100" marT="38100" marB="38100" anchor="ctr">
                    <a:lnL w="9525" cap="flat" cmpd="sng" algn="ctr">
                      <a:solidFill>
                        <a:srgbClr val="DDE0E6"/>
                      </a:solidFill>
                      <a:prstDash val="solid"/>
                      <a:round/>
                      <a:headEnd type="none" w="med" len="med"/>
                      <a:tailEnd type="none" w="med" len="med"/>
                    </a:lnL>
                    <a:lnR w="9525" cap="flat" cmpd="sng" algn="ctr">
                      <a:solidFill>
                        <a:srgbClr val="DDE0E6"/>
                      </a:solidFill>
                      <a:prstDash val="solid"/>
                      <a:round/>
                      <a:headEnd type="none" w="med" len="med"/>
                      <a:tailEnd type="none" w="med" len="med"/>
                    </a:lnR>
                    <a:lnT w="9525" cap="flat" cmpd="sng" algn="ctr">
                      <a:solidFill>
                        <a:srgbClr val="DDE0E6"/>
                      </a:solidFill>
                      <a:prstDash val="solid"/>
                      <a:round/>
                      <a:headEnd type="none" w="med" len="med"/>
                      <a:tailEnd type="none" w="med" len="med"/>
                    </a:lnT>
                    <a:lnB w="9525" cap="flat" cmpd="sng" algn="ctr">
                      <a:solidFill>
                        <a:srgbClr val="DDE0E6"/>
                      </a:solidFill>
                      <a:prstDash val="solid"/>
                      <a:round/>
                      <a:headEnd type="none" w="med" len="med"/>
                      <a:tailEnd type="none" w="med" len="med"/>
                    </a:lnB>
                    <a:solidFill>
                      <a:srgbClr val="FFFFFF"/>
                    </a:solidFill>
                  </a:tcPr>
                </a:tc>
                <a:tc>
                  <a:txBody>
                    <a:bodyPr/>
                    <a:lstStyle/>
                    <a:p>
                      <a:pPr algn="l">
                        <a:lnSpc>
                          <a:spcPts val="2070"/>
                        </a:lnSpc>
                        <a:defRPr/>
                      </a:pPr>
                      <a:r>
                        <a:rPr lang="en-US" sz="1725" spc="6">
                          <a:solidFill>
                            <a:srgbClr val="333333"/>
                          </a:solidFill>
                          <a:latin typeface="Noto Sans Kr"/>
                          <a:ea typeface="Noto Sans Kr"/>
                          <a:cs typeface="Noto Sans Kr"/>
                          <a:sym typeface="Noto Sans Kr"/>
                        </a:rPr>
                        <a:t>회원 · 지점 선택 · 키오스크 이용권</a:t>
                      </a:r>
                      <a:endParaRPr lang="en-US" sz="1100"/>
                    </a:p>
                  </a:txBody>
                  <a:tcPr marL="38100" marR="38100" marT="38100" marB="38100" anchor="ctr">
                    <a:lnL w="9525" cap="flat" cmpd="sng" algn="ctr">
                      <a:solidFill>
                        <a:srgbClr val="DDE0E6"/>
                      </a:solidFill>
                      <a:prstDash val="solid"/>
                      <a:round/>
                      <a:headEnd type="none" w="med" len="med"/>
                      <a:tailEnd type="none" w="med" len="med"/>
                    </a:lnL>
                    <a:lnR w="9525" cap="flat" cmpd="sng" algn="ctr">
                      <a:solidFill>
                        <a:srgbClr val="DDE0E6"/>
                      </a:solidFill>
                      <a:prstDash val="solid"/>
                      <a:round/>
                      <a:headEnd type="none" w="med" len="med"/>
                      <a:tailEnd type="none" w="med" len="med"/>
                    </a:lnR>
                    <a:lnT w="9525" cap="flat" cmpd="sng" algn="ctr">
                      <a:solidFill>
                        <a:srgbClr val="DDE0E6"/>
                      </a:solidFill>
                      <a:prstDash val="solid"/>
                      <a:round/>
                      <a:headEnd type="none" w="med" len="med"/>
                      <a:tailEnd type="none" w="med" len="med"/>
                    </a:lnT>
                    <a:lnB w="9525" cap="flat" cmpd="sng" algn="ctr">
                      <a:solidFill>
                        <a:srgbClr val="DDE0E6"/>
                      </a:solidFill>
                      <a:prstDash val="solid"/>
                      <a:round/>
                      <a:headEnd type="none" w="med" len="med"/>
                      <a:tailEnd type="none" w="med" len="med"/>
                    </a:lnB>
                    <a:solidFill>
                      <a:srgbClr val="FFFFFF"/>
                    </a:solidFill>
                  </a:tcPr>
                </a:tc>
                <a:tc>
                  <a:txBody>
                    <a:bodyPr/>
                    <a:lstStyle/>
                    <a:p>
                      <a:pPr algn="l">
                        <a:lnSpc>
                          <a:spcPts val="2070"/>
                        </a:lnSpc>
                        <a:defRPr/>
                      </a:pPr>
                      <a:r>
                        <a:rPr lang="en-US" sz="1725" spc="6">
                          <a:solidFill>
                            <a:srgbClr val="333333"/>
                          </a:solidFill>
                          <a:latin typeface="Noto Sans Kr"/>
                          <a:ea typeface="Noto Sans Kr"/>
                          <a:cs typeface="Noto Sans Kr"/>
                          <a:sym typeface="Noto Sans Kr"/>
                        </a:rPr>
                        <a:t>1인 1좌석, 접속 3분 이상 끊기면 좌석 자동 반납</a:t>
                      </a:r>
                      <a:endParaRPr lang="en-US" sz="1100"/>
                    </a:p>
                  </a:txBody>
                  <a:tcPr marL="38100" marR="38100" marT="38100" marB="38100" anchor="ctr">
                    <a:lnL w="9525" cap="flat" cmpd="sng" algn="ctr">
                      <a:solidFill>
                        <a:srgbClr val="DDE0E6"/>
                      </a:solidFill>
                      <a:prstDash val="solid"/>
                      <a:round/>
                      <a:headEnd type="none" w="med" len="med"/>
                      <a:tailEnd type="none" w="med" len="med"/>
                    </a:lnL>
                    <a:lnR w="9525" cap="flat" cmpd="sng" algn="ctr">
                      <a:solidFill>
                        <a:srgbClr val="DDE0E6"/>
                      </a:solidFill>
                      <a:prstDash val="solid"/>
                      <a:round/>
                      <a:headEnd type="none" w="med" len="med"/>
                      <a:tailEnd type="none" w="med" len="med"/>
                    </a:lnR>
                    <a:lnT w="9525" cap="flat" cmpd="sng" algn="ctr">
                      <a:solidFill>
                        <a:srgbClr val="DDE0E6"/>
                      </a:solidFill>
                      <a:prstDash val="solid"/>
                      <a:round/>
                      <a:headEnd type="none" w="med" len="med"/>
                      <a:tailEnd type="none" w="med" len="med"/>
                    </a:lnT>
                    <a:lnB w="9525" cap="flat" cmpd="sng" algn="ctr">
                      <a:solidFill>
                        <a:srgbClr val="DDE0E6"/>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640080">
                <a:tc>
                  <a:txBody>
                    <a:bodyPr/>
                    <a:lstStyle/>
                    <a:p>
                      <a:pPr algn="l">
                        <a:lnSpc>
                          <a:spcPts val="2070"/>
                        </a:lnSpc>
                        <a:defRPr/>
                      </a:pPr>
                      <a:r>
                        <a:rPr lang="en-US" sz="1725" b="1" spc="6">
                          <a:solidFill>
                            <a:srgbClr val="7F7F7F"/>
                          </a:solidFill>
                          <a:latin typeface="Noto Sans Kr Bold"/>
                          <a:ea typeface="Noto Sans Kr Bold"/>
                          <a:cs typeface="Noto Sans Kr Bold"/>
                          <a:sym typeface="Noto Sans Kr Bold"/>
                        </a:rPr>
                        <a:t>실험 검증</a:t>
                      </a:r>
                      <a:endParaRPr lang="en-US" sz="1100"/>
                    </a:p>
                  </a:txBody>
                  <a:tcPr marL="38100" marR="38100" marT="38100" marB="38100" anchor="ctr">
                    <a:lnL w="9525" cap="flat" cmpd="sng" algn="ctr">
                      <a:solidFill>
                        <a:srgbClr val="DDE0E6"/>
                      </a:solidFill>
                      <a:prstDash val="solid"/>
                      <a:round/>
                      <a:headEnd type="none" w="med" len="med"/>
                      <a:tailEnd type="none" w="med" len="med"/>
                    </a:lnL>
                    <a:lnR w="9525" cap="flat" cmpd="sng" algn="ctr">
                      <a:solidFill>
                        <a:srgbClr val="DDE0E6"/>
                      </a:solidFill>
                      <a:prstDash val="solid"/>
                      <a:round/>
                      <a:headEnd type="none" w="med" len="med"/>
                      <a:tailEnd type="none" w="med" len="med"/>
                    </a:lnR>
                    <a:lnT w="9525" cap="flat" cmpd="sng" algn="ctr">
                      <a:solidFill>
                        <a:srgbClr val="DDE0E6"/>
                      </a:solidFill>
                      <a:prstDash val="solid"/>
                      <a:round/>
                      <a:headEnd type="none" w="med" len="med"/>
                      <a:tailEnd type="none" w="med" len="med"/>
                    </a:lnT>
                    <a:lnB w="9525" cap="flat" cmpd="sng" algn="ctr">
                      <a:solidFill>
                        <a:srgbClr val="DDE0E6"/>
                      </a:solidFill>
                      <a:prstDash val="solid"/>
                      <a:round/>
                      <a:headEnd type="none" w="med" len="med"/>
                      <a:tailEnd type="none" w="med" len="med"/>
                    </a:lnB>
                    <a:solidFill>
                      <a:srgbClr val="FFFFFF"/>
                    </a:solidFill>
                  </a:tcPr>
                </a:tc>
                <a:tc>
                  <a:txBody>
                    <a:bodyPr/>
                    <a:lstStyle/>
                    <a:p>
                      <a:pPr algn="l">
                        <a:lnSpc>
                          <a:spcPts val="2070"/>
                        </a:lnSpc>
                        <a:defRPr/>
                      </a:pPr>
                      <a:r>
                        <a:rPr lang="en-US" sz="1725" spc="6">
                          <a:solidFill>
                            <a:srgbClr val="333333"/>
                          </a:solidFill>
                          <a:latin typeface="Noto Sans Kr"/>
                          <a:ea typeface="Noto Sans Kr"/>
                          <a:cs typeface="Noto Sans Kr"/>
                          <a:sym typeface="Noto Sans Kr"/>
                        </a:rPr>
                        <a:t>캐릭터 숨김 모드 (실험용, 실험 B 조건)</a:t>
                      </a:r>
                      <a:endParaRPr lang="en-US" sz="1100"/>
                    </a:p>
                  </a:txBody>
                  <a:tcPr marL="38100" marR="38100" marT="38100" marB="38100" anchor="ctr">
                    <a:lnL w="9525" cap="flat" cmpd="sng" algn="ctr">
                      <a:solidFill>
                        <a:srgbClr val="DDE0E6"/>
                      </a:solidFill>
                      <a:prstDash val="solid"/>
                      <a:round/>
                      <a:headEnd type="none" w="med" len="med"/>
                      <a:tailEnd type="none" w="med" len="med"/>
                    </a:lnL>
                    <a:lnR w="9525" cap="flat" cmpd="sng" algn="ctr">
                      <a:solidFill>
                        <a:srgbClr val="DDE0E6"/>
                      </a:solidFill>
                      <a:prstDash val="solid"/>
                      <a:round/>
                      <a:headEnd type="none" w="med" len="med"/>
                      <a:tailEnd type="none" w="med" len="med"/>
                    </a:lnR>
                    <a:lnT w="9525" cap="flat" cmpd="sng" algn="ctr">
                      <a:solidFill>
                        <a:srgbClr val="DDE0E6"/>
                      </a:solidFill>
                      <a:prstDash val="solid"/>
                      <a:round/>
                      <a:headEnd type="none" w="med" len="med"/>
                      <a:tailEnd type="none" w="med" len="med"/>
                    </a:lnT>
                    <a:lnB w="9525" cap="flat" cmpd="sng" algn="ctr">
                      <a:solidFill>
                        <a:srgbClr val="DDE0E6"/>
                      </a:solidFill>
                      <a:prstDash val="solid"/>
                      <a:round/>
                      <a:headEnd type="none" w="med" len="med"/>
                      <a:tailEnd type="none" w="med" len="med"/>
                    </a:lnB>
                    <a:solidFill>
                      <a:srgbClr val="FFFFFF"/>
                    </a:solidFill>
                  </a:tcPr>
                </a:tc>
                <a:tc>
                  <a:txBody>
                    <a:bodyPr/>
                    <a:lstStyle/>
                    <a:p>
                      <a:pPr algn="l">
                        <a:lnSpc>
                          <a:spcPts val="2070"/>
                        </a:lnSpc>
                        <a:defRPr/>
                      </a:pPr>
                      <a:r>
                        <a:rPr lang="en-US" sz="1725" spc="6">
                          <a:solidFill>
                            <a:srgbClr val="333333"/>
                          </a:solidFill>
                          <a:latin typeface="Noto Sans Kr"/>
                          <a:ea typeface="Noto Sans Kr"/>
                          <a:cs typeface="Noto Sans Kr"/>
                          <a:sym typeface="Noto Sans Kr"/>
                        </a:rPr>
                        <a:t>다른 참여자 캐릭터·표시등만 숨김, 트래킹·타이머는 동일 동작</a:t>
                      </a:r>
                      <a:endParaRPr lang="en-US" sz="1100"/>
                    </a:p>
                  </a:txBody>
                  <a:tcPr marL="38100" marR="38100" marT="38100" marB="38100" anchor="ctr">
                    <a:lnL w="9525" cap="flat" cmpd="sng" algn="ctr">
                      <a:solidFill>
                        <a:srgbClr val="DDE0E6"/>
                      </a:solidFill>
                      <a:prstDash val="solid"/>
                      <a:round/>
                      <a:headEnd type="none" w="med" len="med"/>
                      <a:tailEnd type="none" w="med" len="med"/>
                    </a:lnL>
                    <a:lnR w="9525" cap="flat" cmpd="sng" algn="ctr">
                      <a:solidFill>
                        <a:srgbClr val="DDE0E6"/>
                      </a:solidFill>
                      <a:prstDash val="solid"/>
                      <a:round/>
                      <a:headEnd type="none" w="med" len="med"/>
                      <a:tailEnd type="none" w="med" len="med"/>
                    </a:lnR>
                    <a:lnT w="9525" cap="flat" cmpd="sng" algn="ctr">
                      <a:solidFill>
                        <a:srgbClr val="DDE0E6"/>
                      </a:solidFill>
                      <a:prstDash val="solid"/>
                      <a:round/>
                      <a:headEnd type="none" w="med" len="med"/>
                      <a:tailEnd type="none" w="med" len="med"/>
                    </a:lnT>
                    <a:lnB w="9525" cap="flat" cmpd="sng" algn="ctr">
                      <a:solidFill>
                        <a:srgbClr val="DDE0E6"/>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6" name="TextBox 6"/>
          <p:cNvSpPr txBox="1"/>
          <p:nvPr/>
        </p:nvSpPr>
        <p:spPr>
          <a:xfrm>
            <a:off x="822960" y="7523512"/>
            <a:ext cx="8229600" cy="295275"/>
          </a:xfrm>
          <a:prstGeom prst="rect">
            <a:avLst/>
          </a:prstGeom>
        </p:spPr>
        <p:txBody>
          <a:bodyPr lIns="0" tIns="0" rIns="0" bIns="0" rtlCol="0" anchor="t">
            <a:spAutoFit/>
          </a:bodyPr>
          <a:lstStyle/>
          <a:p>
            <a:pPr algn="l">
              <a:lnSpc>
                <a:spcPts val="2340"/>
              </a:lnSpc>
            </a:pPr>
            <a:r>
              <a:rPr lang="en-US" sz="1950" b="1" spc="7">
                <a:solidFill>
                  <a:srgbClr val="333333"/>
                </a:solidFill>
                <a:latin typeface="Noto Sans Kr Bold"/>
                <a:ea typeface="Noto Sans Kr Bold"/>
                <a:cs typeface="Noto Sans Kr Bold"/>
                <a:sym typeface="Noto Sans Kr Bold"/>
              </a:rPr>
              <a:t>비기능 요구사항 (NFR)</a:t>
            </a:r>
          </a:p>
        </p:txBody>
      </p:sp>
      <p:grpSp>
        <p:nvGrpSpPr>
          <p:cNvPr id="7" name="Group 7"/>
          <p:cNvGrpSpPr/>
          <p:nvPr/>
        </p:nvGrpSpPr>
        <p:grpSpPr>
          <a:xfrm>
            <a:off x="813435" y="7934325"/>
            <a:ext cx="4001262" cy="1604197"/>
            <a:chOff x="0" y="0"/>
            <a:chExt cx="5335016" cy="2138929"/>
          </a:xfrm>
        </p:grpSpPr>
        <p:sp>
          <p:nvSpPr>
            <p:cNvPr id="8" name="Freeform 8"/>
            <p:cNvSpPr/>
            <p:nvPr/>
          </p:nvSpPr>
          <p:spPr>
            <a:xfrm>
              <a:off x="0" y="0"/>
              <a:ext cx="5335016" cy="2138929"/>
            </a:xfrm>
            <a:custGeom>
              <a:avLst/>
              <a:gdLst/>
              <a:ahLst/>
              <a:cxnLst/>
              <a:rect l="l" t="t" r="r" b="b"/>
              <a:pathLst>
                <a:path w="5335016" h="2138929">
                  <a:moveTo>
                    <a:pt x="0" y="131592"/>
                  </a:moveTo>
                  <a:cubicBezTo>
                    <a:pt x="0" y="58900"/>
                    <a:pt x="66243" y="0"/>
                    <a:pt x="147997" y="0"/>
                  </a:cubicBezTo>
                  <a:lnTo>
                    <a:pt x="5187019" y="0"/>
                  </a:lnTo>
                  <a:cubicBezTo>
                    <a:pt x="5268773" y="0"/>
                    <a:pt x="5335016" y="58900"/>
                    <a:pt x="5335016" y="131592"/>
                  </a:cubicBezTo>
                  <a:lnTo>
                    <a:pt x="5335016" y="2007338"/>
                  </a:lnTo>
                  <a:cubicBezTo>
                    <a:pt x="5335016" y="2080029"/>
                    <a:pt x="5268773" y="2138929"/>
                    <a:pt x="5187019" y="2138929"/>
                  </a:cubicBezTo>
                  <a:lnTo>
                    <a:pt x="147997" y="2138929"/>
                  </a:lnTo>
                  <a:cubicBezTo>
                    <a:pt x="66243" y="2138929"/>
                    <a:pt x="0" y="2080029"/>
                    <a:pt x="0" y="2007338"/>
                  </a:cubicBezTo>
                  <a:close/>
                </a:path>
              </a:pathLst>
            </a:custGeom>
            <a:solidFill>
              <a:srgbClr val="FFFFFF"/>
            </a:solidFill>
            <a:ln w="19050" cap="sq">
              <a:solidFill>
                <a:srgbClr val="ECEEF3"/>
              </a:solidFill>
              <a:prstDash val="solid"/>
              <a:miter/>
            </a:ln>
            <a:effectLst>
              <a:outerShdw blurRad="228600" dist="38100" dir="5400000" algn="t" rotWithShape="0">
                <a:srgbClr val="1F2A5A">
                  <a:alpha val="11000"/>
                </a:srgbClr>
              </a:outerShdw>
            </a:effectLst>
          </p:spPr>
          <p:txBody>
            <a:bodyPr/>
            <a:lstStyle/>
            <a:p>
              <a:endParaRPr/>
            </a:p>
          </p:txBody>
        </p:sp>
      </p:grpSp>
      <p:grpSp>
        <p:nvGrpSpPr>
          <p:cNvPr id="9" name="Group 9"/>
          <p:cNvGrpSpPr/>
          <p:nvPr/>
        </p:nvGrpSpPr>
        <p:grpSpPr>
          <a:xfrm>
            <a:off x="1078230" y="8025477"/>
            <a:ext cx="3566160" cy="691896"/>
            <a:chOff x="0" y="0"/>
            <a:chExt cx="4754880" cy="922528"/>
          </a:xfrm>
        </p:grpSpPr>
        <p:grpSp>
          <p:nvGrpSpPr>
            <p:cNvPr id="10" name="Group 10"/>
            <p:cNvGrpSpPr/>
            <p:nvPr/>
          </p:nvGrpSpPr>
          <p:grpSpPr>
            <a:xfrm>
              <a:off x="0" y="186944"/>
              <a:ext cx="548640" cy="548640"/>
              <a:chOff x="0" y="0"/>
              <a:chExt cx="548640" cy="548640"/>
            </a:xfrm>
          </p:grpSpPr>
          <p:sp>
            <p:nvSpPr>
              <p:cNvPr id="11" name="Freeform 11" descr="preencoded.png"/>
              <p:cNvSpPr/>
              <p:nvPr/>
            </p:nvSpPr>
            <p:spPr>
              <a:xfrm>
                <a:off x="0" y="0"/>
                <a:ext cx="548640" cy="548640"/>
              </a:xfrm>
              <a:custGeom>
                <a:avLst/>
                <a:gdLst/>
                <a:ahLst/>
                <a:cxnLst/>
                <a:rect l="l" t="t" r="r" b="b"/>
                <a:pathLst>
                  <a:path w="548640" h="548640">
                    <a:moveTo>
                      <a:pt x="0" y="0"/>
                    </a:moveTo>
                    <a:lnTo>
                      <a:pt x="548640" y="0"/>
                    </a:lnTo>
                    <a:lnTo>
                      <a:pt x="548640" y="548640"/>
                    </a:lnTo>
                    <a:lnTo>
                      <a:pt x="0" y="548640"/>
                    </a:lnTo>
                    <a:lnTo>
                      <a:pt x="0" y="0"/>
                    </a:lnTo>
                    <a:close/>
                  </a:path>
                </a:pathLst>
              </a:custGeom>
              <a:blipFill>
                <a:blip r:embed="rId3"/>
                <a:stretch>
                  <a:fillRect/>
                </a:stretch>
              </a:blipFill>
            </p:spPr>
            <p:txBody>
              <a:bodyPr/>
              <a:lstStyle/>
              <a:p>
                <a:endParaRPr/>
              </a:p>
            </p:txBody>
          </p:sp>
        </p:grpSp>
        <p:grpSp>
          <p:nvGrpSpPr>
            <p:cNvPr id="12" name="Group 12"/>
            <p:cNvGrpSpPr/>
            <p:nvPr/>
          </p:nvGrpSpPr>
          <p:grpSpPr>
            <a:xfrm>
              <a:off x="731520" y="0"/>
              <a:ext cx="4023360" cy="922528"/>
              <a:chOff x="0" y="0"/>
              <a:chExt cx="4023360" cy="922528"/>
            </a:xfrm>
          </p:grpSpPr>
          <p:sp>
            <p:nvSpPr>
              <p:cNvPr id="13" name="Freeform 13"/>
              <p:cNvSpPr/>
              <p:nvPr/>
            </p:nvSpPr>
            <p:spPr>
              <a:xfrm>
                <a:off x="0" y="0"/>
                <a:ext cx="4023360" cy="922528"/>
              </a:xfrm>
              <a:custGeom>
                <a:avLst/>
                <a:gdLst/>
                <a:ahLst/>
                <a:cxnLst/>
                <a:rect l="l" t="t" r="r" b="b"/>
                <a:pathLst>
                  <a:path w="4023360" h="922528">
                    <a:moveTo>
                      <a:pt x="0" y="0"/>
                    </a:moveTo>
                    <a:lnTo>
                      <a:pt x="4023360" y="0"/>
                    </a:lnTo>
                    <a:lnTo>
                      <a:pt x="4023360" y="922528"/>
                    </a:lnTo>
                    <a:lnTo>
                      <a:pt x="0" y="922528"/>
                    </a:lnTo>
                    <a:close/>
                  </a:path>
                </a:pathLst>
              </a:custGeom>
              <a:blipFill>
                <a:blip r:embed="rId4">
                  <a:alphaModFix amt="0"/>
                </a:blip>
                <a:stretch>
                  <a:fillRect t="-50287" b="-19670"/>
                </a:stretch>
              </a:blipFill>
            </p:spPr>
            <p:txBody>
              <a:bodyPr/>
              <a:lstStyle/>
              <a:p>
                <a:endParaRPr/>
              </a:p>
            </p:txBody>
          </p:sp>
          <p:sp>
            <p:nvSpPr>
              <p:cNvPr id="14" name="TextBox 14"/>
              <p:cNvSpPr txBox="1"/>
              <p:nvPr/>
            </p:nvSpPr>
            <p:spPr>
              <a:xfrm>
                <a:off x="0" y="0"/>
                <a:ext cx="4023360" cy="922528"/>
              </a:xfrm>
              <a:prstGeom prst="rect">
                <a:avLst/>
              </a:prstGeom>
            </p:spPr>
            <p:txBody>
              <a:bodyPr lIns="0" tIns="0" rIns="0" bIns="0" rtlCol="0" anchor="ctr"/>
              <a:lstStyle/>
              <a:p>
                <a:pPr algn="l">
                  <a:lnSpc>
                    <a:spcPts val="2160"/>
                  </a:lnSpc>
                </a:pPr>
                <a:r>
                  <a:rPr lang="en-US" sz="1800" b="1" spc="6">
                    <a:solidFill>
                      <a:srgbClr val="333333"/>
                    </a:solidFill>
                    <a:latin typeface="Noto Sans Kr Bold"/>
                    <a:ea typeface="Noto Sans Kr Bold"/>
                    <a:cs typeface="Noto Sans Kr Bold"/>
                    <a:sym typeface="Noto Sans Kr Bold"/>
                  </a:rPr>
                  <a:t>보안 · 개인정보</a:t>
                </a:r>
              </a:p>
            </p:txBody>
          </p:sp>
        </p:grpSp>
      </p:grpSp>
      <p:sp>
        <p:nvSpPr>
          <p:cNvPr id="15" name="TextBox 15"/>
          <p:cNvSpPr txBox="1"/>
          <p:nvPr/>
        </p:nvSpPr>
        <p:spPr>
          <a:xfrm>
            <a:off x="1097280" y="8738235"/>
            <a:ext cx="3566160" cy="523875"/>
          </a:xfrm>
          <a:prstGeom prst="rect">
            <a:avLst/>
          </a:prstGeom>
        </p:spPr>
        <p:txBody>
          <a:bodyPr lIns="0" tIns="0" rIns="0" bIns="0" rtlCol="0" anchor="t">
            <a:spAutoFit/>
          </a:bodyPr>
          <a:lstStyle/>
          <a:p>
            <a:pPr algn="l">
              <a:lnSpc>
                <a:spcPts val="2100"/>
              </a:lnSpc>
            </a:pPr>
            <a:r>
              <a:rPr lang="en-US" sz="1500" spc="5">
                <a:solidFill>
                  <a:srgbClr val="4B4B4B"/>
                </a:solidFill>
                <a:latin typeface="Noto Sans Kr"/>
                <a:ea typeface="Noto Sans Kr"/>
                <a:cs typeface="Noto Sans Kr"/>
                <a:sym typeface="Noto Sans Kr"/>
              </a:rPr>
              <a:t>영상은 기기 내 처리, 수치만 전송</a:t>
            </a:r>
          </a:p>
          <a:p>
            <a:pPr algn="l">
              <a:lnSpc>
                <a:spcPts val="2100"/>
              </a:lnSpc>
            </a:pPr>
            <a:r>
              <a:rPr lang="en-US" sz="1500" spc="5">
                <a:solidFill>
                  <a:srgbClr val="4B4B4B"/>
                </a:solidFill>
                <a:latin typeface="Noto Sans Kr"/>
                <a:ea typeface="Noto Sans Kr"/>
                <a:cs typeface="Noto Sans Kr"/>
                <a:sym typeface="Noto Sans Kr"/>
              </a:rPr>
              <a:t>얼굴·자세·물체 인식 모두 기기 내 · RLS</a:t>
            </a:r>
          </a:p>
        </p:txBody>
      </p:sp>
      <p:grpSp>
        <p:nvGrpSpPr>
          <p:cNvPr id="16" name="Group 16"/>
          <p:cNvGrpSpPr/>
          <p:nvPr/>
        </p:nvGrpSpPr>
        <p:grpSpPr>
          <a:xfrm>
            <a:off x="5024247" y="7934325"/>
            <a:ext cx="3996690" cy="1604197"/>
            <a:chOff x="0" y="0"/>
            <a:chExt cx="5328920" cy="2138929"/>
          </a:xfrm>
        </p:grpSpPr>
        <p:sp>
          <p:nvSpPr>
            <p:cNvPr id="17" name="Freeform 17"/>
            <p:cNvSpPr/>
            <p:nvPr/>
          </p:nvSpPr>
          <p:spPr>
            <a:xfrm>
              <a:off x="0" y="0"/>
              <a:ext cx="5328920" cy="2138929"/>
            </a:xfrm>
            <a:custGeom>
              <a:avLst/>
              <a:gdLst/>
              <a:ahLst/>
              <a:cxnLst/>
              <a:rect l="l" t="t" r="r" b="b"/>
              <a:pathLst>
                <a:path w="5328920" h="2138929">
                  <a:moveTo>
                    <a:pt x="0" y="131592"/>
                  </a:moveTo>
                  <a:cubicBezTo>
                    <a:pt x="0" y="58900"/>
                    <a:pt x="66167" y="0"/>
                    <a:pt x="147828" y="0"/>
                  </a:cubicBezTo>
                  <a:lnTo>
                    <a:pt x="5181092" y="0"/>
                  </a:lnTo>
                  <a:cubicBezTo>
                    <a:pt x="5262753" y="0"/>
                    <a:pt x="5328920" y="58900"/>
                    <a:pt x="5328920" y="131592"/>
                  </a:cubicBezTo>
                  <a:lnTo>
                    <a:pt x="5328920" y="2007338"/>
                  </a:lnTo>
                  <a:cubicBezTo>
                    <a:pt x="5328920" y="2080029"/>
                    <a:pt x="5262753" y="2138929"/>
                    <a:pt x="5181092" y="2138929"/>
                  </a:cubicBezTo>
                  <a:lnTo>
                    <a:pt x="147828" y="2138929"/>
                  </a:lnTo>
                  <a:cubicBezTo>
                    <a:pt x="66167" y="2138929"/>
                    <a:pt x="0" y="2080029"/>
                    <a:pt x="0" y="2007338"/>
                  </a:cubicBezTo>
                  <a:close/>
                </a:path>
              </a:pathLst>
            </a:custGeom>
            <a:solidFill>
              <a:srgbClr val="FFFFFF"/>
            </a:solidFill>
            <a:ln w="19050" cap="sq">
              <a:solidFill>
                <a:srgbClr val="ECEEF3"/>
              </a:solidFill>
              <a:prstDash val="solid"/>
              <a:miter/>
            </a:ln>
            <a:effectLst>
              <a:outerShdw blurRad="228600" dist="38100" dir="5400000" algn="t" rotWithShape="0">
                <a:srgbClr val="1F2A5A">
                  <a:alpha val="11000"/>
                </a:srgbClr>
              </a:outerShdw>
            </a:effectLst>
          </p:spPr>
          <p:txBody>
            <a:bodyPr/>
            <a:lstStyle/>
            <a:p>
              <a:endParaRPr/>
            </a:p>
          </p:txBody>
        </p:sp>
      </p:grpSp>
      <p:grpSp>
        <p:nvGrpSpPr>
          <p:cNvPr id="18" name="Group 18"/>
          <p:cNvGrpSpPr/>
          <p:nvPr/>
        </p:nvGrpSpPr>
        <p:grpSpPr>
          <a:xfrm>
            <a:off x="5289042" y="8025477"/>
            <a:ext cx="3566160" cy="691896"/>
            <a:chOff x="0" y="0"/>
            <a:chExt cx="4754880" cy="922528"/>
          </a:xfrm>
        </p:grpSpPr>
        <p:grpSp>
          <p:nvGrpSpPr>
            <p:cNvPr id="19" name="Group 19"/>
            <p:cNvGrpSpPr/>
            <p:nvPr/>
          </p:nvGrpSpPr>
          <p:grpSpPr>
            <a:xfrm>
              <a:off x="0" y="186944"/>
              <a:ext cx="548640" cy="548640"/>
              <a:chOff x="0" y="0"/>
              <a:chExt cx="548640" cy="548640"/>
            </a:xfrm>
          </p:grpSpPr>
          <p:sp>
            <p:nvSpPr>
              <p:cNvPr id="20" name="Freeform 20" descr="preencoded.png"/>
              <p:cNvSpPr/>
              <p:nvPr/>
            </p:nvSpPr>
            <p:spPr>
              <a:xfrm>
                <a:off x="0" y="0"/>
                <a:ext cx="548640" cy="548640"/>
              </a:xfrm>
              <a:custGeom>
                <a:avLst/>
                <a:gdLst/>
                <a:ahLst/>
                <a:cxnLst/>
                <a:rect l="l" t="t" r="r" b="b"/>
                <a:pathLst>
                  <a:path w="548640" h="548640">
                    <a:moveTo>
                      <a:pt x="0" y="0"/>
                    </a:moveTo>
                    <a:lnTo>
                      <a:pt x="548640" y="0"/>
                    </a:lnTo>
                    <a:lnTo>
                      <a:pt x="548640" y="548640"/>
                    </a:lnTo>
                    <a:lnTo>
                      <a:pt x="0" y="548640"/>
                    </a:lnTo>
                    <a:lnTo>
                      <a:pt x="0" y="0"/>
                    </a:lnTo>
                    <a:close/>
                  </a:path>
                </a:pathLst>
              </a:custGeom>
              <a:blipFill>
                <a:blip r:embed="rId5"/>
                <a:stretch>
                  <a:fillRect/>
                </a:stretch>
              </a:blipFill>
            </p:spPr>
            <p:txBody>
              <a:bodyPr/>
              <a:lstStyle/>
              <a:p>
                <a:endParaRPr/>
              </a:p>
            </p:txBody>
          </p:sp>
        </p:grpSp>
        <p:grpSp>
          <p:nvGrpSpPr>
            <p:cNvPr id="21" name="Group 21"/>
            <p:cNvGrpSpPr/>
            <p:nvPr/>
          </p:nvGrpSpPr>
          <p:grpSpPr>
            <a:xfrm>
              <a:off x="731520" y="0"/>
              <a:ext cx="4023360" cy="922528"/>
              <a:chOff x="0" y="0"/>
              <a:chExt cx="4023360" cy="922528"/>
            </a:xfrm>
          </p:grpSpPr>
          <p:sp>
            <p:nvSpPr>
              <p:cNvPr id="22" name="Freeform 22"/>
              <p:cNvSpPr/>
              <p:nvPr/>
            </p:nvSpPr>
            <p:spPr>
              <a:xfrm>
                <a:off x="0" y="0"/>
                <a:ext cx="4023360" cy="922528"/>
              </a:xfrm>
              <a:custGeom>
                <a:avLst/>
                <a:gdLst/>
                <a:ahLst/>
                <a:cxnLst/>
                <a:rect l="l" t="t" r="r" b="b"/>
                <a:pathLst>
                  <a:path w="4023360" h="922528">
                    <a:moveTo>
                      <a:pt x="0" y="0"/>
                    </a:moveTo>
                    <a:lnTo>
                      <a:pt x="4023360" y="0"/>
                    </a:lnTo>
                    <a:lnTo>
                      <a:pt x="4023360" y="922528"/>
                    </a:lnTo>
                    <a:lnTo>
                      <a:pt x="0" y="922528"/>
                    </a:lnTo>
                    <a:close/>
                  </a:path>
                </a:pathLst>
              </a:custGeom>
              <a:blipFill>
                <a:blip r:embed="rId4">
                  <a:alphaModFix amt="0"/>
                </a:blip>
                <a:stretch>
                  <a:fillRect t="-50287" b="-19670"/>
                </a:stretch>
              </a:blipFill>
            </p:spPr>
            <p:txBody>
              <a:bodyPr/>
              <a:lstStyle/>
              <a:p>
                <a:endParaRPr/>
              </a:p>
            </p:txBody>
          </p:sp>
          <p:sp>
            <p:nvSpPr>
              <p:cNvPr id="23" name="TextBox 23"/>
              <p:cNvSpPr txBox="1"/>
              <p:nvPr/>
            </p:nvSpPr>
            <p:spPr>
              <a:xfrm>
                <a:off x="0" y="0"/>
                <a:ext cx="4023360" cy="922528"/>
              </a:xfrm>
              <a:prstGeom prst="rect">
                <a:avLst/>
              </a:prstGeom>
            </p:spPr>
            <p:txBody>
              <a:bodyPr lIns="0" tIns="0" rIns="0" bIns="0" rtlCol="0" anchor="ctr"/>
              <a:lstStyle/>
              <a:p>
                <a:pPr algn="l">
                  <a:lnSpc>
                    <a:spcPts val="2160"/>
                  </a:lnSpc>
                </a:pPr>
                <a:r>
                  <a:rPr lang="en-US" sz="1800" b="1" spc="6">
                    <a:solidFill>
                      <a:srgbClr val="333333"/>
                    </a:solidFill>
                    <a:latin typeface="Noto Sans Kr Bold"/>
                    <a:ea typeface="Noto Sans Kr Bold"/>
                    <a:cs typeface="Noto Sans Kr Bold"/>
                    <a:sym typeface="Noto Sans Kr Bold"/>
                  </a:rPr>
                  <a:t>성능</a:t>
                </a:r>
              </a:p>
            </p:txBody>
          </p:sp>
        </p:grpSp>
      </p:grpSp>
      <p:sp>
        <p:nvSpPr>
          <p:cNvPr id="24" name="TextBox 24"/>
          <p:cNvSpPr txBox="1"/>
          <p:nvPr/>
        </p:nvSpPr>
        <p:spPr>
          <a:xfrm>
            <a:off x="5308092" y="8738235"/>
            <a:ext cx="3566160" cy="523875"/>
          </a:xfrm>
          <a:prstGeom prst="rect">
            <a:avLst/>
          </a:prstGeom>
        </p:spPr>
        <p:txBody>
          <a:bodyPr lIns="0" tIns="0" rIns="0" bIns="0" rtlCol="0" anchor="t">
            <a:spAutoFit/>
          </a:bodyPr>
          <a:lstStyle/>
          <a:p>
            <a:pPr algn="l">
              <a:lnSpc>
                <a:spcPts val="2100"/>
              </a:lnSpc>
            </a:pPr>
            <a:r>
              <a:rPr lang="en-US" sz="1500" spc="5">
                <a:solidFill>
                  <a:srgbClr val="4B4B4B"/>
                </a:solidFill>
                <a:latin typeface="Noto Sans Kr"/>
                <a:ea typeface="Noto Sans Kr"/>
                <a:cs typeface="Noto Sans Kr"/>
                <a:sym typeface="Noto Sans Kr"/>
              </a:rPr>
              <a:t>지점당 좌석 20석 · 회의실 3개</a:t>
            </a:r>
          </a:p>
          <a:p>
            <a:pPr algn="l">
              <a:lnSpc>
                <a:spcPts val="2100"/>
              </a:lnSpc>
            </a:pPr>
            <a:r>
              <a:rPr lang="en-US" sz="1500" spc="5">
                <a:solidFill>
                  <a:srgbClr val="4B4B4B"/>
                </a:solidFill>
                <a:latin typeface="Noto Sans Kr"/>
                <a:ea typeface="Noto Sans Kr"/>
                <a:cs typeface="Noto Sans Kr"/>
                <a:sym typeface="Noto Sans Kr"/>
              </a:rPr>
              <a:t>일반 노트북 30FPS 이상</a:t>
            </a:r>
          </a:p>
        </p:txBody>
      </p:sp>
      <p:grpSp>
        <p:nvGrpSpPr>
          <p:cNvPr id="25" name="Group 25"/>
          <p:cNvGrpSpPr/>
          <p:nvPr/>
        </p:nvGrpSpPr>
        <p:grpSpPr>
          <a:xfrm>
            <a:off x="9235059" y="7934325"/>
            <a:ext cx="3996690" cy="1604197"/>
            <a:chOff x="0" y="0"/>
            <a:chExt cx="5328920" cy="2138929"/>
          </a:xfrm>
        </p:grpSpPr>
        <p:sp>
          <p:nvSpPr>
            <p:cNvPr id="26" name="Freeform 26"/>
            <p:cNvSpPr/>
            <p:nvPr/>
          </p:nvSpPr>
          <p:spPr>
            <a:xfrm>
              <a:off x="0" y="0"/>
              <a:ext cx="5328920" cy="2138929"/>
            </a:xfrm>
            <a:custGeom>
              <a:avLst/>
              <a:gdLst/>
              <a:ahLst/>
              <a:cxnLst/>
              <a:rect l="l" t="t" r="r" b="b"/>
              <a:pathLst>
                <a:path w="5328920" h="2138929">
                  <a:moveTo>
                    <a:pt x="0" y="131592"/>
                  </a:moveTo>
                  <a:cubicBezTo>
                    <a:pt x="0" y="58900"/>
                    <a:pt x="66167" y="0"/>
                    <a:pt x="147828" y="0"/>
                  </a:cubicBezTo>
                  <a:lnTo>
                    <a:pt x="5181092" y="0"/>
                  </a:lnTo>
                  <a:cubicBezTo>
                    <a:pt x="5262753" y="0"/>
                    <a:pt x="5328920" y="58900"/>
                    <a:pt x="5328920" y="131592"/>
                  </a:cubicBezTo>
                  <a:lnTo>
                    <a:pt x="5328920" y="2007338"/>
                  </a:lnTo>
                  <a:cubicBezTo>
                    <a:pt x="5328920" y="2080029"/>
                    <a:pt x="5262753" y="2138929"/>
                    <a:pt x="5181092" y="2138929"/>
                  </a:cubicBezTo>
                  <a:lnTo>
                    <a:pt x="147828" y="2138929"/>
                  </a:lnTo>
                  <a:cubicBezTo>
                    <a:pt x="66167" y="2138929"/>
                    <a:pt x="0" y="2080029"/>
                    <a:pt x="0" y="2007338"/>
                  </a:cubicBezTo>
                  <a:close/>
                </a:path>
              </a:pathLst>
            </a:custGeom>
            <a:solidFill>
              <a:srgbClr val="FFFFFF"/>
            </a:solidFill>
            <a:ln w="19050" cap="sq">
              <a:solidFill>
                <a:srgbClr val="ECEEF3"/>
              </a:solidFill>
              <a:prstDash val="solid"/>
              <a:miter/>
            </a:ln>
            <a:effectLst>
              <a:outerShdw blurRad="228600" dist="38100" dir="5400000" algn="t" rotWithShape="0">
                <a:srgbClr val="1F2A5A">
                  <a:alpha val="11000"/>
                </a:srgbClr>
              </a:outerShdw>
            </a:effectLst>
          </p:spPr>
          <p:txBody>
            <a:bodyPr/>
            <a:lstStyle/>
            <a:p>
              <a:endParaRPr/>
            </a:p>
          </p:txBody>
        </p:sp>
      </p:grpSp>
      <p:grpSp>
        <p:nvGrpSpPr>
          <p:cNvPr id="27" name="Group 27"/>
          <p:cNvGrpSpPr/>
          <p:nvPr/>
        </p:nvGrpSpPr>
        <p:grpSpPr>
          <a:xfrm>
            <a:off x="9499854" y="8025477"/>
            <a:ext cx="3566160" cy="691896"/>
            <a:chOff x="0" y="0"/>
            <a:chExt cx="4754880" cy="922528"/>
          </a:xfrm>
        </p:grpSpPr>
        <p:grpSp>
          <p:nvGrpSpPr>
            <p:cNvPr id="28" name="Group 28"/>
            <p:cNvGrpSpPr/>
            <p:nvPr/>
          </p:nvGrpSpPr>
          <p:grpSpPr>
            <a:xfrm>
              <a:off x="0" y="186944"/>
              <a:ext cx="548640" cy="548640"/>
              <a:chOff x="0" y="0"/>
              <a:chExt cx="548640" cy="548640"/>
            </a:xfrm>
          </p:grpSpPr>
          <p:sp>
            <p:nvSpPr>
              <p:cNvPr id="29" name="Freeform 29" descr="preencoded.png"/>
              <p:cNvSpPr/>
              <p:nvPr/>
            </p:nvSpPr>
            <p:spPr>
              <a:xfrm>
                <a:off x="0" y="0"/>
                <a:ext cx="548640" cy="548640"/>
              </a:xfrm>
              <a:custGeom>
                <a:avLst/>
                <a:gdLst/>
                <a:ahLst/>
                <a:cxnLst/>
                <a:rect l="l" t="t" r="r" b="b"/>
                <a:pathLst>
                  <a:path w="548640" h="548640">
                    <a:moveTo>
                      <a:pt x="0" y="0"/>
                    </a:moveTo>
                    <a:lnTo>
                      <a:pt x="548640" y="0"/>
                    </a:lnTo>
                    <a:lnTo>
                      <a:pt x="548640" y="548640"/>
                    </a:lnTo>
                    <a:lnTo>
                      <a:pt x="0" y="548640"/>
                    </a:lnTo>
                    <a:lnTo>
                      <a:pt x="0" y="0"/>
                    </a:lnTo>
                    <a:close/>
                  </a:path>
                </a:pathLst>
              </a:custGeom>
              <a:blipFill>
                <a:blip r:embed="rId6"/>
                <a:stretch>
                  <a:fillRect/>
                </a:stretch>
              </a:blipFill>
            </p:spPr>
            <p:txBody>
              <a:bodyPr/>
              <a:lstStyle/>
              <a:p>
                <a:endParaRPr/>
              </a:p>
            </p:txBody>
          </p:sp>
        </p:grpSp>
        <p:grpSp>
          <p:nvGrpSpPr>
            <p:cNvPr id="30" name="Group 30"/>
            <p:cNvGrpSpPr/>
            <p:nvPr/>
          </p:nvGrpSpPr>
          <p:grpSpPr>
            <a:xfrm>
              <a:off x="731520" y="0"/>
              <a:ext cx="4023360" cy="922528"/>
              <a:chOff x="0" y="0"/>
              <a:chExt cx="4023360" cy="922528"/>
            </a:xfrm>
          </p:grpSpPr>
          <p:sp>
            <p:nvSpPr>
              <p:cNvPr id="31" name="Freeform 31"/>
              <p:cNvSpPr/>
              <p:nvPr/>
            </p:nvSpPr>
            <p:spPr>
              <a:xfrm>
                <a:off x="0" y="0"/>
                <a:ext cx="4023360" cy="922528"/>
              </a:xfrm>
              <a:custGeom>
                <a:avLst/>
                <a:gdLst/>
                <a:ahLst/>
                <a:cxnLst/>
                <a:rect l="l" t="t" r="r" b="b"/>
                <a:pathLst>
                  <a:path w="4023360" h="922528">
                    <a:moveTo>
                      <a:pt x="0" y="0"/>
                    </a:moveTo>
                    <a:lnTo>
                      <a:pt x="4023360" y="0"/>
                    </a:lnTo>
                    <a:lnTo>
                      <a:pt x="4023360" y="922528"/>
                    </a:lnTo>
                    <a:lnTo>
                      <a:pt x="0" y="922528"/>
                    </a:lnTo>
                    <a:close/>
                  </a:path>
                </a:pathLst>
              </a:custGeom>
              <a:blipFill>
                <a:blip r:embed="rId4">
                  <a:alphaModFix amt="0"/>
                </a:blip>
                <a:stretch>
                  <a:fillRect t="-50287" b="-19670"/>
                </a:stretch>
              </a:blipFill>
            </p:spPr>
            <p:txBody>
              <a:bodyPr/>
              <a:lstStyle/>
              <a:p>
                <a:endParaRPr/>
              </a:p>
            </p:txBody>
          </p:sp>
          <p:sp>
            <p:nvSpPr>
              <p:cNvPr id="32" name="TextBox 32"/>
              <p:cNvSpPr txBox="1"/>
              <p:nvPr/>
            </p:nvSpPr>
            <p:spPr>
              <a:xfrm>
                <a:off x="0" y="0"/>
                <a:ext cx="4023360" cy="922528"/>
              </a:xfrm>
              <a:prstGeom prst="rect">
                <a:avLst/>
              </a:prstGeom>
            </p:spPr>
            <p:txBody>
              <a:bodyPr lIns="0" tIns="0" rIns="0" bIns="0" rtlCol="0" anchor="ctr"/>
              <a:lstStyle/>
              <a:p>
                <a:pPr algn="l">
                  <a:lnSpc>
                    <a:spcPts val="2160"/>
                  </a:lnSpc>
                </a:pPr>
                <a:r>
                  <a:rPr lang="en-US" sz="1800" b="1" spc="6">
                    <a:solidFill>
                      <a:srgbClr val="333333"/>
                    </a:solidFill>
                    <a:latin typeface="Noto Sans Kr Bold"/>
                    <a:ea typeface="Noto Sans Kr Bold"/>
                    <a:cs typeface="Noto Sans Kr Bold"/>
                    <a:sym typeface="Noto Sans Kr Bold"/>
                  </a:rPr>
                  <a:t>호환성 · 사용성</a:t>
                </a:r>
              </a:p>
            </p:txBody>
          </p:sp>
        </p:grpSp>
      </p:grpSp>
      <p:sp>
        <p:nvSpPr>
          <p:cNvPr id="33" name="TextBox 33"/>
          <p:cNvSpPr txBox="1"/>
          <p:nvPr/>
        </p:nvSpPr>
        <p:spPr>
          <a:xfrm>
            <a:off x="9518904" y="8738235"/>
            <a:ext cx="3566160" cy="523875"/>
          </a:xfrm>
          <a:prstGeom prst="rect">
            <a:avLst/>
          </a:prstGeom>
        </p:spPr>
        <p:txBody>
          <a:bodyPr lIns="0" tIns="0" rIns="0" bIns="0" rtlCol="0" anchor="t">
            <a:spAutoFit/>
          </a:bodyPr>
          <a:lstStyle/>
          <a:p>
            <a:pPr algn="l">
              <a:lnSpc>
                <a:spcPts val="2100"/>
              </a:lnSpc>
            </a:pPr>
            <a:r>
              <a:rPr lang="en-US" sz="1500" spc="5">
                <a:solidFill>
                  <a:srgbClr val="4B4B4B"/>
                </a:solidFill>
                <a:latin typeface="Noto Sans Kr"/>
                <a:ea typeface="Noto Sans Kr"/>
                <a:cs typeface="Noto Sans Kr"/>
                <a:sym typeface="Noto Sans Kr"/>
              </a:rPr>
              <a:t>크롬 최신, 1280×720 이상</a:t>
            </a:r>
          </a:p>
          <a:p>
            <a:pPr algn="l">
              <a:lnSpc>
                <a:spcPts val="2100"/>
              </a:lnSpc>
            </a:pPr>
            <a:r>
              <a:rPr lang="en-US" sz="1500" spc="5">
                <a:solidFill>
                  <a:srgbClr val="4B4B4B"/>
                </a:solidFill>
                <a:latin typeface="Noto Sans Kr"/>
                <a:ea typeface="Noto Sans Kr"/>
                <a:cs typeface="Noto Sans Kr"/>
                <a:sym typeface="Noto Sans Kr"/>
              </a:rPr>
              <a:t>웹캠 권한 거절 시 안내 화면</a:t>
            </a:r>
          </a:p>
        </p:txBody>
      </p:sp>
      <p:grpSp>
        <p:nvGrpSpPr>
          <p:cNvPr id="34" name="Group 34"/>
          <p:cNvGrpSpPr/>
          <p:nvPr/>
        </p:nvGrpSpPr>
        <p:grpSpPr>
          <a:xfrm>
            <a:off x="13445871" y="7934325"/>
            <a:ext cx="3996690" cy="1604197"/>
            <a:chOff x="0" y="0"/>
            <a:chExt cx="5328920" cy="2138929"/>
          </a:xfrm>
        </p:grpSpPr>
        <p:sp>
          <p:nvSpPr>
            <p:cNvPr id="35" name="Freeform 35"/>
            <p:cNvSpPr/>
            <p:nvPr/>
          </p:nvSpPr>
          <p:spPr>
            <a:xfrm>
              <a:off x="0" y="0"/>
              <a:ext cx="5328920" cy="2138929"/>
            </a:xfrm>
            <a:custGeom>
              <a:avLst/>
              <a:gdLst/>
              <a:ahLst/>
              <a:cxnLst/>
              <a:rect l="l" t="t" r="r" b="b"/>
              <a:pathLst>
                <a:path w="5328920" h="2138929">
                  <a:moveTo>
                    <a:pt x="0" y="131592"/>
                  </a:moveTo>
                  <a:cubicBezTo>
                    <a:pt x="0" y="58900"/>
                    <a:pt x="66167" y="0"/>
                    <a:pt x="147828" y="0"/>
                  </a:cubicBezTo>
                  <a:lnTo>
                    <a:pt x="5181092" y="0"/>
                  </a:lnTo>
                  <a:cubicBezTo>
                    <a:pt x="5262753" y="0"/>
                    <a:pt x="5328920" y="58900"/>
                    <a:pt x="5328920" y="131592"/>
                  </a:cubicBezTo>
                  <a:lnTo>
                    <a:pt x="5328920" y="2007338"/>
                  </a:lnTo>
                  <a:cubicBezTo>
                    <a:pt x="5328920" y="2080029"/>
                    <a:pt x="5262753" y="2138929"/>
                    <a:pt x="5181092" y="2138929"/>
                  </a:cubicBezTo>
                  <a:lnTo>
                    <a:pt x="147828" y="2138929"/>
                  </a:lnTo>
                  <a:cubicBezTo>
                    <a:pt x="66167" y="2138929"/>
                    <a:pt x="0" y="2080029"/>
                    <a:pt x="0" y="2007338"/>
                  </a:cubicBezTo>
                  <a:close/>
                </a:path>
              </a:pathLst>
            </a:custGeom>
            <a:solidFill>
              <a:srgbClr val="FFFFFF"/>
            </a:solidFill>
            <a:ln w="19050" cap="sq">
              <a:solidFill>
                <a:srgbClr val="ECEEF3"/>
              </a:solidFill>
              <a:prstDash val="solid"/>
              <a:miter/>
            </a:ln>
            <a:effectLst>
              <a:outerShdw blurRad="228600" dist="38100" dir="5400000" algn="t" rotWithShape="0">
                <a:srgbClr val="1F2A5A">
                  <a:alpha val="11000"/>
                </a:srgbClr>
              </a:outerShdw>
            </a:effectLst>
          </p:spPr>
          <p:txBody>
            <a:bodyPr/>
            <a:lstStyle/>
            <a:p>
              <a:endParaRPr/>
            </a:p>
          </p:txBody>
        </p:sp>
      </p:grpSp>
      <p:grpSp>
        <p:nvGrpSpPr>
          <p:cNvPr id="36" name="Group 36"/>
          <p:cNvGrpSpPr/>
          <p:nvPr/>
        </p:nvGrpSpPr>
        <p:grpSpPr>
          <a:xfrm>
            <a:off x="13710666" y="8025477"/>
            <a:ext cx="3566160" cy="691896"/>
            <a:chOff x="0" y="0"/>
            <a:chExt cx="4754880" cy="922528"/>
          </a:xfrm>
        </p:grpSpPr>
        <p:grpSp>
          <p:nvGrpSpPr>
            <p:cNvPr id="37" name="Group 37"/>
            <p:cNvGrpSpPr/>
            <p:nvPr/>
          </p:nvGrpSpPr>
          <p:grpSpPr>
            <a:xfrm>
              <a:off x="0" y="186944"/>
              <a:ext cx="548640" cy="548640"/>
              <a:chOff x="0" y="0"/>
              <a:chExt cx="548640" cy="548640"/>
            </a:xfrm>
          </p:grpSpPr>
          <p:sp>
            <p:nvSpPr>
              <p:cNvPr id="38" name="Freeform 38" descr="preencoded.png"/>
              <p:cNvSpPr/>
              <p:nvPr/>
            </p:nvSpPr>
            <p:spPr>
              <a:xfrm>
                <a:off x="0" y="0"/>
                <a:ext cx="548640" cy="548640"/>
              </a:xfrm>
              <a:custGeom>
                <a:avLst/>
                <a:gdLst/>
                <a:ahLst/>
                <a:cxnLst/>
                <a:rect l="l" t="t" r="r" b="b"/>
                <a:pathLst>
                  <a:path w="548640" h="548640">
                    <a:moveTo>
                      <a:pt x="0" y="0"/>
                    </a:moveTo>
                    <a:lnTo>
                      <a:pt x="548640" y="0"/>
                    </a:lnTo>
                    <a:lnTo>
                      <a:pt x="548640" y="548640"/>
                    </a:lnTo>
                    <a:lnTo>
                      <a:pt x="0" y="548640"/>
                    </a:lnTo>
                    <a:lnTo>
                      <a:pt x="0" y="0"/>
                    </a:lnTo>
                    <a:close/>
                  </a:path>
                </a:pathLst>
              </a:custGeom>
              <a:blipFill>
                <a:blip r:embed="rId7"/>
                <a:stretch>
                  <a:fillRect/>
                </a:stretch>
              </a:blipFill>
            </p:spPr>
            <p:txBody>
              <a:bodyPr/>
              <a:lstStyle/>
              <a:p>
                <a:endParaRPr/>
              </a:p>
            </p:txBody>
          </p:sp>
        </p:grpSp>
        <p:grpSp>
          <p:nvGrpSpPr>
            <p:cNvPr id="39" name="Group 39"/>
            <p:cNvGrpSpPr/>
            <p:nvPr/>
          </p:nvGrpSpPr>
          <p:grpSpPr>
            <a:xfrm>
              <a:off x="731520" y="0"/>
              <a:ext cx="4023360" cy="922528"/>
              <a:chOff x="0" y="0"/>
              <a:chExt cx="4023360" cy="922528"/>
            </a:xfrm>
          </p:grpSpPr>
          <p:sp>
            <p:nvSpPr>
              <p:cNvPr id="40" name="Freeform 40"/>
              <p:cNvSpPr/>
              <p:nvPr/>
            </p:nvSpPr>
            <p:spPr>
              <a:xfrm>
                <a:off x="0" y="0"/>
                <a:ext cx="4023360" cy="922528"/>
              </a:xfrm>
              <a:custGeom>
                <a:avLst/>
                <a:gdLst/>
                <a:ahLst/>
                <a:cxnLst/>
                <a:rect l="l" t="t" r="r" b="b"/>
                <a:pathLst>
                  <a:path w="4023360" h="922528">
                    <a:moveTo>
                      <a:pt x="0" y="0"/>
                    </a:moveTo>
                    <a:lnTo>
                      <a:pt x="4023360" y="0"/>
                    </a:lnTo>
                    <a:lnTo>
                      <a:pt x="4023360" y="922528"/>
                    </a:lnTo>
                    <a:lnTo>
                      <a:pt x="0" y="922528"/>
                    </a:lnTo>
                    <a:close/>
                  </a:path>
                </a:pathLst>
              </a:custGeom>
              <a:blipFill>
                <a:blip r:embed="rId4">
                  <a:alphaModFix amt="0"/>
                </a:blip>
                <a:stretch>
                  <a:fillRect t="-50287" b="-19670"/>
                </a:stretch>
              </a:blipFill>
            </p:spPr>
            <p:txBody>
              <a:bodyPr/>
              <a:lstStyle/>
              <a:p>
                <a:endParaRPr/>
              </a:p>
            </p:txBody>
          </p:sp>
          <p:sp>
            <p:nvSpPr>
              <p:cNvPr id="41" name="TextBox 41"/>
              <p:cNvSpPr txBox="1"/>
              <p:nvPr/>
            </p:nvSpPr>
            <p:spPr>
              <a:xfrm>
                <a:off x="0" y="0"/>
                <a:ext cx="4023360" cy="922528"/>
              </a:xfrm>
              <a:prstGeom prst="rect">
                <a:avLst/>
              </a:prstGeom>
            </p:spPr>
            <p:txBody>
              <a:bodyPr lIns="0" tIns="0" rIns="0" bIns="0" rtlCol="0" anchor="ctr"/>
              <a:lstStyle/>
              <a:p>
                <a:pPr algn="l">
                  <a:lnSpc>
                    <a:spcPts val="2160"/>
                  </a:lnSpc>
                </a:pPr>
                <a:r>
                  <a:rPr lang="en-US" sz="1800" b="1" spc="6">
                    <a:solidFill>
                      <a:srgbClr val="333333"/>
                    </a:solidFill>
                    <a:latin typeface="Noto Sans Kr Bold"/>
                    <a:ea typeface="Noto Sans Kr Bold"/>
                    <a:cs typeface="Noto Sans Kr Bold"/>
                    <a:sym typeface="Noto Sans Kr Bold"/>
                  </a:rPr>
                  <a:t>유지보수성</a:t>
                </a:r>
              </a:p>
            </p:txBody>
          </p:sp>
        </p:grpSp>
      </p:grpSp>
      <p:sp>
        <p:nvSpPr>
          <p:cNvPr id="42" name="TextBox 42"/>
          <p:cNvSpPr txBox="1"/>
          <p:nvPr/>
        </p:nvSpPr>
        <p:spPr>
          <a:xfrm>
            <a:off x="13729716" y="8738235"/>
            <a:ext cx="3566160" cy="523875"/>
          </a:xfrm>
          <a:prstGeom prst="rect">
            <a:avLst/>
          </a:prstGeom>
        </p:spPr>
        <p:txBody>
          <a:bodyPr lIns="0" tIns="0" rIns="0" bIns="0" rtlCol="0" anchor="t">
            <a:spAutoFit/>
          </a:bodyPr>
          <a:lstStyle/>
          <a:p>
            <a:pPr algn="l">
              <a:lnSpc>
                <a:spcPts val="2100"/>
              </a:lnSpc>
            </a:pPr>
            <a:r>
              <a:rPr lang="en-US" sz="1500" spc="5">
                <a:solidFill>
                  <a:srgbClr val="4B4B4B"/>
                </a:solidFill>
                <a:latin typeface="Noto Sans Kr"/>
                <a:ea typeface="Noto Sans Kr"/>
                <a:cs typeface="Noto Sans Kr"/>
                <a:sym typeface="Noto Sans Kr"/>
              </a:rPr>
              <a:t>TypeScript, 기능별 모듈 분리</a:t>
            </a:r>
          </a:p>
          <a:p>
            <a:pPr algn="l">
              <a:lnSpc>
                <a:spcPts val="2100"/>
              </a:lnSpc>
            </a:pPr>
            <a:r>
              <a:rPr lang="en-US" sz="1500" spc="5">
                <a:solidFill>
                  <a:srgbClr val="4B4B4B"/>
                </a:solidFill>
                <a:latin typeface="Noto Sans Kr"/>
                <a:ea typeface="Noto Sans Kr"/>
                <a:cs typeface="Noto Sans Kr"/>
                <a:sym typeface="Noto Sans Kr"/>
              </a:rPr>
              <a:t>지점 배치는 JSON 설정 파일</a:t>
            </a:r>
          </a:p>
        </p:txBody>
      </p:sp>
      <p:sp>
        <p:nvSpPr>
          <p:cNvPr id="43" name="TextBox 2">
            <a:extLst>
              <a:ext uri="{FF2B5EF4-FFF2-40B4-BE49-F238E27FC236}">
                <a16:creationId xmlns:a16="http://schemas.microsoft.com/office/drawing/2014/main" id="{D391046D-FF94-45D8-39A5-FD573CF8C585}"/>
              </a:ext>
            </a:extLst>
          </p:cNvPr>
          <p:cNvSpPr txBox="1"/>
          <p:nvPr/>
        </p:nvSpPr>
        <p:spPr>
          <a:xfrm>
            <a:off x="822960" y="548640"/>
            <a:ext cx="10972800" cy="266676"/>
          </a:xfrm>
          <a:prstGeom prst="rect">
            <a:avLst/>
          </a:prstGeom>
        </p:spPr>
        <p:txBody>
          <a:bodyPr lIns="0" tIns="0" rIns="0" bIns="0" rtlCol="0" anchor="t">
            <a:spAutoFit/>
          </a:bodyPr>
          <a:lstStyle/>
          <a:p>
            <a:pPr>
              <a:lnSpc>
                <a:spcPts val="2160"/>
              </a:lnSpc>
            </a:pPr>
            <a:r>
              <a:rPr lang="en-US" altLang="ko-KR" spc="8" dirty="0">
                <a:solidFill>
                  <a:schemeClr val="bg1">
                    <a:lumMod val="50000"/>
                  </a:schemeClr>
                </a:solidFill>
                <a:latin typeface="Noto Sans Kr Bold"/>
                <a:ea typeface="Noto Sans Kr Bold"/>
                <a:cs typeface="Noto Sans Kr Bold"/>
                <a:sym typeface="Noto Sans Kr Bold"/>
              </a:rPr>
              <a:t>2026-2 </a:t>
            </a:r>
            <a:r>
              <a:rPr lang="en-US" altLang="ko-KR" spc="8" dirty="0" err="1">
                <a:solidFill>
                  <a:schemeClr val="bg1">
                    <a:lumMod val="50000"/>
                  </a:schemeClr>
                </a:solidFill>
                <a:latin typeface="Noto Sans Kr Bold"/>
                <a:ea typeface="Noto Sans Kr Bold"/>
                <a:cs typeface="Noto Sans Kr Bold"/>
                <a:sym typeface="Noto Sans Kr Bold"/>
              </a:rPr>
              <a:t>융합캡스톤디자인</a:t>
            </a:r>
            <a:r>
              <a:rPr lang="en-US" altLang="ko-KR" spc="8" dirty="0">
                <a:solidFill>
                  <a:schemeClr val="bg1">
                    <a:lumMod val="50000"/>
                  </a:schemeClr>
                </a:solidFill>
                <a:latin typeface="Noto Sans Kr Bold"/>
                <a:ea typeface="Noto Sans Kr Bold"/>
                <a:cs typeface="Noto Sans Kr Bold"/>
                <a:sym typeface="Noto Sans Kr Bold"/>
              </a:rPr>
              <a:t> </a:t>
            </a:r>
            <a:r>
              <a:rPr lang="en-US" altLang="ko-KR" spc="8" dirty="0" err="1">
                <a:solidFill>
                  <a:schemeClr val="bg1">
                    <a:lumMod val="50000"/>
                  </a:schemeClr>
                </a:solidFill>
                <a:latin typeface="Noto Sans Kr Bold"/>
                <a:ea typeface="Noto Sans Kr Bold"/>
                <a:cs typeface="Noto Sans Kr Bold"/>
                <a:sym typeface="Noto Sans Kr Bold"/>
              </a:rPr>
              <a:t>제안발표</a:t>
            </a:r>
            <a:endParaRPr lang="en-US" sz="1800" spc="6" dirty="0">
              <a:solidFill>
                <a:schemeClr val="bg1">
                  <a:lumMod val="50000"/>
                </a:schemeClr>
              </a:solidFill>
              <a:latin typeface="Noto Sans Kr Bold"/>
              <a:ea typeface="Noto Sans Kr Bold"/>
              <a:cs typeface="Noto Sans Kr Bold"/>
              <a:sym typeface="Noto Sans Kr Bold"/>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3"/>
          <p:cNvSpPr txBox="1"/>
          <p:nvPr/>
        </p:nvSpPr>
        <p:spPr>
          <a:xfrm>
            <a:off x="822960" y="987552"/>
            <a:ext cx="16596360" cy="638175"/>
          </a:xfrm>
          <a:prstGeom prst="rect">
            <a:avLst/>
          </a:prstGeom>
        </p:spPr>
        <p:txBody>
          <a:bodyPr lIns="0" tIns="0" rIns="0" bIns="0" rtlCol="0" anchor="t">
            <a:spAutoFit/>
          </a:bodyPr>
          <a:lstStyle/>
          <a:p>
            <a:pPr algn="l">
              <a:lnSpc>
                <a:spcPts val="5040"/>
              </a:lnSpc>
            </a:pPr>
            <a:r>
              <a:rPr lang="en-US" altLang="ko-KR" sz="4200" b="1" spc="16" dirty="0">
                <a:solidFill>
                  <a:srgbClr val="3C55CB"/>
                </a:solidFill>
                <a:latin typeface="Noto Sans Kr Bold"/>
                <a:ea typeface="Noto Sans Kr Bold"/>
                <a:cs typeface="Noto Sans Kr Bold"/>
                <a:sym typeface="Noto Sans Kr Bold"/>
              </a:rPr>
              <a:t>05</a:t>
            </a:r>
            <a:r>
              <a:rPr lang="ko-KR" altLang="en-US" sz="4200" b="1" spc="16" dirty="0">
                <a:solidFill>
                  <a:srgbClr val="333333"/>
                </a:solidFill>
                <a:latin typeface="Noto Sans Kr Bold"/>
                <a:ea typeface="Noto Sans Kr Bold"/>
                <a:cs typeface="Noto Sans Kr Bold"/>
                <a:sym typeface="Noto Sans Kr Bold"/>
              </a:rPr>
              <a:t> 프로젝트 범위 및 차별성</a:t>
            </a:r>
            <a:endParaRPr lang="en-US" sz="4200" b="1" spc="16" dirty="0">
              <a:solidFill>
                <a:srgbClr val="333333"/>
              </a:solidFill>
              <a:latin typeface="Noto Sans Kr Bold"/>
              <a:ea typeface="Noto Sans Kr Bold"/>
              <a:cs typeface="Noto Sans Kr Bold"/>
              <a:sym typeface="Noto Sans Kr Bold"/>
            </a:endParaRPr>
          </a:p>
        </p:txBody>
      </p:sp>
      <p:sp>
        <p:nvSpPr>
          <p:cNvPr id="5015" name="Title Rule"/>
          <p:cNvSpPr/>
          <p:nvPr/>
        </p:nvSpPr>
        <p:spPr>
          <a:xfrm>
            <a:off x="822960" y="1719072"/>
            <a:ext cx="16642080" cy="12700"/>
          </a:xfrm>
          <a:prstGeom prst="rect">
            <a:avLst/>
          </a:prstGeom>
          <a:solidFill>
            <a:srgbClr val="D4D6DC"/>
          </a:solidFill>
          <a:ln>
            <a:noFill/>
          </a:ln>
        </p:spPr>
        <p:txBody>
          <a:bodyPr/>
          <a:lstStyle/>
          <a:p>
            <a:endParaRPr lang="ko-KR"/>
          </a:p>
        </p:txBody>
      </p:sp>
      <p:sp>
        <p:nvSpPr>
          <p:cNvPr id="5014" name="Title Accent"/>
          <p:cNvSpPr/>
          <p:nvPr/>
        </p:nvSpPr>
        <p:spPr>
          <a:xfrm>
            <a:off x="802960" y="1707072"/>
            <a:ext cx="676656" cy="59436"/>
          </a:xfrm>
          <a:prstGeom prst="roundRect">
            <a:avLst>
              <a:gd name="adj" fmla="val 50000"/>
            </a:avLst>
          </a:prstGeom>
          <a:solidFill>
            <a:srgbClr val="3C55CB"/>
          </a:solidFill>
          <a:ln>
            <a:noFill/>
          </a:ln>
        </p:spPr>
        <p:txBody>
          <a:bodyPr/>
          <a:lstStyle/>
          <a:p>
            <a:endParaRPr lang="ko-KR"/>
          </a:p>
        </p:txBody>
      </p:sp>
      <p:sp>
        <p:nvSpPr>
          <p:cNvPr id="4" name="TextBox 4"/>
          <p:cNvSpPr txBox="1"/>
          <p:nvPr/>
        </p:nvSpPr>
        <p:spPr>
          <a:xfrm>
            <a:off x="8778240" y="9601200"/>
            <a:ext cx="731520" cy="228600"/>
          </a:xfrm>
          <a:prstGeom prst="rect">
            <a:avLst/>
          </a:prstGeom>
        </p:spPr>
        <p:txBody>
          <a:bodyPr lIns="0" tIns="0" rIns="0" bIns="0" rtlCol="0" anchor="t">
            <a:spAutoFit/>
          </a:bodyPr>
          <a:lstStyle/>
          <a:p>
            <a:pPr algn="ctr">
              <a:lnSpc>
                <a:spcPts val="1800"/>
              </a:lnSpc>
            </a:pPr>
            <a:r>
              <a:rPr lang="en-US" sz="1500" spc="5">
                <a:solidFill>
                  <a:srgbClr val="555555"/>
                </a:solidFill>
                <a:latin typeface="Noto Sans Kr"/>
                <a:ea typeface="Noto Sans Kr"/>
                <a:cs typeface="Noto Sans Kr"/>
                <a:sym typeface="Noto Sans Kr"/>
              </a:rPr>
              <a:t>07</a:t>
            </a:r>
          </a:p>
        </p:txBody>
      </p:sp>
      <p:grpSp>
        <p:nvGrpSpPr>
          <p:cNvPr id="5" name="Group 5"/>
          <p:cNvGrpSpPr/>
          <p:nvPr/>
        </p:nvGrpSpPr>
        <p:grpSpPr>
          <a:xfrm>
            <a:off x="813435" y="2185035"/>
            <a:ext cx="7952227" cy="2575076"/>
            <a:chOff x="0" y="0"/>
            <a:chExt cx="10602969" cy="3433435"/>
          </a:xfrm>
        </p:grpSpPr>
        <p:sp>
          <p:nvSpPr>
            <p:cNvPr id="6" name="Freeform 6"/>
            <p:cNvSpPr/>
            <p:nvPr/>
          </p:nvSpPr>
          <p:spPr>
            <a:xfrm>
              <a:off x="0" y="0"/>
              <a:ext cx="10602968" cy="3433435"/>
            </a:xfrm>
            <a:custGeom>
              <a:avLst/>
              <a:gdLst/>
              <a:ahLst/>
              <a:cxnLst/>
              <a:rect l="l" t="t" r="r" b="b"/>
              <a:pathLst>
                <a:path w="10602968" h="3433435">
                  <a:moveTo>
                    <a:pt x="0" y="130840"/>
                  </a:moveTo>
                  <a:cubicBezTo>
                    <a:pt x="0" y="58540"/>
                    <a:pt x="68072" y="0"/>
                    <a:pt x="152146" y="0"/>
                  </a:cubicBezTo>
                  <a:lnTo>
                    <a:pt x="10450823" y="0"/>
                  </a:lnTo>
                  <a:cubicBezTo>
                    <a:pt x="10534896" y="0"/>
                    <a:pt x="10602968" y="58540"/>
                    <a:pt x="10602968" y="130840"/>
                  </a:cubicBezTo>
                  <a:lnTo>
                    <a:pt x="10602968" y="3302595"/>
                  </a:lnTo>
                  <a:cubicBezTo>
                    <a:pt x="10602968" y="3374895"/>
                    <a:pt x="10534896" y="3433435"/>
                    <a:pt x="10450823" y="3433435"/>
                  </a:cubicBezTo>
                  <a:lnTo>
                    <a:pt x="152146" y="3433435"/>
                  </a:lnTo>
                  <a:cubicBezTo>
                    <a:pt x="68072" y="3433435"/>
                    <a:pt x="0" y="3374895"/>
                    <a:pt x="0" y="3302595"/>
                  </a:cubicBezTo>
                  <a:close/>
                </a:path>
              </a:pathLst>
            </a:custGeom>
            <a:solidFill>
              <a:srgbClr val="3C55CB"/>
            </a:solidFill>
            <a:ln w="19050" cap="sq">
              <a:solidFill>
                <a:srgbClr val="3C55CB"/>
              </a:solidFill>
              <a:prstDash val="solid"/>
              <a:miter/>
            </a:ln>
          </p:spPr>
          <p:txBody>
            <a:bodyPr/>
            <a:lstStyle/>
            <a:p>
              <a:endParaRPr/>
            </a:p>
          </p:txBody>
        </p:sp>
      </p:grpSp>
      <p:sp>
        <p:nvSpPr>
          <p:cNvPr id="7" name="TextBox 7"/>
          <p:cNvSpPr txBox="1"/>
          <p:nvPr/>
        </p:nvSpPr>
        <p:spPr>
          <a:xfrm>
            <a:off x="1165860" y="2400300"/>
            <a:ext cx="6858000" cy="295275"/>
          </a:xfrm>
          <a:prstGeom prst="rect">
            <a:avLst/>
          </a:prstGeom>
        </p:spPr>
        <p:txBody>
          <a:bodyPr lIns="0" tIns="0" rIns="0" bIns="0" rtlCol="0" anchor="t">
            <a:spAutoFit/>
          </a:bodyPr>
          <a:lstStyle/>
          <a:p>
            <a:pPr algn="l">
              <a:lnSpc>
                <a:spcPts val="2340"/>
              </a:lnSpc>
            </a:pPr>
            <a:r>
              <a:rPr lang="en-US" sz="1950" b="1" spc="7">
                <a:solidFill>
                  <a:srgbClr val="D6DDF8"/>
                </a:solidFill>
                <a:latin typeface="Noto Sans Kr Bold"/>
                <a:ea typeface="Noto Sans Kr Bold"/>
                <a:cs typeface="Noto Sans Kr Bold"/>
                <a:sym typeface="Noto Sans Kr Bold"/>
              </a:rPr>
              <a:t>MVP · 필수</a:t>
            </a:r>
          </a:p>
        </p:txBody>
      </p:sp>
      <p:sp>
        <p:nvSpPr>
          <p:cNvPr id="8" name="TextBox 8"/>
          <p:cNvSpPr txBox="1"/>
          <p:nvPr/>
        </p:nvSpPr>
        <p:spPr>
          <a:xfrm>
            <a:off x="1165860" y="2850642"/>
            <a:ext cx="3634740" cy="1420368"/>
          </a:xfrm>
          <a:prstGeom prst="rect">
            <a:avLst/>
          </a:prstGeom>
        </p:spPr>
        <p:txBody>
          <a:bodyPr lIns="0" tIns="0" rIns="0" bIns="0" rtlCol="0" anchor="t">
            <a:spAutoFit/>
          </a:bodyPr>
          <a:lstStyle/>
          <a:p>
            <a:pPr marL="334803" lvl="1" indent="-167401" algn="l">
              <a:lnSpc>
                <a:spcPts val="2885"/>
              </a:lnSpc>
              <a:buFont typeface="Arial"/>
              <a:buChar char="•"/>
            </a:pPr>
            <a:r>
              <a:rPr lang="en-US" sz="1849" spc="7">
                <a:solidFill>
                  <a:srgbClr val="FFFFFF"/>
                </a:solidFill>
                <a:latin typeface="Noto Sans Kr"/>
                <a:ea typeface="Noto Sans Kr"/>
                <a:cs typeface="Noto Sans Kr"/>
                <a:sym typeface="Noto Sans Kr"/>
              </a:rPr>
              <a:t>회원가입 · 로그인</a:t>
            </a:r>
          </a:p>
          <a:p>
            <a:pPr marL="334803" lvl="1" indent="-167401" algn="l">
              <a:lnSpc>
                <a:spcPts val="2885"/>
              </a:lnSpc>
              <a:buFont typeface="Arial"/>
              <a:buChar char="•"/>
            </a:pPr>
            <a:r>
              <a:rPr lang="en-US" sz="1849" spc="7">
                <a:solidFill>
                  <a:srgbClr val="FFFFFF"/>
                </a:solidFill>
                <a:latin typeface="Noto Sans Kr"/>
                <a:ea typeface="Noto Sans Kr"/>
                <a:cs typeface="Noto Sans Kr"/>
                <a:sym typeface="Noto Sans Kr"/>
              </a:rPr>
              <a:t>지점 1개 · 키오스크 좌석 지정</a:t>
            </a:r>
          </a:p>
          <a:p>
            <a:pPr marL="334803" lvl="1" indent="-167401" algn="l">
              <a:lnSpc>
                <a:spcPts val="2885"/>
              </a:lnSpc>
              <a:buFont typeface="Arial"/>
              <a:buChar char="•"/>
            </a:pPr>
            <a:r>
              <a:rPr lang="en-US" sz="1849" spc="7">
                <a:solidFill>
                  <a:srgbClr val="FFFFFF"/>
                </a:solidFill>
                <a:latin typeface="Noto Sans Kr"/>
                <a:ea typeface="Noto Sans Kr"/>
                <a:cs typeface="Noto Sans Kr"/>
                <a:sym typeface="Noto Sans Kr"/>
              </a:rPr>
              <a:t>2D 이동 모드 · 착석</a:t>
            </a:r>
          </a:p>
          <a:p>
            <a:pPr marL="334803" lvl="1" indent="-167401" algn="l">
              <a:lnSpc>
                <a:spcPts val="2885"/>
              </a:lnSpc>
              <a:buFont typeface="Arial"/>
              <a:buChar char="•"/>
            </a:pPr>
            <a:r>
              <a:rPr lang="en-US" sz="1849" spc="7">
                <a:solidFill>
                  <a:srgbClr val="FFFFFF"/>
                </a:solidFill>
                <a:latin typeface="Noto Sans Kr"/>
                <a:ea typeface="Noto Sans Kr"/>
                <a:cs typeface="Noto Sans Kr"/>
                <a:sym typeface="Noto Sans Kr"/>
              </a:rPr>
              <a:t>3D 좌석 모드 (1인칭 120°)</a:t>
            </a:r>
          </a:p>
        </p:txBody>
      </p:sp>
      <p:sp>
        <p:nvSpPr>
          <p:cNvPr id="9" name="TextBox 9"/>
          <p:cNvSpPr txBox="1"/>
          <p:nvPr/>
        </p:nvSpPr>
        <p:spPr>
          <a:xfrm>
            <a:off x="4869180" y="2850642"/>
            <a:ext cx="3634740" cy="1451231"/>
          </a:xfrm>
          <a:prstGeom prst="rect">
            <a:avLst/>
          </a:prstGeom>
        </p:spPr>
        <p:txBody>
          <a:bodyPr lIns="0" tIns="0" rIns="0" bIns="0" rtlCol="0" anchor="t">
            <a:spAutoFit/>
          </a:bodyPr>
          <a:lstStyle/>
          <a:p>
            <a:pPr marL="334803" lvl="1" indent="-167401" algn="l">
              <a:lnSpc>
                <a:spcPts val="2885"/>
              </a:lnSpc>
              <a:buFont typeface="Arial"/>
              <a:buChar char="•"/>
            </a:pPr>
            <a:r>
              <a:rPr lang="en-US" sz="1849" spc="7" dirty="0" err="1">
                <a:solidFill>
                  <a:srgbClr val="FFFFFF"/>
                </a:solidFill>
                <a:latin typeface="Noto Sans Kr"/>
                <a:ea typeface="Noto Sans Kr"/>
                <a:cs typeface="Noto Sans Kr"/>
                <a:sym typeface="Noto Sans Kr"/>
              </a:rPr>
              <a:t>모션</a:t>
            </a:r>
            <a:r>
              <a:rPr lang="en-US" sz="1849" spc="7" dirty="0">
                <a:solidFill>
                  <a:srgbClr val="FFFFFF"/>
                </a:solidFill>
                <a:latin typeface="Noto Sans Kr"/>
                <a:ea typeface="Noto Sans Kr"/>
                <a:cs typeface="Noto Sans Kr"/>
                <a:sym typeface="Noto Sans Kr"/>
              </a:rPr>
              <a:t> </a:t>
            </a:r>
            <a:r>
              <a:rPr lang="en-US" sz="1849" spc="7" dirty="0" err="1">
                <a:solidFill>
                  <a:srgbClr val="FFFFFF"/>
                </a:solidFill>
                <a:latin typeface="Noto Sans Kr"/>
                <a:ea typeface="Noto Sans Kr"/>
                <a:cs typeface="Noto Sans Kr"/>
                <a:sym typeface="Noto Sans Kr"/>
              </a:rPr>
              <a:t>트래킹</a:t>
            </a:r>
            <a:r>
              <a:rPr lang="en-US" sz="1849" spc="7" dirty="0">
                <a:solidFill>
                  <a:srgbClr val="FFFFFF"/>
                </a:solidFill>
                <a:latin typeface="Noto Sans Kr"/>
                <a:ea typeface="Noto Sans Kr"/>
                <a:cs typeface="Noto Sans Kr"/>
                <a:sym typeface="Noto Sans Kr"/>
              </a:rPr>
              <a:t> · </a:t>
            </a:r>
            <a:r>
              <a:rPr lang="en-US" sz="1849" spc="7" dirty="0" err="1">
                <a:solidFill>
                  <a:srgbClr val="FFFFFF"/>
                </a:solidFill>
                <a:latin typeface="Noto Sans Kr"/>
                <a:ea typeface="Noto Sans Kr"/>
                <a:cs typeface="Noto Sans Kr"/>
                <a:sym typeface="Noto Sans Kr"/>
              </a:rPr>
              <a:t>카메라</a:t>
            </a:r>
            <a:r>
              <a:rPr lang="en-US" sz="1849" spc="7" dirty="0">
                <a:solidFill>
                  <a:srgbClr val="FFFFFF"/>
                </a:solidFill>
                <a:latin typeface="Noto Sans Kr"/>
                <a:ea typeface="Noto Sans Kr"/>
                <a:cs typeface="Noto Sans Kr"/>
                <a:sym typeface="Noto Sans Kr"/>
              </a:rPr>
              <a:t> </a:t>
            </a:r>
            <a:r>
              <a:rPr lang="en-US" sz="1849" spc="7" dirty="0" err="1">
                <a:solidFill>
                  <a:srgbClr val="FFFFFF"/>
                </a:solidFill>
                <a:latin typeface="Noto Sans Kr"/>
                <a:ea typeface="Noto Sans Kr"/>
                <a:cs typeface="Noto Sans Kr"/>
                <a:sym typeface="Noto Sans Kr"/>
              </a:rPr>
              <a:t>가이드라인</a:t>
            </a:r>
            <a:endParaRPr lang="en-US" sz="1849" spc="7" dirty="0">
              <a:solidFill>
                <a:srgbClr val="FFFFFF"/>
              </a:solidFill>
              <a:latin typeface="Noto Sans Kr"/>
              <a:ea typeface="Noto Sans Kr"/>
              <a:cs typeface="Noto Sans Kr"/>
              <a:sym typeface="Noto Sans Kr"/>
            </a:endParaRPr>
          </a:p>
          <a:p>
            <a:pPr marL="334803" lvl="1" indent="-167401" algn="l">
              <a:lnSpc>
                <a:spcPts val="2885"/>
              </a:lnSpc>
              <a:buFont typeface="Arial"/>
              <a:buChar char="•"/>
            </a:pPr>
            <a:r>
              <a:rPr lang="en-US" sz="1849" spc="7" dirty="0" err="1">
                <a:solidFill>
                  <a:srgbClr val="FFFFFF"/>
                </a:solidFill>
                <a:latin typeface="Noto Sans Kr"/>
                <a:ea typeface="Noto Sans Kr"/>
                <a:cs typeface="Noto Sans Kr"/>
                <a:sym typeface="Noto Sans Kr"/>
              </a:rPr>
              <a:t>집중</a:t>
            </a:r>
            <a:r>
              <a:rPr lang="en-US" sz="1849" spc="7" dirty="0">
                <a:solidFill>
                  <a:srgbClr val="FFFFFF"/>
                </a:solidFill>
                <a:latin typeface="Noto Sans Kr"/>
                <a:ea typeface="Noto Sans Kr"/>
                <a:cs typeface="Noto Sans Kr"/>
                <a:sym typeface="Noto Sans Kr"/>
              </a:rPr>
              <a:t> </a:t>
            </a:r>
            <a:r>
              <a:rPr lang="en-US" sz="1849" spc="7" dirty="0" err="1">
                <a:solidFill>
                  <a:srgbClr val="FFFFFF"/>
                </a:solidFill>
                <a:latin typeface="Noto Sans Kr"/>
                <a:ea typeface="Noto Sans Kr"/>
                <a:cs typeface="Noto Sans Kr"/>
                <a:sym typeface="Noto Sans Kr"/>
              </a:rPr>
              <a:t>판정</a:t>
            </a:r>
            <a:r>
              <a:rPr lang="en-US" sz="1849" spc="7" dirty="0">
                <a:solidFill>
                  <a:srgbClr val="FFFFFF"/>
                </a:solidFill>
                <a:latin typeface="Noto Sans Kr"/>
                <a:ea typeface="Noto Sans Kr"/>
                <a:cs typeface="Noto Sans Kr"/>
                <a:sym typeface="Noto Sans Kr"/>
              </a:rPr>
              <a:t> · </a:t>
            </a:r>
            <a:r>
              <a:rPr lang="en-US" sz="1849" spc="7" dirty="0" err="1">
                <a:solidFill>
                  <a:srgbClr val="FFFFFF"/>
                </a:solidFill>
                <a:latin typeface="Noto Sans Kr"/>
                <a:ea typeface="Noto Sans Kr"/>
                <a:cs typeface="Noto Sans Kr"/>
                <a:sym typeface="Noto Sans Kr"/>
              </a:rPr>
              <a:t>전자기기</a:t>
            </a:r>
            <a:r>
              <a:rPr lang="en-US" sz="1849" spc="7" dirty="0">
                <a:solidFill>
                  <a:srgbClr val="FFFFFF"/>
                </a:solidFill>
                <a:latin typeface="Noto Sans Kr"/>
                <a:ea typeface="Noto Sans Kr"/>
                <a:cs typeface="Noto Sans Kr"/>
                <a:sym typeface="Noto Sans Kr"/>
              </a:rPr>
              <a:t> </a:t>
            </a:r>
            <a:r>
              <a:rPr lang="en-US" sz="1849" spc="7" dirty="0" err="1">
                <a:solidFill>
                  <a:srgbClr val="FFFFFF"/>
                </a:solidFill>
                <a:latin typeface="Noto Sans Kr"/>
                <a:ea typeface="Noto Sans Kr"/>
                <a:cs typeface="Noto Sans Kr"/>
                <a:sym typeface="Noto Sans Kr"/>
              </a:rPr>
              <a:t>감지</a:t>
            </a:r>
            <a:endParaRPr lang="en-US" sz="1849" spc="7" dirty="0">
              <a:solidFill>
                <a:srgbClr val="FFFFFF"/>
              </a:solidFill>
              <a:latin typeface="Noto Sans Kr"/>
              <a:ea typeface="Noto Sans Kr"/>
              <a:cs typeface="Noto Sans Kr"/>
              <a:sym typeface="Noto Sans Kr"/>
            </a:endParaRPr>
          </a:p>
          <a:p>
            <a:pPr marL="334803" lvl="1" indent="-167401" algn="l">
              <a:lnSpc>
                <a:spcPts val="2885"/>
              </a:lnSpc>
              <a:buFont typeface="Arial"/>
              <a:buChar char="•"/>
            </a:pPr>
            <a:r>
              <a:rPr lang="en-US" sz="1849" spc="7" dirty="0" err="1">
                <a:solidFill>
                  <a:srgbClr val="FFFFFF"/>
                </a:solidFill>
                <a:latin typeface="Noto Sans Kr"/>
                <a:ea typeface="Noto Sans Kr"/>
                <a:cs typeface="Noto Sans Kr"/>
                <a:sym typeface="Noto Sans Kr"/>
              </a:rPr>
              <a:t>과목별</a:t>
            </a:r>
            <a:r>
              <a:rPr lang="en-US" sz="1849" spc="7" dirty="0">
                <a:solidFill>
                  <a:srgbClr val="FFFFFF"/>
                </a:solidFill>
                <a:latin typeface="Noto Sans Kr"/>
                <a:ea typeface="Noto Sans Kr"/>
                <a:cs typeface="Noto Sans Kr"/>
                <a:sym typeface="Noto Sans Kr"/>
              </a:rPr>
              <a:t> </a:t>
            </a:r>
            <a:r>
              <a:rPr lang="en-US" sz="1849" spc="7" dirty="0" err="1">
                <a:solidFill>
                  <a:srgbClr val="FFFFFF"/>
                </a:solidFill>
                <a:latin typeface="Noto Sans Kr"/>
                <a:ea typeface="Noto Sans Kr"/>
                <a:cs typeface="Noto Sans Kr"/>
                <a:sym typeface="Noto Sans Kr"/>
              </a:rPr>
              <a:t>자동</a:t>
            </a:r>
            <a:r>
              <a:rPr lang="en-US" sz="1849" spc="7" dirty="0">
                <a:solidFill>
                  <a:srgbClr val="FFFFFF"/>
                </a:solidFill>
                <a:latin typeface="Noto Sans Kr"/>
                <a:ea typeface="Noto Sans Kr"/>
                <a:cs typeface="Noto Sans Kr"/>
                <a:sym typeface="Noto Sans Kr"/>
              </a:rPr>
              <a:t> </a:t>
            </a:r>
            <a:r>
              <a:rPr lang="en-US" sz="1849" spc="7" dirty="0" err="1">
                <a:solidFill>
                  <a:srgbClr val="FFFFFF"/>
                </a:solidFill>
                <a:latin typeface="Noto Sans Kr"/>
                <a:ea typeface="Noto Sans Kr"/>
                <a:cs typeface="Noto Sans Kr"/>
                <a:sym typeface="Noto Sans Kr"/>
              </a:rPr>
              <a:t>타이머</a:t>
            </a:r>
            <a:endParaRPr lang="en-US" sz="1849" spc="7" dirty="0">
              <a:solidFill>
                <a:srgbClr val="FFFFFF"/>
              </a:solidFill>
              <a:latin typeface="Noto Sans Kr"/>
              <a:ea typeface="Noto Sans Kr"/>
              <a:cs typeface="Noto Sans Kr"/>
              <a:sym typeface="Noto Sans Kr"/>
            </a:endParaRPr>
          </a:p>
          <a:p>
            <a:pPr marL="334803" lvl="1" indent="-167401" algn="l">
              <a:lnSpc>
                <a:spcPts val="2885"/>
              </a:lnSpc>
              <a:buFont typeface="Arial"/>
              <a:buChar char="•"/>
            </a:pPr>
            <a:r>
              <a:rPr lang="en-US" sz="1849" spc="7" dirty="0" err="1">
                <a:solidFill>
                  <a:srgbClr val="FFFFFF"/>
                </a:solidFill>
                <a:latin typeface="Noto Sans Kr"/>
                <a:ea typeface="Noto Sans Kr"/>
                <a:cs typeface="Noto Sans Kr"/>
                <a:sym typeface="Noto Sans Kr"/>
              </a:rPr>
              <a:t>캐릭터</a:t>
            </a:r>
            <a:r>
              <a:rPr lang="en-US" sz="1849" spc="7" dirty="0">
                <a:solidFill>
                  <a:srgbClr val="FFFFFF"/>
                </a:solidFill>
                <a:latin typeface="Noto Sans Kr"/>
                <a:ea typeface="Noto Sans Kr"/>
                <a:cs typeface="Noto Sans Kr"/>
                <a:sym typeface="Noto Sans Kr"/>
              </a:rPr>
              <a:t> </a:t>
            </a:r>
            <a:r>
              <a:rPr lang="en-US" sz="1849" spc="7" dirty="0" err="1">
                <a:solidFill>
                  <a:srgbClr val="FFFFFF"/>
                </a:solidFill>
                <a:latin typeface="Noto Sans Kr"/>
                <a:ea typeface="Noto Sans Kr"/>
                <a:cs typeface="Noto Sans Kr"/>
                <a:sym typeface="Noto Sans Kr"/>
              </a:rPr>
              <a:t>숨김</a:t>
            </a:r>
            <a:r>
              <a:rPr lang="en-US" sz="1849" spc="7" dirty="0">
                <a:solidFill>
                  <a:srgbClr val="FFFFFF"/>
                </a:solidFill>
                <a:latin typeface="Noto Sans Kr"/>
                <a:ea typeface="Noto Sans Kr"/>
                <a:cs typeface="Noto Sans Kr"/>
                <a:sym typeface="Noto Sans Kr"/>
              </a:rPr>
              <a:t> </a:t>
            </a:r>
            <a:r>
              <a:rPr lang="en-US" sz="1849" spc="7" dirty="0" err="1">
                <a:solidFill>
                  <a:srgbClr val="FFFFFF"/>
                </a:solidFill>
                <a:latin typeface="Noto Sans Kr"/>
                <a:ea typeface="Noto Sans Kr"/>
                <a:cs typeface="Noto Sans Kr"/>
                <a:sym typeface="Noto Sans Kr"/>
              </a:rPr>
              <a:t>모드</a:t>
            </a:r>
            <a:r>
              <a:rPr lang="en-US" sz="1849" spc="7" dirty="0">
                <a:solidFill>
                  <a:srgbClr val="FFFFFF"/>
                </a:solidFill>
                <a:latin typeface="Noto Sans Kr"/>
                <a:ea typeface="Noto Sans Kr"/>
                <a:cs typeface="Noto Sans Kr"/>
                <a:sym typeface="Noto Sans Kr"/>
              </a:rPr>
              <a:t> (</a:t>
            </a:r>
            <a:r>
              <a:rPr lang="ko-KR" altLang="en-US" sz="1849" spc="7" dirty="0">
                <a:solidFill>
                  <a:srgbClr val="FFFFFF"/>
                </a:solidFill>
                <a:latin typeface="Noto Sans Kr"/>
                <a:ea typeface="Noto Sans Kr"/>
                <a:cs typeface="Noto Sans Kr"/>
                <a:sym typeface="Noto Sans Kr"/>
              </a:rPr>
              <a:t>비교 실험</a:t>
            </a:r>
            <a:r>
              <a:rPr lang="en-US" sz="1849" spc="7" dirty="0" err="1">
                <a:solidFill>
                  <a:srgbClr val="FFFFFF"/>
                </a:solidFill>
                <a:latin typeface="Noto Sans Kr"/>
                <a:ea typeface="Noto Sans Kr"/>
                <a:cs typeface="Noto Sans Kr"/>
                <a:sym typeface="Noto Sans Kr"/>
              </a:rPr>
              <a:t>용</a:t>
            </a:r>
            <a:r>
              <a:rPr lang="en-US" sz="1849" spc="7" dirty="0">
                <a:solidFill>
                  <a:srgbClr val="FFFFFF"/>
                </a:solidFill>
                <a:latin typeface="Noto Sans Kr"/>
                <a:ea typeface="Noto Sans Kr"/>
                <a:cs typeface="Noto Sans Kr"/>
                <a:sym typeface="Noto Sans Kr"/>
              </a:rPr>
              <a:t>)</a:t>
            </a:r>
          </a:p>
        </p:txBody>
      </p:sp>
      <p:grpSp>
        <p:nvGrpSpPr>
          <p:cNvPr id="10" name="Group 10"/>
          <p:cNvGrpSpPr/>
          <p:nvPr/>
        </p:nvGrpSpPr>
        <p:grpSpPr>
          <a:xfrm>
            <a:off x="813435" y="5006467"/>
            <a:ext cx="7952227" cy="2145030"/>
            <a:chOff x="0" y="0"/>
            <a:chExt cx="10602969" cy="2860040"/>
          </a:xfrm>
        </p:grpSpPr>
        <p:sp>
          <p:nvSpPr>
            <p:cNvPr id="11" name="Freeform 11"/>
            <p:cNvSpPr/>
            <p:nvPr/>
          </p:nvSpPr>
          <p:spPr>
            <a:xfrm>
              <a:off x="0" y="0"/>
              <a:ext cx="10602969" cy="2860040"/>
            </a:xfrm>
            <a:custGeom>
              <a:avLst/>
              <a:gdLst/>
              <a:ahLst/>
              <a:cxnLst/>
              <a:rect l="l" t="t" r="r" b="b"/>
              <a:pathLst>
                <a:path w="10602969" h="2860040">
                  <a:moveTo>
                    <a:pt x="0" y="147574"/>
                  </a:moveTo>
                  <a:cubicBezTo>
                    <a:pt x="0" y="66040"/>
                    <a:pt x="68203" y="0"/>
                    <a:pt x="152408" y="0"/>
                  </a:cubicBezTo>
                  <a:lnTo>
                    <a:pt x="10450561" y="0"/>
                  </a:lnTo>
                  <a:cubicBezTo>
                    <a:pt x="10534765" y="0"/>
                    <a:pt x="10602969" y="66040"/>
                    <a:pt x="10602969" y="147574"/>
                  </a:cubicBezTo>
                  <a:lnTo>
                    <a:pt x="10602969" y="2712466"/>
                  </a:lnTo>
                  <a:cubicBezTo>
                    <a:pt x="10602969" y="2794000"/>
                    <a:pt x="10534765" y="2860040"/>
                    <a:pt x="10450561" y="2860040"/>
                  </a:cubicBezTo>
                  <a:lnTo>
                    <a:pt x="152408" y="2860040"/>
                  </a:lnTo>
                  <a:cubicBezTo>
                    <a:pt x="68203" y="2860040"/>
                    <a:pt x="0" y="2794000"/>
                    <a:pt x="0" y="2712466"/>
                  </a:cubicBezTo>
                  <a:close/>
                </a:path>
              </a:pathLst>
            </a:custGeom>
            <a:solidFill>
              <a:srgbClr val="E9EDFC"/>
            </a:solidFill>
            <a:ln w="19050" cap="sq">
              <a:solidFill>
                <a:srgbClr val="E9EDFC"/>
              </a:solidFill>
              <a:prstDash val="solid"/>
              <a:miter/>
            </a:ln>
          </p:spPr>
          <p:txBody>
            <a:bodyPr/>
            <a:lstStyle/>
            <a:p>
              <a:endParaRPr/>
            </a:p>
          </p:txBody>
        </p:sp>
      </p:grpSp>
      <p:sp>
        <p:nvSpPr>
          <p:cNvPr id="12" name="TextBox 12"/>
          <p:cNvSpPr txBox="1"/>
          <p:nvPr/>
        </p:nvSpPr>
        <p:spPr>
          <a:xfrm>
            <a:off x="1165860" y="5221732"/>
            <a:ext cx="6858000" cy="295275"/>
          </a:xfrm>
          <a:prstGeom prst="rect">
            <a:avLst/>
          </a:prstGeom>
        </p:spPr>
        <p:txBody>
          <a:bodyPr lIns="0" tIns="0" rIns="0" bIns="0" rtlCol="0" anchor="t">
            <a:spAutoFit/>
          </a:bodyPr>
          <a:lstStyle/>
          <a:p>
            <a:pPr algn="l">
              <a:lnSpc>
                <a:spcPts val="2340"/>
              </a:lnSpc>
            </a:pPr>
            <a:r>
              <a:rPr lang="en-US" sz="1950" b="1" spc="7">
                <a:solidFill>
                  <a:srgbClr val="333333"/>
                </a:solidFill>
                <a:latin typeface="Noto Sans Kr Bold"/>
                <a:ea typeface="Noto Sans Kr Bold"/>
                <a:cs typeface="Noto Sans Kr Bold"/>
                <a:sym typeface="Noto Sans Kr Bold"/>
              </a:rPr>
              <a:t>권장 (일정 여유 시)</a:t>
            </a:r>
          </a:p>
        </p:txBody>
      </p:sp>
      <p:sp>
        <p:nvSpPr>
          <p:cNvPr id="13" name="TextBox 13"/>
          <p:cNvSpPr txBox="1"/>
          <p:nvPr/>
        </p:nvSpPr>
        <p:spPr>
          <a:xfrm>
            <a:off x="1165860" y="5672074"/>
            <a:ext cx="3634740" cy="1058418"/>
          </a:xfrm>
          <a:prstGeom prst="rect">
            <a:avLst/>
          </a:prstGeom>
        </p:spPr>
        <p:txBody>
          <a:bodyPr lIns="0" tIns="0" rIns="0" bIns="0" rtlCol="0" anchor="t">
            <a:spAutoFit/>
          </a:bodyPr>
          <a:lstStyle/>
          <a:p>
            <a:pPr marL="334803" lvl="1" indent="-167401" algn="l">
              <a:lnSpc>
                <a:spcPts val="2885"/>
              </a:lnSpc>
              <a:buFont typeface="Arial"/>
              <a:buChar char="•"/>
            </a:pPr>
            <a:r>
              <a:rPr lang="en-US" sz="1849" spc="7">
                <a:solidFill>
                  <a:srgbClr val="333333"/>
                </a:solidFill>
                <a:latin typeface="Noto Sans Kr"/>
                <a:ea typeface="Noto Sans Kr"/>
                <a:cs typeface="Noto Sans Kr"/>
                <a:sym typeface="Noto Sans Kr"/>
              </a:rPr>
              <a:t>회의실 입장 · 정원 관리</a:t>
            </a:r>
          </a:p>
          <a:p>
            <a:pPr marL="334803" lvl="1" indent="-167401" algn="l">
              <a:lnSpc>
                <a:spcPts val="2885"/>
              </a:lnSpc>
              <a:buFont typeface="Arial"/>
              <a:buChar char="•"/>
            </a:pPr>
            <a:r>
              <a:rPr lang="en-US" sz="1849" spc="7">
                <a:solidFill>
                  <a:srgbClr val="333333"/>
                </a:solidFill>
                <a:latin typeface="Noto Sans Kr"/>
                <a:ea typeface="Noto Sans Kr"/>
                <a:cs typeface="Noto Sans Kr"/>
                <a:sym typeface="Noto Sans Kr"/>
              </a:rPr>
              <a:t>지점 2개 이상</a:t>
            </a:r>
          </a:p>
        </p:txBody>
      </p:sp>
      <p:sp>
        <p:nvSpPr>
          <p:cNvPr id="14" name="TextBox 14"/>
          <p:cNvSpPr txBox="1"/>
          <p:nvPr/>
        </p:nvSpPr>
        <p:spPr>
          <a:xfrm>
            <a:off x="4869180" y="5672074"/>
            <a:ext cx="3634740" cy="696468"/>
          </a:xfrm>
          <a:prstGeom prst="rect">
            <a:avLst/>
          </a:prstGeom>
        </p:spPr>
        <p:txBody>
          <a:bodyPr lIns="0" tIns="0" rIns="0" bIns="0" rtlCol="0" anchor="t">
            <a:spAutoFit/>
          </a:bodyPr>
          <a:lstStyle/>
          <a:p>
            <a:pPr marL="334803" lvl="1" indent="-167401" algn="l">
              <a:lnSpc>
                <a:spcPts val="2885"/>
              </a:lnSpc>
              <a:buFont typeface="Arial"/>
              <a:buChar char="•"/>
            </a:pPr>
            <a:r>
              <a:rPr lang="en-US" sz="1849" spc="7">
                <a:solidFill>
                  <a:srgbClr val="333333"/>
                </a:solidFill>
                <a:latin typeface="Noto Sans Kr"/>
                <a:ea typeface="Noto Sans Kr"/>
                <a:cs typeface="Noto Sans Kr"/>
                <a:sym typeface="Noto Sans Kr"/>
              </a:rPr>
              <a:t>기본 캐릭터 4~6종 선택</a:t>
            </a:r>
          </a:p>
        </p:txBody>
      </p:sp>
      <p:grpSp>
        <p:nvGrpSpPr>
          <p:cNvPr id="15" name="Group 15"/>
          <p:cNvGrpSpPr/>
          <p:nvPr/>
        </p:nvGrpSpPr>
        <p:grpSpPr>
          <a:xfrm>
            <a:off x="824487" y="7399147"/>
            <a:ext cx="7952227" cy="1998345"/>
            <a:chOff x="0" y="0"/>
            <a:chExt cx="10602969" cy="2664460"/>
          </a:xfrm>
        </p:grpSpPr>
        <p:sp>
          <p:nvSpPr>
            <p:cNvPr id="16" name="Freeform 16"/>
            <p:cNvSpPr/>
            <p:nvPr/>
          </p:nvSpPr>
          <p:spPr>
            <a:xfrm>
              <a:off x="0" y="0"/>
              <a:ext cx="10602969" cy="2664460"/>
            </a:xfrm>
            <a:custGeom>
              <a:avLst/>
              <a:gdLst/>
              <a:ahLst/>
              <a:cxnLst/>
              <a:rect l="l" t="t" r="r" b="b"/>
              <a:pathLst>
                <a:path w="10602969" h="2664460">
                  <a:moveTo>
                    <a:pt x="0" y="163923"/>
                  </a:moveTo>
                  <a:cubicBezTo>
                    <a:pt x="0" y="73371"/>
                    <a:pt x="68334" y="0"/>
                    <a:pt x="152670" y="0"/>
                  </a:cubicBezTo>
                  <a:lnTo>
                    <a:pt x="10450299" y="0"/>
                  </a:lnTo>
                  <a:cubicBezTo>
                    <a:pt x="10534634" y="0"/>
                    <a:pt x="10602969" y="73371"/>
                    <a:pt x="10602969" y="163923"/>
                  </a:cubicBezTo>
                  <a:lnTo>
                    <a:pt x="10602969" y="2500537"/>
                  </a:lnTo>
                  <a:cubicBezTo>
                    <a:pt x="10602969" y="2591089"/>
                    <a:pt x="10534634" y="2664460"/>
                    <a:pt x="10450299" y="2664460"/>
                  </a:cubicBezTo>
                  <a:lnTo>
                    <a:pt x="152670" y="2664460"/>
                  </a:lnTo>
                  <a:cubicBezTo>
                    <a:pt x="68334" y="2664460"/>
                    <a:pt x="0" y="2591089"/>
                    <a:pt x="0" y="2500537"/>
                  </a:cubicBezTo>
                  <a:close/>
                </a:path>
              </a:pathLst>
            </a:custGeom>
            <a:solidFill>
              <a:srgbClr val="FFFFFF"/>
            </a:solidFill>
            <a:ln w="19050" cap="sq">
              <a:solidFill>
                <a:srgbClr val="ECEEF3"/>
              </a:solidFill>
              <a:prstDash val="solid"/>
              <a:miter/>
            </a:ln>
            <a:effectLst>
              <a:outerShdw blurRad="228600" dist="38100" dir="5400000" algn="t" rotWithShape="0">
                <a:srgbClr val="1F2A5A">
                  <a:alpha val="11000"/>
                </a:srgbClr>
              </a:outerShdw>
            </a:effectLst>
          </p:spPr>
          <p:txBody>
            <a:bodyPr/>
            <a:lstStyle/>
            <a:p>
              <a:endParaRPr/>
            </a:p>
          </p:txBody>
        </p:sp>
      </p:grpSp>
      <p:sp>
        <p:nvSpPr>
          <p:cNvPr id="17" name="TextBox 17"/>
          <p:cNvSpPr txBox="1"/>
          <p:nvPr/>
        </p:nvSpPr>
        <p:spPr>
          <a:xfrm>
            <a:off x="1176912" y="7614412"/>
            <a:ext cx="6858000" cy="295275"/>
          </a:xfrm>
          <a:prstGeom prst="rect">
            <a:avLst/>
          </a:prstGeom>
        </p:spPr>
        <p:txBody>
          <a:bodyPr lIns="0" tIns="0" rIns="0" bIns="0" rtlCol="0" anchor="t">
            <a:spAutoFit/>
          </a:bodyPr>
          <a:lstStyle/>
          <a:p>
            <a:pPr algn="l">
              <a:lnSpc>
                <a:spcPts val="2340"/>
              </a:lnSpc>
            </a:pPr>
            <a:r>
              <a:rPr lang="en-US" sz="1950" b="1" spc="7">
                <a:solidFill>
                  <a:srgbClr val="333333"/>
                </a:solidFill>
                <a:latin typeface="Noto Sans Kr Bold"/>
                <a:ea typeface="Noto Sans Kr Bold"/>
                <a:cs typeface="Noto Sans Kr Bold"/>
                <a:sym typeface="Noto Sans Kr Bold"/>
              </a:rPr>
              <a:t>제외 (향후 확장)</a:t>
            </a:r>
          </a:p>
        </p:txBody>
      </p:sp>
      <p:sp>
        <p:nvSpPr>
          <p:cNvPr id="18" name="TextBox 18"/>
          <p:cNvSpPr txBox="1"/>
          <p:nvPr/>
        </p:nvSpPr>
        <p:spPr>
          <a:xfrm>
            <a:off x="1176912" y="8064754"/>
            <a:ext cx="3634740" cy="1058418"/>
          </a:xfrm>
          <a:prstGeom prst="rect">
            <a:avLst/>
          </a:prstGeom>
        </p:spPr>
        <p:txBody>
          <a:bodyPr lIns="0" tIns="0" rIns="0" bIns="0" rtlCol="0" anchor="t">
            <a:spAutoFit/>
          </a:bodyPr>
          <a:lstStyle/>
          <a:p>
            <a:pPr marL="334803" lvl="1" indent="-167401" algn="l">
              <a:lnSpc>
                <a:spcPts val="2885"/>
              </a:lnSpc>
              <a:buFont typeface="Arial"/>
              <a:buChar char="•"/>
            </a:pPr>
            <a:r>
              <a:rPr lang="en-US" sz="1849" spc="7">
                <a:solidFill>
                  <a:srgbClr val="7F7F7F"/>
                </a:solidFill>
                <a:latin typeface="Noto Sans Kr"/>
                <a:ea typeface="Noto Sans Kr"/>
                <a:cs typeface="Noto Sans Kr"/>
                <a:sym typeface="Noto Sans Kr"/>
              </a:rPr>
              <a:t>모바일 앱 · 유료 결제</a:t>
            </a:r>
          </a:p>
          <a:p>
            <a:pPr marL="334803" lvl="1" indent="-167401" algn="l">
              <a:lnSpc>
                <a:spcPts val="2885"/>
              </a:lnSpc>
              <a:buFont typeface="Arial"/>
              <a:buChar char="•"/>
            </a:pPr>
            <a:r>
              <a:rPr lang="en-US" sz="1849" spc="7">
                <a:solidFill>
                  <a:srgbClr val="7F7F7F"/>
                </a:solidFill>
                <a:latin typeface="Noto Sans Kr"/>
                <a:ea typeface="Noto Sans Kr"/>
                <a:cs typeface="Noto Sans Kr"/>
                <a:sym typeface="Noto Sans Kr"/>
              </a:rPr>
              <a:t>기관용 관리자 기능</a:t>
            </a:r>
          </a:p>
          <a:p>
            <a:pPr marL="334803" lvl="1" indent="-167401" algn="l">
              <a:lnSpc>
                <a:spcPts val="2885"/>
              </a:lnSpc>
              <a:buFont typeface="Arial"/>
              <a:buChar char="•"/>
            </a:pPr>
            <a:r>
              <a:rPr lang="en-US" sz="1849" spc="7">
                <a:solidFill>
                  <a:srgbClr val="7F7F7F"/>
                </a:solidFill>
                <a:latin typeface="Noto Sans Kr"/>
                <a:ea typeface="Noto Sans Kr"/>
                <a:cs typeface="Noto Sans Kr"/>
                <a:sym typeface="Noto Sans Kr"/>
              </a:rPr>
              <a:t>공부 통계 · 친구 목록</a:t>
            </a:r>
          </a:p>
        </p:txBody>
      </p:sp>
      <p:sp>
        <p:nvSpPr>
          <p:cNvPr id="19" name="TextBox 19"/>
          <p:cNvSpPr txBox="1"/>
          <p:nvPr/>
        </p:nvSpPr>
        <p:spPr>
          <a:xfrm>
            <a:off x="4880232" y="8064754"/>
            <a:ext cx="3634740" cy="1058418"/>
          </a:xfrm>
          <a:prstGeom prst="rect">
            <a:avLst/>
          </a:prstGeom>
        </p:spPr>
        <p:txBody>
          <a:bodyPr lIns="0" tIns="0" rIns="0" bIns="0" rtlCol="0" anchor="t">
            <a:spAutoFit/>
          </a:bodyPr>
          <a:lstStyle/>
          <a:p>
            <a:pPr marL="334803" lvl="1" indent="-167401" algn="l">
              <a:lnSpc>
                <a:spcPts val="2885"/>
              </a:lnSpc>
              <a:buFont typeface="Arial"/>
              <a:buChar char="•"/>
            </a:pPr>
            <a:r>
              <a:rPr lang="en-US" sz="1849" spc="7">
                <a:solidFill>
                  <a:srgbClr val="7F7F7F"/>
                </a:solidFill>
                <a:latin typeface="Noto Sans Kr"/>
                <a:ea typeface="Noto Sans Kr"/>
                <a:cs typeface="Noto Sans Kr"/>
                <a:sym typeface="Noto Sans Kr"/>
              </a:rPr>
              <a:t>캐릭터 꾸미기 · 보상</a:t>
            </a:r>
          </a:p>
          <a:p>
            <a:pPr marL="334803" lvl="1" indent="-167401" algn="l">
              <a:lnSpc>
                <a:spcPts val="2885"/>
              </a:lnSpc>
              <a:buFont typeface="Arial"/>
              <a:buChar char="•"/>
            </a:pPr>
            <a:r>
              <a:rPr lang="en-US" sz="1849" spc="7">
                <a:solidFill>
                  <a:srgbClr val="7F7F7F"/>
                </a:solidFill>
                <a:latin typeface="Noto Sans Kr"/>
                <a:ea typeface="Noto Sans Kr"/>
                <a:cs typeface="Noto Sans Kr"/>
                <a:sym typeface="Noto Sans Kr"/>
              </a:rPr>
              <a:t>회의실 비밀번호 · 음성</a:t>
            </a:r>
          </a:p>
          <a:p>
            <a:pPr marL="334803" lvl="1" indent="-167401" algn="l">
              <a:lnSpc>
                <a:spcPts val="2885"/>
              </a:lnSpc>
              <a:buFont typeface="Arial"/>
              <a:buChar char="•"/>
            </a:pPr>
            <a:r>
              <a:rPr lang="en-US" sz="1849" spc="7">
                <a:solidFill>
                  <a:srgbClr val="7F7F7F"/>
                </a:solidFill>
                <a:latin typeface="Noto Sans Kr"/>
                <a:ea typeface="Noto Sans Kr"/>
                <a:cs typeface="Noto Sans Kr"/>
                <a:sym typeface="Noto Sans Kr"/>
              </a:rPr>
              <a:t>“+” 선점 · 고개 숙임 판정</a:t>
            </a:r>
          </a:p>
        </p:txBody>
      </p:sp>
      <p:sp>
        <p:nvSpPr>
          <p:cNvPr id="20" name="TextBox 20"/>
          <p:cNvSpPr txBox="1"/>
          <p:nvPr/>
        </p:nvSpPr>
        <p:spPr>
          <a:xfrm>
            <a:off x="9258300" y="2185035"/>
            <a:ext cx="8229600" cy="295275"/>
          </a:xfrm>
          <a:prstGeom prst="rect">
            <a:avLst/>
          </a:prstGeom>
        </p:spPr>
        <p:txBody>
          <a:bodyPr lIns="0" tIns="0" rIns="0" bIns="0" rtlCol="0" anchor="t">
            <a:spAutoFit/>
          </a:bodyPr>
          <a:lstStyle/>
          <a:p>
            <a:pPr algn="l">
              <a:lnSpc>
                <a:spcPts val="2340"/>
              </a:lnSpc>
            </a:pPr>
            <a:r>
              <a:rPr lang="en-US" sz="1950" b="1" spc="7">
                <a:solidFill>
                  <a:srgbClr val="333333"/>
                </a:solidFill>
                <a:latin typeface="Noto Sans Kr Bold"/>
                <a:ea typeface="Noto Sans Kr Bold"/>
                <a:cs typeface="Noto Sans Kr Bold"/>
                <a:sym typeface="Noto Sans Kr Bold"/>
              </a:rPr>
              <a:t>기존 서비스와의 차이</a:t>
            </a:r>
          </a:p>
        </p:txBody>
      </p:sp>
      <p:graphicFrame>
        <p:nvGraphicFramePr>
          <p:cNvPr id="21" name="Table 21"/>
          <p:cNvGraphicFramePr>
            <a:graphicFrameLocks noGrp="1"/>
          </p:cNvGraphicFramePr>
          <p:nvPr/>
        </p:nvGraphicFramePr>
        <p:xfrm>
          <a:off x="9258300" y="2733675"/>
          <a:ext cx="7987283" cy="5191127"/>
        </p:xfrm>
        <a:graphic>
          <a:graphicData uri="http://schemas.openxmlformats.org/drawingml/2006/table">
            <a:tbl>
              <a:tblPr/>
              <a:tblGrid>
                <a:gridCol w="3256271">
                  <a:extLst>
                    <a:ext uri="{9D8B030D-6E8A-4147-A177-3AD203B41FA5}">
                      <a16:colId xmlns:a16="http://schemas.microsoft.com/office/drawing/2014/main" val="20000"/>
                    </a:ext>
                  </a:extLst>
                </a:gridCol>
                <a:gridCol w="1577004">
                  <a:extLst>
                    <a:ext uri="{9D8B030D-6E8A-4147-A177-3AD203B41FA5}">
                      <a16:colId xmlns:a16="http://schemas.microsoft.com/office/drawing/2014/main" val="20001"/>
                    </a:ext>
                  </a:extLst>
                </a:gridCol>
                <a:gridCol w="1577004">
                  <a:extLst>
                    <a:ext uri="{9D8B030D-6E8A-4147-A177-3AD203B41FA5}">
                      <a16:colId xmlns:a16="http://schemas.microsoft.com/office/drawing/2014/main" val="20002"/>
                    </a:ext>
                  </a:extLst>
                </a:gridCol>
                <a:gridCol w="1577004">
                  <a:extLst>
                    <a:ext uri="{9D8B030D-6E8A-4147-A177-3AD203B41FA5}">
                      <a16:colId xmlns:a16="http://schemas.microsoft.com/office/drawing/2014/main" val="20003"/>
                    </a:ext>
                  </a:extLst>
                </a:gridCol>
              </a:tblGrid>
              <a:tr h="954251">
                <a:tc>
                  <a:txBody>
                    <a:bodyPr/>
                    <a:lstStyle/>
                    <a:p>
                      <a:pPr algn="ctr">
                        <a:lnSpc>
                          <a:spcPts val="1980"/>
                        </a:lnSpc>
                        <a:defRPr/>
                      </a:pPr>
                      <a:r>
                        <a:rPr lang="en-US" sz="1650" b="1" spc="6">
                          <a:solidFill>
                            <a:srgbClr val="FFFFFF"/>
                          </a:solidFill>
                          <a:latin typeface="Noto Sans Kr Bold"/>
                          <a:ea typeface="Noto Sans Kr Bold"/>
                          <a:cs typeface="Noto Sans Kr Bold"/>
                          <a:sym typeface="Noto Sans Kr Bold"/>
                        </a:rPr>
                        <a:t>서비스</a:t>
                      </a:r>
                      <a:endParaRPr lang="en-US" sz="1100"/>
                    </a:p>
                  </a:txBody>
                  <a:tcPr marL="28575" marR="28575" marT="28575" marB="28575" anchor="ctr">
                    <a:lnL w="9525" cap="flat" cmpd="sng" algn="ctr">
                      <a:solidFill>
                        <a:srgbClr val="DDE0E6"/>
                      </a:solidFill>
                      <a:prstDash val="solid"/>
                      <a:round/>
                      <a:headEnd type="none" w="med" len="med"/>
                      <a:tailEnd type="none" w="med" len="med"/>
                    </a:lnL>
                    <a:lnR w="9525" cap="flat" cmpd="sng" algn="ctr">
                      <a:solidFill>
                        <a:srgbClr val="DDE0E6"/>
                      </a:solidFill>
                      <a:prstDash val="solid"/>
                      <a:round/>
                      <a:headEnd type="none" w="med" len="med"/>
                      <a:tailEnd type="none" w="med" len="med"/>
                    </a:lnR>
                    <a:lnT w="9525" cap="flat" cmpd="sng" algn="ctr">
                      <a:solidFill>
                        <a:srgbClr val="DDE0E6"/>
                      </a:solidFill>
                      <a:prstDash val="solid"/>
                      <a:round/>
                      <a:headEnd type="none" w="med" len="med"/>
                      <a:tailEnd type="none" w="med" len="med"/>
                    </a:lnT>
                    <a:lnB w="9525" cap="flat" cmpd="sng" algn="ctr">
                      <a:solidFill>
                        <a:srgbClr val="DDE0E6"/>
                      </a:solidFill>
                      <a:prstDash val="solid"/>
                      <a:round/>
                      <a:headEnd type="none" w="med" len="med"/>
                      <a:tailEnd type="none" w="med" len="med"/>
                    </a:lnB>
                    <a:solidFill>
                      <a:srgbClr val="3C55CB"/>
                    </a:solidFill>
                  </a:tcPr>
                </a:tc>
                <a:tc>
                  <a:txBody>
                    <a:bodyPr/>
                    <a:lstStyle/>
                    <a:p>
                      <a:pPr algn="ctr">
                        <a:lnSpc>
                          <a:spcPts val="1980"/>
                        </a:lnSpc>
                        <a:defRPr/>
                      </a:pPr>
                      <a:r>
                        <a:rPr lang="en-US" sz="1650" b="1" spc="6">
                          <a:solidFill>
                            <a:srgbClr val="FFFFFF"/>
                          </a:solidFill>
                          <a:latin typeface="Noto Sans Kr Bold"/>
                          <a:ea typeface="Noto Sans Kr Bold"/>
                          <a:cs typeface="Noto Sans Kr Bold"/>
                          <a:sym typeface="Noto Sans Kr Bold"/>
                        </a:rPr>
                        <a:t>노출 없는</a:t>
                      </a:r>
                      <a:endParaRPr lang="en-US" sz="1100"/>
                    </a:p>
                    <a:p>
                      <a:pPr algn="ctr">
                        <a:lnSpc>
                          <a:spcPts val="1980"/>
                        </a:lnSpc>
                      </a:pPr>
                      <a:r>
                        <a:rPr lang="en-US" sz="1650" b="1" spc="6">
                          <a:solidFill>
                            <a:srgbClr val="FFFFFF"/>
                          </a:solidFill>
                          <a:latin typeface="Noto Sans Kr Bold"/>
                          <a:ea typeface="Noto Sans Kr Bold"/>
                          <a:cs typeface="Noto Sans Kr Bold"/>
                          <a:sym typeface="Noto Sans Kr Bold"/>
                        </a:rPr>
                        <a:t>참여</a:t>
                      </a:r>
                    </a:p>
                  </a:txBody>
                  <a:tcPr marL="28575" marR="28575" marT="28575" marB="28575" anchor="ctr">
                    <a:lnL w="9525" cap="flat" cmpd="sng" algn="ctr">
                      <a:solidFill>
                        <a:srgbClr val="DDE0E6"/>
                      </a:solidFill>
                      <a:prstDash val="solid"/>
                      <a:round/>
                      <a:headEnd type="none" w="med" len="med"/>
                      <a:tailEnd type="none" w="med" len="med"/>
                    </a:lnL>
                    <a:lnR w="9525" cap="flat" cmpd="sng" algn="ctr">
                      <a:solidFill>
                        <a:srgbClr val="DDE0E6"/>
                      </a:solidFill>
                      <a:prstDash val="solid"/>
                      <a:round/>
                      <a:headEnd type="none" w="med" len="med"/>
                      <a:tailEnd type="none" w="med" len="med"/>
                    </a:lnR>
                    <a:lnT w="9525" cap="flat" cmpd="sng" algn="ctr">
                      <a:solidFill>
                        <a:srgbClr val="DDE0E6"/>
                      </a:solidFill>
                      <a:prstDash val="solid"/>
                      <a:round/>
                      <a:headEnd type="none" w="med" len="med"/>
                      <a:tailEnd type="none" w="med" len="med"/>
                    </a:lnT>
                    <a:lnB w="9525" cap="flat" cmpd="sng" algn="ctr">
                      <a:solidFill>
                        <a:srgbClr val="DDE0E6"/>
                      </a:solidFill>
                      <a:prstDash val="solid"/>
                      <a:round/>
                      <a:headEnd type="none" w="med" len="med"/>
                      <a:tailEnd type="none" w="med" len="med"/>
                    </a:lnB>
                    <a:solidFill>
                      <a:srgbClr val="3C55CB"/>
                    </a:solidFill>
                  </a:tcPr>
                </a:tc>
                <a:tc>
                  <a:txBody>
                    <a:bodyPr/>
                    <a:lstStyle/>
                    <a:p>
                      <a:pPr algn="ctr">
                        <a:lnSpc>
                          <a:spcPts val="1980"/>
                        </a:lnSpc>
                        <a:defRPr/>
                      </a:pPr>
                      <a:r>
                        <a:rPr lang="en-US" sz="1650" b="1" spc="6">
                          <a:solidFill>
                            <a:srgbClr val="FFFFFF"/>
                          </a:solidFill>
                          <a:latin typeface="Noto Sans Kr Bold"/>
                          <a:ea typeface="Noto Sans Kr Bold"/>
                          <a:cs typeface="Noto Sans Kr Bold"/>
                          <a:sym typeface="Noto Sans Kr Bold"/>
                        </a:rPr>
                        <a:t>실제 집중</a:t>
                      </a:r>
                      <a:endParaRPr lang="en-US" sz="1100"/>
                    </a:p>
                    <a:p>
                      <a:pPr algn="ctr">
                        <a:lnSpc>
                          <a:spcPts val="1980"/>
                        </a:lnSpc>
                      </a:pPr>
                      <a:r>
                        <a:rPr lang="en-US" sz="1650" b="1" spc="6">
                          <a:solidFill>
                            <a:srgbClr val="FFFFFF"/>
                          </a:solidFill>
                          <a:latin typeface="Noto Sans Kr Bold"/>
                          <a:ea typeface="Noto Sans Kr Bold"/>
                          <a:cs typeface="Noto Sans Kr Bold"/>
                          <a:sym typeface="Noto Sans Kr Bold"/>
                        </a:rPr>
                        <a:t>상태 반영</a:t>
                      </a:r>
                    </a:p>
                  </a:txBody>
                  <a:tcPr marL="28575" marR="28575" marT="28575" marB="28575" anchor="ctr">
                    <a:lnL w="9525" cap="flat" cmpd="sng" algn="ctr">
                      <a:solidFill>
                        <a:srgbClr val="DDE0E6"/>
                      </a:solidFill>
                      <a:prstDash val="solid"/>
                      <a:round/>
                      <a:headEnd type="none" w="med" len="med"/>
                      <a:tailEnd type="none" w="med" len="med"/>
                    </a:lnL>
                    <a:lnR w="9525" cap="flat" cmpd="sng" algn="ctr">
                      <a:solidFill>
                        <a:srgbClr val="DDE0E6"/>
                      </a:solidFill>
                      <a:prstDash val="solid"/>
                      <a:round/>
                      <a:headEnd type="none" w="med" len="med"/>
                      <a:tailEnd type="none" w="med" len="med"/>
                    </a:lnR>
                    <a:lnT w="9525" cap="flat" cmpd="sng" algn="ctr">
                      <a:solidFill>
                        <a:srgbClr val="DDE0E6"/>
                      </a:solidFill>
                      <a:prstDash val="solid"/>
                      <a:round/>
                      <a:headEnd type="none" w="med" len="med"/>
                      <a:tailEnd type="none" w="med" len="med"/>
                    </a:lnT>
                    <a:lnB w="9525" cap="flat" cmpd="sng" algn="ctr">
                      <a:solidFill>
                        <a:srgbClr val="DDE0E6"/>
                      </a:solidFill>
                      <a:prstDash val="solid"/>
                      <a:round/>
                      <a:headEnd type="none" w="med" len="med"/>
                      <a:tailEnd type="none" w="med" len="med"/>
                    </a:lnB>
                    <a:solidFill>
                      <a:srgbClr val="3C55CB"/>
                    </a:solidFill>
                  </a:tcPr>
                </a:tc>
                <a:tc>
                  <a:txBody>
                    <a:bodyPr/>
                    <a:lstStyle/>
                    <a:p>
                      <a:pPr algn="ctr">
                        <a:lnSpc>
                          <a:spcPts val="1980"/>
                        </a:lnSpc>
                        <a:defRPr/>
                      </a:pPr>
                      <a:r>
                        <a:rPr lang="en-US" sz="1650" b="1" spc="6">
                          <a:solidFill>
                            <a:srgbClr val="FFFFFF"/>
                          </a:solidFill>
                          <a:latin typeface="Noto Sans Kr Bold"/>
                          <a:ea typeface="Noto Sans Kr Bold"/>
                          <a:cs typeface="Noto Sans Kr Bold"/>
                          <a:sym typeface="Noto Sans Kr Bold"/>
                        </a:rPr>
                        <a:t>자동 집중</a:t>
                      </a:r>
                      <a:endParaRPr lang="en-US" sz="1100"/>
                    </a:p>
                    <a:p>
                      <a:pPr algn="ctr">
                        <a:lnSpc>
                          <a:spcPts val="1980"/>
                        </a:lnSpc>
                      </a:pPr>
                      <a:r>
                        <a:rPr lang="en-US" sz="1650" b="1" spc="6">
                          <a:solidFill>
                            <a:srgbClr val="FFFFFF"/>
                          </a:solidFill>
                          <a:latin typeface="Noto Sans Kr Bold"/>
                          <a:ea typeface="Noto Sans Kr Bold"/>
                          <a:cs typeface="Noto Sans Kr Bold"/>
                          <a:sym typeface="Noto Sans Kr Bold"/>
                        </a:rPr>
                        <a:t>기록</a:t>
                      </a:r>
                    </a:p>
                  </a:txBody>
                  <a:tcPr marL="28575" marR="28575" marT="28575" marB="28575" anchor="ctr">
                    <a:lnL w="9525" cap="flat" cmpd="sng" algn="ctr">
                      <a:solidFill>
                        <a:srgbClr val="DDE0E6"/>
                      </a:solidFill>
                      <a:prstDash val="solid"/>
                      <a:round/>
                      <a:headEnd type="none" w="med" len="med"/>
                      <a:tailEnd type="none" w="med" len="med"/>
                    </a:lnL>
                    <a:lnR w="9525" cap="flat" cmpd="sng" algn="ctr">
                      <a:solidFill>
                        <a:srgbClr val="DDE0E6"/>
                      </a:solidFill>
                      <a:prstDash val="solid"/>
                      <a:round/>
                      <a:headEnd type="none" w="med" len="med"/>
                      <a:tailEnd type="none" w="med" len="med"/>
                    </a:lnR>
                    <a:lnT w="9525" cap="flat" cmpd="sng" algn="ctr">
                      <a:solidFill>
                        <a:srgbClr val="DDE0E6"/>
                      </a:solidFill>
                      <a:prstDash val="solid"/>
                      <a:round/>
                      <a:headEnd type="none" w="med" len="med"/>
                      <a:tailEnd type="none" w="med" len="med"/>
                    </a:lnT>
                    <a:lnB w="9525" cap="flat" cmpd="sng" algn="ctr">
                      <a:solidFill>
                        <a:srgbClr val="DDE0E6"/>
                      </a:solidFill>
                      <a:prstDash val="solid"/>
                      <a:round/>
                      <a:headEnd type="none" w="med" len="med"/>
                      <a:tailEnd type="none" w="med" len="med"/>
                    </a:lnB>
                    <a:solidFill>
                      <a:srgbClr val="3C55CB"/>
                    </a:solidFill>
                  </a:tcPr>
                </a:tc>
                <a:extLst>
                  <a:ext uri="{0D108BD9-81ED-4DB2-BD59-A6C34878D82A}">
                    <a16:rowId xmlns:a16="http://schemas.microsoft.com/office/drawing/2014/main" val="10000"/>
                  </a:ext>
                </a:extLst>
              </a:tr>
              <a:tr h="706146">
                <a:tc>
                  <a:txBody>
                    <a:bodyPr/>
                    <a:lstStyle/>
                    <a:p>
                      <a:pPr algn="ctr">
                        <a:lnSpc>
                          <a:spcPts val="1980"/>
                        </a:lnSpc>
                        <a:defRPr/>
                      </a:pPr>
                      <a:r>
                        <a:rPr lang="en-US" sz="1650" spc="6">
                          <a:solidFill>
                            <a:srgbClr val="333333"/>
                          </a:solidFill>
                          <a:latin typeface="Noto Sans Kr"/>
                          <a:ea typeface="Noto Sans Kr"/>
                          <a:cs typeface="Noto Sans Kr"/>
                          <a:sym typeface="Noto Sans Kr"/>
                        </a:rPr>
                        <a:t>스터디라이브 · 구루미</a:t>
                      </a:r>
                      <a:endParaRPr lang="en-US" sz="1100"/>
                    </a:p>
                  </a:txBody>
                  <a:tcPr marL="28575" marR="28575" marT="28575" marB="28575" anchor="ctr">
                    <a:lnL w="9525" cap="flat" cmpd="sng" algn="ctr">
                      <a:solidFill>
                        <a:srgbClr val="DDE0E6"/>
                      </a:solidFill>
                      <a:prstDash val="solid"/>
                      <a:round/>
                      <a:headEnd type="none" w="med" len="med"/>
                      <a:tailEnd type="none" w="med" len="med"/>
                    </a:lnL>
                    <a:lnR w="9525" cap="flat" cmpd="sng" algn="ctr">
                      <a:solidFill>
                        <a:srgbClr val="DDE0E6"/>
                      </a:solidFill>
                      <a:prstDash val="solid"/>
                      <a:round/>
                      <a:headEnd type="none" w="med" len="med"/>
                      <a:tailEnd type="none" w="med" len="med"/>
                    </a:lnR>
                    <a:lnT w="9525" cap="flat" cmpd="sng" algn="ctr">
                      <a:solidFill>
                        <a:srgbClr val="DDE0E6"/>
                      </a:solidFill>
                      <a:prstDash val="solid"/>
                      <a:round/>
                      <a:headEnd type="none" w="med" len="med"/>
                      <a:tailEnd type="none" w="med" len="med"/>
                    </a:lnT>
                    <a:lnB w="9525" cap="flat" cmpd="sng" algn="ctr">
                      <a:solidFill>
                        <a:srgbClr val="DDE0E6"/>
                      </a:solidFill>
                      <a:prstDash val="solid"/>
                      <a:round/>
                      <a:headEnd type="none" w="med" len="med"/>
                      <a:tailEnd type="none" w="med" len="med"/>
                    </a:lnB>
                    <a:solidFill>
                      <a:srgbClr val="FFFFFF"/>
                    </a:solidFill>
                  </a:tcPr>
                </a:tc>
                <a:tc>
                  <a:txBody>
                    <a:bodyPr/>
                    <a:lstStyle/>
                    <a:p>
                      <a:pPr algn="ctr">
                        <a:lnSpc>
                          <a:spcPts val="1980"/>
                        </a:lnSpc>
                        <a:defRPr/>
                      </a:pPr>
                      <a:r>
                        <a:rPr lang="en-US" sz="1650" b="1" spc="6">
                          <a:solidFill>
                            <a:srgbClr val="E5484D"/>
                          </a:solidFill>
                          <a:latin typeface="Noto Sans Kr Bold"/>
                          <a:ea typeface="Noto Sans Kr Bold"/>
                          <a:cs typeface="Noto Sans Kr Bold"/>
                          <a:sym typeface="Noto Sans Kr Bold"/>
                        </a:rPr>
                        <a:t>✕</a:t>
                      </a:r>
                      <a:endParaRPr lang="en-US" sz="1100"/>
                    </a:p>
                  </a:txBody>
                  <a:tcPr marL="28575" marR="28575" marT="28575" marB="28575" anchor="ctr">
                    <a:lnL w="9525" cap="flat" cmpd="sng" algn="ctr">
                      <a:solidFill>
                        <a:srgbClr val="DDE0E6"/>
                      </a:solidFill>
                      <a:prstDash val="solid"/>
                      <a:round/>
                      <a:headEnd type="none" w="med" len="med"/>
                      <a:tailEnd type="none" w="med" len="med"/>
                    </a:lnL>
                    <a:lnR w="9525" cap="flat" cmpd="sng" algn="ctr">
                      <a:solidFill>
                        <a:srgbClr val="DDE0E6"/>
                      </a:solidFill>
                      <a:prstDash val="solid"/>
                      <a:round/>
                      <a:headEnd type="none" w="med" len="med"/>
                      <a:tailEnd type="none" w="med" len="med"/>
                    </a:lnR>
                    <a:lnT w="9525" cap="flat" cmpd="sng" algn="ctr">
                      <a:solidFill>
                        <a:srgbClr val="DDE0E6"/>
                      </a:solidFill>
                      <a:prstDash val="solid"/>
                      <a:round/>
                      <a:headEnd type="none" w="med" len="med"/>
                      <a:tailEnd type="none" w="med" len="med"/>
                    </a:lnT>
                    <a:lnB w="9525" cap="flat" cmpd="sng" algn="ctr">
                      <a:solidFill>
                        <a:srgbClr val="DDE0E6"/>
                      </a:solidFill>
                      <a:prstDash val="solid"/>
                      <a:round/>
                      <a:headEnd type="none" w="med" len="med"/>
                      <a:tailEnd type="none" w="med" len="med"/>
                    </a:lnB>
                    <a:solidFill>
                      <a:srgbClr val="FFFFFF"/>
                    </a:solidFill>
                  </a:tcPr>
                </a:tc>
                <a:tc>
                  <a:txBody>
                    <a:bodyPr/>
                    <a:lstStyle/>
                    <a:p>
                      <a:pPr algn="ctr">
                        <a:lnSpc>
                          <a:spcPts val="1980"/>
                        </a:lnSpc>
                        <a:defRPr/>
                      </a:pPr>
                      <a:r>
                        <a:rPr lang="en-US" sz="1650" b="1" spc="6">
                          <a:solidFill>
                            <a:srgbClr val="2E8B57"/>
                          </a:solidFill>
                          <a:latin typeface="Noto Sans Kr Bold"/>
                          <a:ea typeface="Noto Sans Kr Bold"/>
                          <a:cs typeface="Noto Sans Kr Bold"/>
                          <a:sym typeface="Noto Sans Kr Bold"/>
                        </a:rPr>
                        <a:t>●</a:t>
                      </a:r>
                      <a:endParaRPr lang="en-US" sz="1100"/>
                    </a:p>
                  </a:txBody>
                  <a:tcPr marL="28575" marR="28575" marT="28575" marB="28575" anchor="ctr">
                    <a:lnL w="9525" cap="flat" cmpd="sng" algn="ctr">
                      <a:solidFill>
                        <a:srgbClr val="DDE0E6"/>
                      </a:solidFill>
                      <a:prstDash val="solid"/>
                      <a:round/>
                      <a:headEnd type="none" w="med" len="med"/>
                      <a:tailEnd type="none" w="med" len="med"/>
                    </a:lnL>
                    <a:lnR w="9525" cap="flat" cmpd="sng" algn="ctr">
                      <a:solidFill>
                        <a:srgbClr val="DDE0E6"/>
                      </a:solidFill>
                      <a:prstDash val="solid"/>
                      <a:round/>
                      <a:headEnd type="none" w="med" len="med"/>
                      <a:tailEnd type="none" w="med" len="med"/>
                    </a:lnR>
                    <a:lnT w="9525" cap="flat" cmpd="sng" algn="ctr">
                      <a:solidFill>
                        <a:srgbClr val="DDE0E6"/>
                      </a:solidFill>
                      <a:prstDash val="solid"/>
                      <a:round/>
                      <a:headEnd type="none" w="med" len="med"/>
                      <a:tailEnd type="none" w="med" len="med"/>
                    </a:lnT>
                    <a:lnB w="9525" cap="flat" cmpd="sng" algn="ctr">
                      <a:solidFill>
                        <a:srgbClr val="DDE0E6"/>
                      </a:solidFill>
                      <a:prstDash val="solid"/>
                      <a:round/>
                      <a:headEnd type="none" w="med" len="med"/>
                      <a:tailEnd type="none" w="med" len="med"/>
                    </a:lnB>
                    <a:solidFill>
                      <a:srgbClr val="FFFFFF"/>
                    </a:solidFill>
                  </a:tcPr>
                </a:tc>
                <a:tc>
                  <a:txBody>
                    <a:bodyPr/>
                    <a:lstStyle/>
                    <a:p>
                      <a:pPr algn="ctr">
                        <a:lnSpc>
                          <a:spcPts val="1980"/>
                        </a:lnSpc>
                        <a:defRPr/>
                      </a:pPr>
                      <a:r>
                        <a:rPr lang="en-US" sz="1650" b="1" spc="6">
                          <a:solidFill>
                            <a:srgbClr val="E5484D"/>
                          </a:solidFill>
                          <a:latin typeface="Noto Sans Kr Bold"/>
                          <a:ea typeface="Noto Sans Kr Bold"/>
                          <a:cs typeface="Noto Sans Kr Bold"/>
                          <a:sym typeface="Noto Sans Kr Bold"/>
                        </a:rPr>
                        <a:t>✕</a:t>
                      </a:r>
                      <a:endParaRPr lang="en-US" sz="1100"/>
                    </a:p>
                  </a:txBody>
                  <a:tcPr marL="28575" marR="28575" marT="28575" marB="28575" anchor="ctr">
                    <a:lnL w="9525" cap="flat" cmpd="sng" algn="ctr">
                      <a:solidFill>
                        <a:srgbClr val="DDE0E6"/>
                      </a:solidFill>
                      <a:prstDash val="solid"/>
                      <a:round/>
                      <a:headEnd type="none" w="med" len="med"/>
                      <a:tailEnd type="none" w="med" len="med"/>
                    </a:lnL>
                    <a:lnR w="9525" cap="flat" cmpd="sng" algn="ctr">
                      <a:solidFill>
                        <a:srgbClr val="DDE0E6"/>
                      </a:solidFill>
                      <a:prstDash val="solid"/>
                      <a:round/>
                      <a:headEnd type="none" w="med" len="med"/>
                      <a:tailEnd type="none" w="med" len="med"/>
                    </a:lnR>
                    <a:lnT w="9525" cap="flat" cmpd="sng" algn="ctr">
                      <a:solidFill>
                        <a:srgbClr val="DDE0E6"/>
                      </a:solidFill>
                      <a:prstDash val="solid"/>
                      <a:round/>
                      <a:headEnd type="none" w="med" len="med"/>
                      <a:tailEnd type="none" w="med" len="med"/>
                    </a:lnT>
                    <a:lnB w="9525" cap="flat" cmpd="sng" algn="ctr">
                      <a:solidFill>
                        <a:srgbClr val="DDE0E6"/>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06146">
                <a:tc>
                  <a:txBody>
                    <a:bodyPr/>
                    <a:lstStyle/>
                    <a:p>
                      <a:pPr algn="ctr">
                        <a:lnSpc>
                          <a:spcPts val="1980"/>
                        </a:lnSpc>
                        <a:defRPr/>
                      </a:pPr>
                      <a:r>
                        <a:rPr lang="en-US" sz="1650" spc="6">
                          <a:solidFill>
                            <a:srgbClr val="333333"/>
                          </a:solidFill>
                          <a:latin typeface="Noto Sans Kr"/>
                          <a:ea typeface="Noto Sans Kr"/>
                          <a:cs typeface="Noto Sans Kr"/>
                          <a:sym typeface="Noto Sans Kr"/>
                        </a:rPr>
                        <a:t>열품타 (공부 타이머)</a:t>
                      </a:r>
                      <a:endParaRPr lang="en-US" sz="1100"/>
                    </a:p>
                  </a:txBody>
                  <a:tcPr marL="28575" marR="28575" marT="28575" marB="28575" anchor="ctr">
                    <a:lnL w="9525" cap="flat" cmpd="sng" algn="ctr">
                      <a:solidFill>
                        <a:srgbClr val="DDE0E6"/>
                      </a:solidFill>
                      <a:prstDash val="solid"/>
                      <a:round/>
                      <a:headEnd type="none" w="med" len="med"/>
                      <a:tailEnd type="none" w="med" len="med"/>
                    </a:lnL>
                    <a:lnR w="9525" cap="flat" cmpd="sng" algn="ctr">
                      <a:solidFill>
                        <a:srgbClr val="DDE0E6"/>
                      </a:solidFill>
                      <a:prstDash val="solid"/>
                      <a:round/>
                      <a:headEnd type="none" w="med" len="med"/>
                      <a:tailEnd type="none" w="med" len="med"/>
                    </a:lnR>
                    <a:lnT w="9525" cap="flat" cmpd="sng" algn="ctr">
                      <a:solidFill>
                        <a:srgbClr val="DDE0E6"/>
                      </a:solidFill>
                      <a:prstDash val="solid"/>
                      <a:round/>
                      <a:headEnd type="none" w="med" len="med"/>
                      <a:tailEnd type="none" w="med" len="med"/>
                    </a:lnT>
                    <a:lnB w="9525" cap="flat" cmpd="sng" algn="ctr">
                      <a:solidFill>
                        <a:srgbClr val="DDE0E6"/>
                      </a:solidFill>
                      <a:prstDash val="solid"/>
                      <a:round/>
                      <a:headEnd type="none" w="med" len="med"/>
                      <a:tailEnd type="none" w="med" len="med"/>
                    </a:lnB>
                    <a:solidFill>
                      <a:srgbClr val="FFFFFF"/>
                    </a:solidFill>
                  </a:tcPr>
                </a:tc>
                <a:tc>
                  <a:txBody>
                    <a:bodyPr/>
                    <a:lstStyle/>
                    <a:p>
                      <a:pPr algn="ctr">
                        <a:lnSpc>
                          <a:spcPts val="1980"/>
                        </a:lnSpc>
                        <a:defRPr/>
                      </a:pPr>
                      <a:r>
                        <a:rPr lang="en-US" sz="1650" b="1" spc="6">
                          <a:solidFill>
                            <a:srgbClr val="2E8B57"/>
                          </a:solidFill>
                          <a:latin typeface="Noto Sans Kr Bold"/>
                          <a:ea typeface="Noto Sans Kr Bold"/>
                          <a:cs typeface="Noto Sans Kr Bold"/>
                          <a:sym typeface="Noto Sans Kr Bold"/>
                        </a:rPr>
                        <a:t>●</a:t>
                      </a:r>
                      <a:endParaRPr lang="en-US" sz="1100"/>
                    </a:p>
                  </a:txBody>
                  <a:tcPr marL="28575" marR="28575" marT="28575" marB="28575" anchor="ctr">
                    <a:lnL w="9525" cap="flat" cmpd="sng" algn="ctr">
                      <a:solidFill>
                        <a:srgbClr val="DDE0E6"/>
                      </a:solidFill>
                      <a:prstDash val="solid"/>
                      <a:round/>
                      <a:headEnd type="none" w="med" len="med"/>
                      <a:tailEnd type="none" w="med" len="med"/>
                    </a:lnL>
                    <a:lnR w="9525" cap="flat" cmpd="sng" algn="ctr">
                      <a:solidFill>
                        <a:srgbClr val="DDE0E6"/>
                      </a:solidFill>
                      <a:prstDash val="solid"/>
                      <a:round/>
                      <a:headEnd type="none" w="med" len="med"/>
                      <a:tailEnd type="none" w="med" len="med"/>
                    </a:lnR>
                    <a:lnT w="9525" cap="flat" cmpd="sng" algn="ctr">
                      <a:solidFill>
                        <a:srgbClr val="DDE0E6"/>
                      </a:solidFill>
                      <a:prstDash val="solid"/>
                      <a:round/>
                      <a:headEnd type="none" w="med" len="med"/>
                      <a:tailEnd type="none" w="med" len="med"/>
                    </a:lnT>
                    <a:lnB w="9525" cap="flat" cmpd="sng" algn="ctr">
                      <a:solidFill>
                        <a:srgbClr val="DDE0E6"/>
                      </a:solidFill>
                      <a:prstDash val="solid"/>
                      <a:round/>
                      <a:headEnd type="none" w="med" len="med"/>
                      <a:tailEnd type="none" w="med" len="med"/>
                    </a:lnB>
                    <a:solidFill>
                      <a:srgbClr val="FFFFFF"/>
                    </a:solidFill>
                  </a:tcPr>
                </a:tc>
                <a:tc>
                  <a:txBody>
                    <a:bodyPr/>
                    <a:lstStyle/>
                    <a:p>
                      <a:pPr algn="ctr">
                        <a:lnSpc>
                          <a:spcPts val="1980"/>
                        </a:lnSpc>
                        <a:defRPr/>
                      </a:pPr>
                      <a:r>
                        <a:rPr lang="en-US" sz="1650" b="1" spc="6">
                          <a:solidFill>
                            <a:srgbClr val="E5484D"/>
                          </a:solidFill>
                          <a:latin typeface="Noto Sans Kr Bold"/>
                          <a:ea typeface="Noto Sans Kr Bold"/>
                          <a:cs typeface="Noto Sans Kr Bold"/>
                          <a:sym typeface="Noto Sans Kr Bold"/>
                        </a:rPr>
                        <a:t>✕</a:t>
                      </a:r>
                      <a:endParaRPr lang="en-US" sz="1100"/>
                    </a:p>
                  </a:txBody>
                  <a:tcPr marL="28575" marR="28575" marT="28575" marB="28575" anchor="ctr">
                    <a:lnL w="9525" cap="flat" cmpd="sng" algn="ctr">
                      <a:solidFill>
                        <a:srgbClr val="DDE0E6"/>
                      </a:solidFill>
                      <a:prstDash val="solid"/>
                      <a:round/>
                      <a:headEnd type="none" w="med" len="med"/>
                      <a:tailEnd type="none" w="med" len="med"/>
                    </a:lnL>
                    <a:lnR w="9525" cap="flat" cmpd="sng" algn="ctr">
                      <a:solidFill>
                        <a:srgbClr val="DDE0E6"/>
                      </a:solidFill>
                      <a:prstDash val="solid"/>
                      <a:round/>
                      <a:headEnd type="none" w="med" len="med"/>
                      <a:tailEnd type="none" w="med" len="med"/>
                    </a:lnR>
                    <a:lnT w="9525" cap="flat" cmpd="sng" algn="ctr">
                      <a:solidFill>
                        <a:srgbClr val="DDE0E6"/>
                      </a:solidFill>
                      <a:prstDash val="solid"/>
                      <a:round/>
                      <a:headEnd type="none" w="med" len="med"/>
                      <a:tailEnd type="none" w="med" len="med"/>
                    </a:lnT>
                    <a:lnB w="9525" cap="flat" cmpd="sng" algn="ctr">
                      <a:solidFill>
                        <a:srgbClr val="DDE0E6"/>
                      </a:solidFill>
                      <a:prstDash val="solid"/>
                      <a:round/>
                      <a:headEnd type="none" w="med" len="med"/>
                      <a:tailEnd type="none" w="med" len="med"/>
                    </a:lnB>
                    <a:solidFill>
                      <a:srgbClr val="FFFFFF"/>
                    </a:solidFill>
                  </a:tcPr>
                </a:tc>
                <a:tc>
                  <a:txBody>
                    <a:bodyPr/>
                    <a:lstStyle/>
                    <a:p>
                      <a:pPr algn="ctr">
                        <a:lnSpc>
                          <a:spcPts val="1980"/>
                        </a:lnSpc>
                        <a:defRPr/>
                      </a:pPr>
                      <a:r>
                        <a:rPr lang="en-US" sz="1650" b="1" spc="6">
                          <a:solidFill>
                            <a:srgbClr val="3C55CB"/>
                          </a:solidFill>
                          <a:latin typeface="Noto Sans Kr Bold"/>
                          <a:ea typeface="Noto Sans Kr Bold"/>
                          <a:cs typeface="Noto Sans Kr Bold"/>
                          <a:sym typeface="Noto Sans Kr Bold"/>
                        </a:rPr>
                        <a:t>△</a:t>
                      </a:r>
                      <a:endParaRPr lang="en-US" sz="1100"/>
                    </a:p>
                  </a:txBody>
                  <a:tcPr marL="28575" marR="28575" marT="28575" marB="28575" anchor="ctr">
                    <a:lnL w="9525" cap="flat" cmpd="sng" algn="ctr">
                      <a:solidFill>
                        <a:srgbClr val="DDE0E6"/>
                      </a:solidFill>
                      <a:prstDash val="solid"/>
                      <a:round/>
                      <a:headEnd type="none" w="med" len="med"/>
                      <a:tailEnd type="none" w="med" len="med"/>
                    </a:lnL>
                    <a:lnR w="9525" cap="flat" cmpd="sng" algn="ctr">
                      <a:solidFill>
                        <a:srgbClr val="DDE0E6"/>
                      </a:solidFill>
                      <a:prstDash val="solid"/>
                      <a:round/>
                      <a:headEnd type="none" w="med" len="med"/>
                      <a:tailEnd type="none" w="med" len="med"/>
                    </a:lnR>
                    <a:lnT w="9525" cap="flat" cmpd="sng" algn="ctr">
                      <a:solidFill>
                        <a:srgbClr val="DDE0E6"/>
                      </a:solidFill>
                      <a:prstDash val="solid"/>
                      <a:round/>
                      <a:headEnd type="none" w="med" len="med"/>
                      <a:tailEnd type="none" w="med" len="med"/>
                    </a:lnT>
                    <a:lnB w="9525" cap="flat" cmpd="sng" algn="ctr">
                      <a:solidFill>
                        <a:srgbClr val="DDE0E6"/>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706146">
                <a:tc>
                  <a:txBody>
                    <a:bodyPr/>
                    <a:lstStyle/>
                    <a:p>
                      <a:pPr algn="ctr">
                        <a:lnSpc>
                          <a:spcPts val="1980"/>
                        </a:lnSpc>
                        <a:defRPr/>
                      </a:pPr>
                      <a:r>
                        <a:rPr lang="en-US" sz="1650" spc="6">
                          <a:solidFill>
                            <a:srgbClr val="333333"/>
                          </a:solidFill>
                          <a:latin typeface="Noto Sans Kr"/>
                          <a:ea typeface="Noto Sans Kr"/>
                          <a:cs typeface="Noto Sans Kr"/>
                          <a:sym typeface="Noto Sans Kr"/>
                        </a:rPr>
                        <a:t>캠스터디넷 (AI 감지)</a:t>
                      </a:r>
                      <a:endParaRPr lang="en-US" sz="1100"/>
                    </a:p>
                  </a:txBody>
                  <a:tcPr marL="28575" marR="28575" marT="28575" marB="28575" anchor="ctr">
                    <a:lnL w="9525" cap="flat" cmpd="sng" algn="ctr">
                      <a:solidFill>
                        <a:srgbClr val="DDE0E6"/>
                      </a:solidFill>
                      <a:prstDash val="solid"/>
                      <a:round/>
                      <a:headEnd type="none" w="med" len="med"/>
                      <a:tailEnd type="none" w="med" len="med"/>
                    </a:lnL>
                    <a:lnR w="9525" cap="flat" cmpd="sng" algn="ctr">
                      <a:solidFill>
                        <a:srgbClr val="DDE0E6"/>
                      </a:solidFill>
                      <a:prstDash val="solid"/>
                      <a:round/>
                      <a:headEnd type="none" w="med" len="med"/>
                      <a:tailEnd type="none" w="med" len="med"/>
                    </a:lnR>
                    <a:lnT w="9525" cap="flat" cmpd="sng" algn="ctr">
                      <a:solidFill>
                        <a:srgbClr val="DDE0E6"/>
                      </a:solidFill>
                      <a:prstDash val="solid"/>
                      <a:round/>
                      <a:headEnd type="none" w="med" len="med"/>
                      <a:tailEnd type="none" w="med" len="med"/>
                    </a:lnT>
                    <a:lnB w="9525" cap="flat" cmpd="sng" algn="ctr">
                      <a:solidFill>
                        <a:srgbClr val="DDE0E6"/>
                      </a:solidFill>
                      <a:prstDash val="solid"/>
                      <a:round/>
                      <a:headEnd type="none" w="med" len="med"/>
                      <a:tailEnd type="none" w="med" len="med"/>
                    </a:lnB>
                    <a:solidFill>
                      <a:srgbClr val="FFFFFF"/>
                    </a:solidFill>
                  </a:tcPr>
                </a:tc>
                <a:tc>
                  <a:txBody>
                    <a:bodyPr/>
                    <a:lstStyle/>
                    <a:p>
                      <a:pPr algn="ctr">
                        <a:lnSpc>
                          <a:spcPts val="1980"/>
                        </a:lnSpc>
                        <a:defRPr/>
                      </a:pPr>
                      <a:r>
                        <a:rPr lang="en-US" sz="1650" b="1" spc="6">
                          <a:solidFill>
                            <a:srgbClr val="E5484D"/>
                          </a:solidFill>
                          <a:latin typeface="Noto Sans Kr Bold"/>
                          <a:ea typeface="Noto Sans Kr Bold"/>
                          <a:cs typeface="Noto Sans Kr Bold"/>
                          <a:sym typeface="Noto Sans Kr Bold"/>
                        </a:rPr>
                        <a:t>✕</a:t>
                      </a:r>
                      <a:endParaRPr lang="en-US" sz="1100"/>
                    </a:p>
                  </a:txBody>
                  <a:tcPr marL="28575" marR="28575" marT="28575" marB="28575" anchor="ctr">
                    <a:lnL w="9525" cap="flat" cmpd="sng" algn="ctr">
                      <a:solidFill>
                        <a:srgbClr val="DDE0E6"/>
                      </a:solidFill>
                      <a:prstDash val="solid"/>
                      <a:round/>
                      <a:headEnd type="none" w="med" len="med"/>
                      <a:tailEnd type="none" w="med" len="med"/>
                    </a:lnL>
                    <a:lnR w="9525" cap="flat" cmpd="sng" algn="ctr">
                      <a:solidFill>
                        <a:srgbClr val="DDE0E6"/>
                      </a:solidFill>
                      <a:prstDash val="solid"/>
                      <a:round/>
                      <a:headEnd type="none" w="med" len="med"/>
                      <a:tailEnd type="none" w="med" len="med"/>
                    </a:lnR>
                    <a:lnT w="9525" cap="flat" cmpd="sng" algn="ctr">
                      <a:solidFill>
                        <a:srgbClr val="DDE0E6"/>
                      </a:solidFill>
                      <a:prstDash val="solid"/>
                      <a:round/>
                      <a:headEnd type="none" w="med" len="med"/>
                      <a:tailEnd type="none" w="med" len="med"/>
                    </a:lnT>
                    <a:lnB w="9525" cap="flat" cmpd="sng" algn="ctr">
                      <a:solidFill>
                        <a:srgbClr val="DDE0E6"/>
                      </a:solidFill>
                      <a:prstDash val="solid"/>
                      <a:round/>
                      <a:headEnd type="none" w="med" len="med"/>
                      <a:tailEnd type="none" w="med" len="med"/>
                    </a:lnB>
                    <a:solidFill>
                      <a:srgbClr val="FFFFFF"/>
                    </a:solidFill>
                  </a:tcPr>
                </a:tc>
                <a:tc>
                  <a:txBody>
                    <a:bodyPr/>
                    <a:lstStyle/>
                    <a:p>
                      <a:pPr algn="ctr">
                        <a:lnSpc>
                          <a:spcPts val="1980"/>
                        </a:lnSpc>
                        <a:defRPr/>
                      </a:pPr>
                      <a:r>
                        <a:rPr lang="en-US" sz="1650" b="1" spc="6">
                          <a:solidFill>
                            <a:srgbClr val="2E8B57"/>
                          </a:solidFill>
                          <a:latin typeface="Noto Sans Kr Bold"/>
                          <a:ea typeface="Noto Sans Kr Bold"/>
                          <a:cs typeface="Noto Sans Kr Bold"/>
                          <a:sym typeface="Noto Sans Kr Bold"/>
                        </a:rPr>
                        <a:t>●</a:t>
                      </a:r>
                      <a:endParaRPr lang="en-US" sz="1100"/>
                    </a:p>
                  </a:txBody>
                  <a:tcPr marL="28575" marR="28575" marT="28575" marB="28575" anchor="ctr">
                    <a:lnL w="9525" cap="flat" cmpd="sng" algn="ctr">
                      <a:solidFill>
                        <a:srgbClr val="DDE0E6"/>
                      </a:solidFill>
                      <a:prstDash val="solid"/>
                      <a:round/>
                      <a:headEnd type="none" w="med" len="med"/>
                      <a:tailEnd type="none" w="med" len="med"/>
                    </a:lnL>
                    <a:lnR w="9525" cap="flat" cmpd="sng" algn="ctr">
                      <a:solidFill>
                        <a:srgbClr val="DDE0E6"/>
                      </a:solidFill>
                      <a:prstDash val="solid"/>
                      <a:round/>
                      <a:headEnd type="none" w="med" len="med"/>
                      <a:tailEnd type="none" w="med" len="med"/>
                    </a:lnR>
                    <a:lnT w="9525" cap="flat" cmpd="sng" algn="ctr">
                      <a:solidFill>
                        <a:srgbClr val="DDE0E6"/>
                      </a:solidFill>
                      <a:prstDash val="solid"/>
                      <a:round/>
                      <a:headEnd type="none" w="med" len="med"/>
                      <a:tailEnd type="none" w="med" len="med"/>
                    </a:lnT>
                    <a:lnB w="9525" cap="flat" cmpd="sng" algn="ctr">
                      <a:solidFill>
                        <a:srgbClr val="DDE0E6"/>
                      </a:solidFill>
                      <a:prstDash val="solid"/>
                      <a:round/>
                      <a:headEnd type="none" w="med" len="med"/>
                      <a:tailEnd type="none" w="med" len="med"/>
                    </a:lnB>
                    <a:solidFill>
                      <a:srgbClr val="FFFFFF"/>
                    </a:solidFill>
                  </a:tcPr>
                </a:tc>
                <a:tc>
                  <a:txBody>
                    <a:bodyPr/>
                    <a:lstStyle/>
                    <a:p>
                      <a:pPr algn="ctr">
                        <a:lnSpc>
                          <a:spcPts val="1980"/>
                        </a:lnSpc>
                        <a:defRPr/>
                      </a:pPr>
                      <a:r>
                        <a:rPr lang="en-US" sz="1650" b="1" spc="6">
                          <a:solidFill>
                            <a:srgbClr val="3C55CB"/>
                          </a:solidFill>
                          <a:latin typeface="Noto Sans Kr Bold"/>
                          <a:ea typeface="Noto Sans Kr Bold"/>
                          <a:cs typeface="Noto Sans Kr Bold"/>
                          <a:sym typeface="Noto Sans Kr Bold"/>
                        </a:rPr>
                        <a:t>△</a:t>
                      </a:r>
                      <a:endParaRPr lang="en-US" sz="1100"/>
                    </a:p>
                  </a:txBody>
                  <a:tcPr marL="28575" marR="28575" marT="28575" marB="28575" anchor="ctr">
                    <a:lnL w="9525" cap="flat" cmpd="sng" algn="ctr">
                      <a:solidFill>
                        <a:srgbClr val="DDE0E6"/>
                      </a:solidFill>
                      <a:prstDash val="solid"/>
                      <a:round/>
                      <a:headEnd type="none" w="med" len="med"/>
                      <a:tailEnd type="none" w="med" len="med"/>
                    </a:lnL>
                    <a:lnR w="9525" cap="flat" cmpd="sng" algn="ctr">
                      <a:solidFill>
                        <a:srgbClr val="DDE0E6"/>
                      </a:solidFill>
                      <a:prstDash val="solid"/>
                      <a:round/>
                      <a:headEnd type="none" w="med" len="med"/>
                      <a:tailEnd type="none" w="med" len="med"/>
                    </a:lnR>
                    <a:lnT w="9525" cap="flat" cmpd="sng" algn="ctr">
                      <a:solidFill>
                        <a:srgbClr val="DDE0E6"/>
                      </a:solidFill>
                      <a:prstDash val="solid"/>
                      <a:round/>
                      <a:headEnd type="none" w="med" len="med"/>
                      <a:tailEnd type="none" w="med" len="med"/>
                    </a:lnT>
                    <a:lnB w="9525" cap="flat" cmpd="sng" algn="ctr">
                      <a:solidFill>
                        <a:srgbClr val="DDE0E6"/>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706146">
                <a:tc>
                  <a:txBody>
                    <a:bodyPr/>
                    <a:lstStyle/>
                    <a:p>
                      <a:pPr algn="ctr">
                        <a:lnSpc>
                          <a:spcPts val="1980"/>
                        </a:lnSpc>
                        <a:defRPr/>
                      </a:pPr>
                      <a:r>
                        <a:rPr lang="en-US" sz="1650" spc="6">
                          <a:solidFill>
                            <a:srgbClr val="333333"/>
                          </a:solidFill>
                          <a:latin typeface="Noto Sans Kr"/>
                          <a:ea typeface="Noto Sans Kr"/>
                          <a:cs typeface="Noto Sans Kr"/>
                          <a:sym typeface="Noto Sans Kr"/>
                        </a:rPr>
                        <a:t>Gather</a:t>
                      </a:r>
                      <a:endParaRPr lang="en-US" sz="1100"/>
                    </a:p>
                  </a:txBody>
                  <a:tcPr marL="28575" marR="28575" marT="28575" marB="28575" anchor="ctr">
                    <a:lnL w="9525" cap="flat" cmpd="sng" algn="ctr">
                      <a:solidFill>
                        <a:srgbClr val="DDE0E6"/>
                      </a:solidFill>
                      <a:prstDash val="solid"/>
                      <a:round/>
                      <a:headEnd type="none" w="med" len="med"/>
                      <a:tailEnd type="none" w="med" len="med"/>
                    </a:lnL>
                    <a:lnR w="9525" cap="flat" cmpd="sng" algn="ctr">
                      <a:solidFill>
                        <a:srgbClr val="DDE0E6"/>
                      </a:solidFill>
                      <a:prstDash val="solid"/>
                      <a:round/>
                      <a:headEnd type="none" w="med" len="med"/>
                      <a:tailEnd type="none" w="med" len="med"/>
                    </a:lnR>
                    <a:lnT w="9525" cap="flat" cmpd="sng" algn="ctr">
                      <a:solidFill>
                        <a:srgbClr val="DDE0E6"/>
                      </a:solidFill>
                      <a:prstDash val="solid"/>
                      <a:round/>
                      <a:headEnd type="none" w="med" len="med"/>
                      <a:tailEnd type="none" w="med" len="med"/>
                    </a:lnT>
                    <a:lnB w="9525" cap="flat" cmpd="sng" algn="ctr">
                      <a:solidFill>
                        <a:srgbClr val="DDE0E6"/>
                      </a:solidFill>
                      <a:prstDash val="solid"/>
                      <a:round/>
                      <a:headEnd type="none" w="med" len="med"/>
                      <a:tailEnd type="none" w="med" len="med"/>
                    </a:lnB>
                    <a:solidFill>
                      <a:srgbClr val="FFFFFF"/>
                    </a:solidFill>
                  </a:tcPr>
                </a:tc>
                <a:tc>
                  <a:txBody>
                    <a:bodyPr/>
                    <a:lstStyle/>
                    <a:p>
                      <a:pPr algn="ctr">
                        <a:lnSpc>
                          <a:spcPts val="1980"/>
                        </a:lnSpc>
                        <a:defRPr/>
                      </a:pPr>
                      <a:r>
                        <a:rPr lang="en-US" sz="1650" b="1" spc="6">
                          <a:solidFill>
                            <a:srgbClr val="3C55CB"/>
                          </a:solidFill>
                          <a:latin typeface="Noto Sans Kr Bold"/>
                          <a:ea typeface="Noto Sans Kr Bold"/>
                          <a:cs typeface="Noto Sans Kr Bold"/>
                          <a:sym typeface="Noto Sans Kr Bold"/>
                        </a:rPr>
                        <a:t>△</a:t>
                      </a:r>
                      <a:endParaRPr lang="en-US" sz="1100"/>
                    </a:p>
                  </a:txBody>
                  <a:tcPr marL="28575" marR="28575" marT="28575" marB="28575" anchor="ctr">
                    <a:lnL w="9525" cap="flat" cmpd="sng" algn="ctr">
                      <a:solidFill>
                        <a:srgbClr val="DDE0E6"/>
                      </a:solidFill>
                      <a:prstDash val="solid"/>
                      <a:round/>
                      <a:headEnd type="none" w="med" len="med"/>
                      <a:tailEnd type="none" w="med" len="med"/>
                    </a:lnL>
                    <a:lnR w="9525" cap="flat" cmpd="sng" algn="ctr">
                      <a:solidFill>
                        <a:srgbClr val="DDE0E6"/>
                      </a:solidFill>
                      <a:prstDash val="solid"/>
                      <a:round/>
                      <a:headEnd type="none" w="med" len="med"/>
                      <a:tailEnd type="none" w="med" len="med"/>
                    </a:lnR>
                    <a:lnT w="9525" cap="flat" cmpd="sng" algn="ctr">
                      <a:solidFill>
                        <a:srgbClr val="DDE0E6"/>
                      </a:solidFill>
                      <a:prstDash val="solid"/>
                      <a:round/>
                      <a:headEnd type="none" w="med" len="med"/>
                      <a:tailEnd type="none" w="med" len="med"/>
                    </a:lnT>
                    <a:lnB w="9525" cap="flat" cmpd="sng" algn="ctr">
                      <a:solidFill>
                        <a:srgbClr val="DDE0E6"/>
                      </a:solidFill>
                      <a:prstDash val="solid"/>
                      <a:round/>
                      <a:headEnd type="none" w="med" len="med"/>
                      <a:tailEnd type="none" w="med" len="med"/>
                    </a:lnB>
                    <a:solidFill>
                      <a:srgbClr val="FFFFFF"/>
                    </a:solidFill>
                  </a:tcPr>
                </a:tc>
                <a:tc>
                  <a:txBody>
                    <a:bodyPr/>
                    <a:lstStyle/>
                    <a:p>
                      <a:pPr algn="ctr">
                        <a:lnSpc>
                          <a:spcPts val="1980"/>
                        </a:lnSpc>
                        <a:defRPr/>
                      </a:pPr>
                      <a:r>
                        <a:rPr lang="en-US" sz="1650" b="1" spc="6">
                          <a:solidFill>
                            <a:srgbClr val="E5484D"/>
                          </a:solidFill>
                          <a:latin typeface="Noto Sans Kr Bold"/>
                          <a:ea typeface="Noto Sans Kr Bold"/>
                          <a:cs typeface="Noto Sans Kr Bold"/>
                          <a:sym typeface="Noto Sans Kr Bold"/>
                        </a:rPr>
                        <a:t>✕</a:t>
                      </a:r>
                      <a:endParaRPr lang="en-US" sz="1100"/>
                    </a:p>
                  </a:txBody>
                  <a:tcPr marL="28575" marR="28575" marT="28575" marB="28575" anchor="ctr">
                    <a:lnL w="9525" cap="flat" cmpd="sng" algn="ctr">
                      <a:solidFill>
                        <a:srgbClr val="DDE0E6"/>
                      </a:solidFill>
                      <a:prstDash val="solid"/>
                      <a:round/>
                      <a:headEnd type="none" w="med" len="med"/>
                      <a:tailEnd type="none" w="med" len="med"/>
                    </a:lnL>
                    <a:lnR w="9525" cap="flat" cmpd="sng" algn="ctr">
                      <a:solidFill>
                        <a:srgbClr val="DDE0E6"/>
                      </a:solidFill>
                      <a:prstDash val="solid"/>
                      <a:round/>
                      <a:headEnd type="none" w="med" len="med"/>
                      <a:tailEnd type="none" w="med" len="med"/>
                    </a:lnR>
                    <a:lnT w="9525" cap="flat" cmpd="sng" algn="ctr">
                      <a:solidFill>
                        <a:srgbClr val="DDE0E6"/>
                      </a:solidFill>
                      <a:prstDash val="solid"/>
                      <a:round/>
                      <a:headEnd type="none" w="med" len="med"/>
                      <a:tailEnd type="none" w="med" len="med"/>
                    </a:lnT>
                    <a:lnB w="9525" cap="flat" cmpd="sng" algn="ctr">
                      <a:solidFill>
                        <a:srgbClr val="DDE0E6"/>
                      </a:solidFill>
                      <a:prstDash val="solid"/>
                      <a:round/>
                      <a:headEnd type="none" w="med" len="med"/>
                      <a:tailEnd type="none" w="med" len="med"/>
                    </a:lnB>
                    <a:solidFill>
                      <a:srgbClr val="FFFFFF"/>
                    </a:solidFill>
                  </a:tcPr>
                </a:tc>
                <a:tc>
                  <a:txBody>
                    <a:bodyPr/>
                    <a:lstStyle/>
                    <a:p>
                      <a:pPr algn="ctr">
                        <a:lnSpc>
                          <a:spcPts val="1980"/>
                        </a:lnSpc>
                        <a:defRPr/>
                      </a:pPr>
                      <a:r>
                        <a:rPr lang="en-US" sz="1650" b="1" spc="6">
                          <a:solidFill>
                            <a:srgbClr val="E5484D"/>
                          </a:solidFill>
                          <a:latin typeface="Noto Sans Kr Bold"/>
                          <a:ea typeface="Noto Sans Kr Bold"/>
                          <a:cs typeface="Noto Sans Kr Bold"/>
                          <a:sym typeface="Noto Sans Kr Bold"/>
                        </a:rPr>
                        <a:t>✕</a:t>
                      </a:r>
                      <a:endParaRPr lang="en-US" sz="1100"/>
                    </a:p>
                  </a:txBody>
                  <a:tcPr marL="28575" marR="28575" marT="28575" marB="28575" anchor="ctr">
                    <a:lnL w="9525" cap="flat" cmpd="sng" algn="ctr">
                      <a:solidFill>
                        <a:srgbClr val="DDE0E6"/>
                      </a:solidFill>
                      <a:prstDash val="solid"/>
                      <a:round/>
                      <a:headEnd type="none" w="med" len="med"/>
                      <a:tailEnd type="none" w="med" len="med"/>
                    </a:lnL>
                    <a:lnR w="9525" cap="flat" cmpd="sng" algn="ctr">
                      <a:solidFill>
                        <a:srgbClr val="DDE0E6"/>
                      </a:solidFill>
                      <a:prstDash val="solid"/>
                      <a:round/>
                      <a:headEnd type="none" w="med" len="med"/>
                      <a:tailEnd type="none" w="med" len="med"/>
                    </a:lnR>
                    <a:lnT w="9525" cap="flat" cmpd="sng" algn="ctr">
                      <a:solidFill>
                        <a:srgbClr val="DDE0E6"/>
                      </a:solidFill>
                      <a:prstDash val="solid"/>
                      <a:round/>
                      <a:headEnd type="none" w="med" len="med"/>
                      <a:tailEnd type="none" w="med" len="med"/>
                    </a:lnT>
                    <a:lnB w="9525" cap="flat" cmpd="sng" algn="ctr">
                      <a:solidFill>
                        <a:srgbClr val="DDE0E6"/>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706146">
                <a:tc>
                  <a:txBody>
                    <a:bodyPr/>
                    <a:lstStyle/>
                    <a:p>
                      <a:pPr algn="ctr">
                        <a:lnSpc>
                          <a:spcPts val="1980"/>
                        </a:lnSpc>
                        <a:defRPr/>
                      </a:pPr>
                      <a:r>
                        <a:rPr lang="en-US" sz="1650" spc="6">
                          <a:solidFill>
                            <a:srgbClr val="333333"/>
                          </a:solidFill>
                          <a:latin typeface="Noto Sans Kr"/>
                          <a:ea typeface="Noto Sans Kr"/>
                          <a:cs typeface="Noto Sans Kr"/>
                          <a:sym typeface="Noto Sans Kr"/>
                        </a:rPr>
                        <a:t>ZEP · Flat.social</a:t>
                      </a:r>
                      <a:endParaRPr lang="en-US" sz="1100"/>
                    </a:p>
                  </a:txBody>
                  <a:tcPr marL="28575" marR="28575" marT="28575" marB="28575" anchor="ctr">
                    <a:lnL w="9525" cap="flat" cmpd="sng" algn="ctr">
                      <a:solidFill>
                        <a:srgbClr val="DDE0E6"/>
                      </a:solidFill>
                      <a:prstDash val="solid"/>
                      <a:round/>
                      <a:headEnd type="none" w="med" len="med"/>
                      <a:tailEnd type="none" w="med" len="med"/>
                    </a:lnL>
                    <a:lnR w="9525" cap="flat" cmpd="sng" algn="ctr">
                      <a:solidFill>
                        <a:srgbClr val="DDE0E6"/>
                      </a:solidFill>
                      <a:prstDash val="solid"/>
                      <a:round/>
                      <a:headEnd type="none" w="med" len="med"/>
                      <a:tailEnd type="none" w="med" len="med"/>
                    </a:lnR>
                    <a:lnT w="9525" cap="flat" cmpd="sng" algn="ctr">
                      <a:solidFill>
                        <a:srgbClr val="DDE0E6"/>
                      </a:solidFill>
                      <a:prstDash val="solid"/>
                      <a:round/>
                      <a:headEnd type="none" w="med" len="med"/>
                      <a:tailEnd type="none" w="med" len="med"/>
                    </a:lnT>
                    <a:lnB w="9525" cap="flat" cmpd="sng" algn="ctr">
                      <a:solidFill>
                        <a:srgbClr val="DDE0E6"/>
                      </a:solidFill>
                      <a:prstDash val="solid"/>
                      <a:round/>
                      <a:headEnd type="none" w="med" len="med"/>
                      <a:tailEnd type="none" w="med" len="med"/>
                    </a:lnB>
                    <a:solidFill>
                      <a:srgbClr val="FFFFFF"/>
                    </a:solidFill>
                  </a:tcPr>
                </a:tc>
                <a:tc>
                  <a:txBody>
                    <a:bodyPr/>
                    <a:lstStyle/>
                    <a:p>
                      <a:pPr algn="ctr">
                        <a:lnSpc>
                          <a:spcPts val="1980"/>
                        </a:lnSpc>
                        <a:defRPr/>
                      </a:pPr>
                      <a:r>
                        <a:rPr lang="en-US" sz="1650" b="1" spc="6">
                          <a:solidFill>
                            <a:srgbClr val="2E8B57"/>
                          </a:solidFill>
                          <a:latin typeface="Noto Sans Kr Bold"/>
                          <a:ea typeface="Noto Sans Kr Bold"/>
                          <a:cs typeface="Noto Sans Kr Bold"/>
                          <a:sym typeface="Noto Sans Kr Bold"/>
                        </a:rPr>
                        <a:t>●</a:t>
                      </a:r>
                      <a:endParaRPr lang="en-US" sz="1100"/>
                    </a:p>
                  </a:txBody>
                  <a:tcPr marL="28575" marR="28575" marT="28575" marB="28575" anchor="ctr">
                    <a:lnL w="9525" cap="flat" cmpd="sng" algn="ctr">
                      <a:solidFill>
                        <a:srgbClr val="DDE0E6"/>
                      </a:solidFill>
                      <a:prstDash val="solid"/>
                      <a:round/>
                      <a:headEnd type="none" w="med" len="med"/>
                      <a:tailEnd type="none" w="med" len="med"/>
                    </a:lnL>
                    <a:lnR w="9525" cap="flat" cmpd="sng" algn="ctr">
                      <a:solidFill>
                        <a:srgbClr val="DDE0E6"/>
                      </a:solidFill>
                      <a:prstDash val="solid"/>
                      <a:round/>
                      <a:headEnd type="none" w="med" len="med"/>
                      <a:tailEnd type="none" w="med" len="med"/>
                    </a:lnR>
                    <a:lnT w="9525" cap="flat" cmpd="sng" algn="ctr">
                      <a:solidFill>
                        <a:srgbClr val="DDE0E6"/>
                      </a:solidFill>
                      <a:prstDash val="solid"/>
                      <a:round/>
                      <a:headEnd type="none" w="med" len="med"/>
                      <a:tailEnd type="none" w="med" len="med"/>
                    </a:lnT>
                    <a:lnB w="9525" cap="flat" cmpd="sng" algn="ctr">
                      <a:solidFill>
                        <a:srgbClr val="DDE0E6"/>
                      </a:solidFill>
                      <a:prstDash val="solid"/>
                      <a:round/>
                      <a:headEnd type="none" w="med" len="med"/>
                      <a:tailEnd type="none" w="med" len="med"/>
                    </a:lnB>
                    <a:solidFill>
                      <a:srgbClr val="FFFFFF"/>
                    </a:solidFill>
                  </a:tcPr>
                </a:tc>
                <a:tc>
                  <a:txBody>
                    <a:bodyPr/>
                    <a:lstStyle/>
                    <a:p>
                      <a:pPr algn="ctr">
                        <a:lnSpc>
                          <a:spcPts val="1980"/>
                        </a:lnSpc>
                        <a:defRPr/>
                      </a:pPr>
                      <a:r>
                        <a:rPr lang="en-US" sz="1650" b="1" spc="6">
                          <a:solidFill>
                            <a:srgbClr val="E5484D"/>
                          </a:solidFill>
                          <a:latin typeface="Noto Sans Kr Bold"/>
                          <a:ea typeface="Noto Sans Kr Bold"/>
                          <a:cs typeface="Noto Sans Kr Bold"/>
                          <a:sym typeface="Noto Sans Kr Bold"/>
                        </a:rPr>
                        <a:t>✕</a:t>
                      </a:r>
                      <a:endParaRPr lang="en-US" sz="1100"/>
                    </a:p>
                  </a:txBody>
                  <a:tcPr marL="28575" marR="28575" marT="28575" marB="28575" anchor="ctr">
                    <a:lnL w="9525" cap="flat" cmpd="sng" algn="ctr">
                      <a:solidFill>
                        <a:srgbClr val="DDE0E6"/>
                      </a:solidFill>
                      <a:prstDash val="solid"/>
                      <a:round/>
                      <a:headEnd type="none" w="med" len="med"/>
                      <a:tailEnd type="none" w="med" len="med"/>
                    </a:lnL>
                    <a:lnR w="9525" cap="flat" cmpd="sng" algn="ctr">
                      <a:solidFill>
                        <a:srgbClr val="DDE0E6"/>
                      </a:solidFill>
                      <a:prstDash val="solid"/>
                      <a:round/>
                      <a:headEnd type="none" w="med" len="med"/>
                      <a:tailEnd type="none" w="med" len="med"/>
                    </a:lnR>
                    <a:lnT w="9525" cap="flat" cmpd="sng" algn="ctr">
                      <a:solidFill>
                        <a:srgbClr val="DDE0E6"/>
                      </a:solidFill>
                      <a:prstDash val="solid"/>
                      <a:round/>
                      <a:headEnd type="none" w="med" len="med"/>
                      <a:tailEnd type="none" w="med" len="med"/>
                    </a:lnT>
                    <a:lnB w="9525" cap="flat" cmpd="sng" algn="ctr">
                      <a:solidFill>
                        <a:srgbClr val="DDE0E6"/>
                      </a:solidFill>
                      <a:prstDash val="solid"/>
                      <a:round/>
                      <a:headEnd type="none" w="med" len="med"/>
                      <a:tailEnd type="none" w="med" len="med"/>
                    </a:lnB>
                    <a:solidFill>
                      <a:srgbClr val="FFFFFF"/>
                    </a:solidFill>
                  </a:tcPr>
                </a:tc>
                <a:tc>
                  <a:txBody>
                    <a:bodyPr/>
                    <a:lstStyle/>
                    <a:p>
                      <a:pPr algn="ctr">
                        <a:lnSpc>
                          <a:spcPts val="1980"/>
                        </a:lnSpc>
                        <a:defRPr/>
                      </a:pPr>
                      <a:r>
                        <a:rPr lang="en-US" sz="1650" b="1" spc="6">
                          <a:solidFill>
                            <a:srgbClr val="E5484D"/>
                          </a:solidFill>
                          <a:latin typeface="Noto Sans Kr Bold"/>
                          <a:ea typeface="Noto Sans Kr Bold"/>
                          <a:cs typeface="Noto Sans Kr Bold"/>
                          <a:sym typeface="Noto Sans Kr Bold"/>
                        </a:rPr>
                        <a:t>✕</a:t>
                      </a:r>
                      <a:endParaRPr lang="en-US" sz="1100"/>
                    </a:p>
                  </a:txBody>
                  <a:tcPr marL="28575" marR="28575" marT="28575" marB="28575" anchor="ctr">
                    <a:lnL w="9525" cap="flat" cmpd="sng" algn="ctr">
                      <a:solidFill>
                        <a:srgbClr val="DDE0E6"/>
                      </a:solidFill>
                      <a:prstDash val="solid"/>
                      <a:round/>
                      <a:headEnd type="none" w="med" len="med"/>
                      <a:tailEnd type="none" w="med" len="med"/>
                    </a:lnL>
                    <a:lnR w="9525" cap="flat" cmpd="sng" algn="ctr">
                      <a:solidFill>
                        <a:srgbClr val="DDE0E6"/>
                      </a:solidFill>
                      <a:prstDash val="solid"/>
                      <a:round/>
                      <a:headEnd type="none" w="med" len="med"/>
                      <a:tailEnd type="none" w="med" len="med"/>
                    </a:lnR>
                    <a:lnT w="9525" cap="flat" cmpd="sng" algn="ctr">
                      <a:solidFill>
                        <a:srgbClr val="DDE0E6"/>
                      </a:solidFill>
                      <a:prstDash val="solid"/>
                      <a:round/>
                      <a:headEnd type="none" w="med" len="med"/>
                      <a:tailEnd type="none" w="med" len="med"/>
                    </a:lnT>
                    <a:lnB w="9525" cap="flat" cmpd="sng" algn="ctr">
                      <a:solidFill>
                        <a:srgbClr val="DDE0E6"/>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706146">
                <a:tc>
                  <a:txBody>
                    <a:bodyPr/>
                    <a:lstStyle/>
                    <a:p>
                      <a:pPr algn="ctr">
                        <a:lnSpc>
                          <a:spcPts val="1980"/>
                        </a:lnSpc>
                        <a:defRPr/>
                      </a:pPr>
                      <a:r>
                        <a:rPr lang="en-US" sz="1650" b="1" spc="6">
                          <a:solidFill>
                            <a:srgbClr val="333333"/>
                          </a:solidFill>
                          <a:latin typeface="Noto Sans Kr Bold"/>
                          <a:ea typeface="Noto Sans Kr Bold"/>
                          <a:cs typeface="Noto Sans Kr Bold"/>
                          <a:sym typeface="Noto Sans Kr Bold"/>
                        </a:rPr>
                        <a:t>아바타 캠스터디</a:t>
                      </a:r>
                      <a:endParaRPr lang="en-US" sz="1100"/>
                    </a:p>
                  </a:txBody>
                  <a:tcPr marL="28575" marR="28575" marT="28575" marB="28575" anchor="ctr">
                    <a:lnL w="9525" cap="flat" cmpd="sng" algn="ctr">
                      <a:solidFill>
                        <a:srgbClr val="DDE0E6"/>
                      </a:solidFill>
                      <a:prstDash val="solid"/>
                      <a:round/>
                      <a:headEnd type="none" w="med" len="med"/>
                      <a:tailEnd type="none" w="med" len="med"/>
                    </a:lnL>
                    <a:lnR w="9525" cap="flat" cmpd="sng" algn="ctr">
                      <a:solidFill>
                        <a:srgbClr val="DDE0E6"/>
                      </a:solidFill>
                      <a:prstDash val="solid"/>
                      <a:round/>
                      <a:headEnd type="none" w="med" len="med"/>
                      <a:tailEnd type="none" w="med" len="med"/>
                    </a:lnR>
                    <a:lnT w="9525" cap="flat" cmpd="sng" algn="ctr">
                      <a:solidFill>
                        <a:srgbClr val="DDE0E6"/>
                      </a:solidFill>
                      <a:prstDash val="solid"/>
                      <a:round/>
                      <a:headEnd type="none" w="med" len="med"/>
                      <a:tailEnd type="none" w="med" len="med"/>
                    </a:lnT>
                    <a:lnB w="9525" cap="flat" cmpd="sng" algn="ctr">
                      <a:solidFill>
                        <a:srgbClr val="DDE0E6"/>
                      </a:solidFill>
                      <a:prstDash val="solid"/>
                      <a:round/>
                      <a:headEnd type="none" w="med" len="med"/>
                      <a:tailEnd type="none" w="med" len="med"/>
                    </a:lnB>
                    <a:solidFill>
                      <a:srgbClr val="E9EDFC"/>
                    </a:solidFill>
                  </a:tcPr>
                </a:tc>
                <a:tc>
                  <a:txBody>
                    <a:bodyPr/>
                    <a:lstStyle/>
                    <a:p>
                      <a:pPr algn="ctr">
                        <a:lnSpc>
                          <a:spcPts val="1980"/>
                        </a:lnSpc>
                        <a:defRPr/>
                      </a:pPr>
                      <a:r>
                        <a:rPr lang="en-US" sz="1650" b="1" spc="6">
                          <a:solidFill>
                            <a:srgbClr val="2E8B57"/>
                          </a:solidFill>
                          <a:latin typeface="Noto Sans Kr Bold"/>
                          <a:ea typeface="Noto Sans Kr Bold"/>
                          <a:cs typeface="Noto Sans Kr Bold"/>
                          <a:sym typeface="Noto Sans Kr Bold"/>
                        </a:rPr>
                        <a:t>●</a:t>
                      </a:r>
                      <a:endParaRPr lang="en-US" sz="1100"/>
                    </a:p>
                  </a:txBody>
                  <a:tcPr marL="28575" marR="28575" marT="28575" marB="28575" anchor="ctr">
                    <a:lnL w="9525" cap="flat" cmpd="sng" algn="ctr">
                      <a:solidFill>
                        <a:srgbClr val="DDE0E6"/>
                      </a:solidFill>
                      <a:prstDash val="solid"/>
                      <a:round/>
                      <a:headEnd type="none" w="med" len="med"/>
                      <a:tailEnd type="none" w="med" len="med"/>
                    </a:lnL>
                    <a:lnR w="9525" cap="flat" cmpd="sng" algn="ctr">
                      <a:solidFill>
                        <a:srgbClr val="DDE0E6"/>
                      </a:solidFill>
                      <a:prstDash val="solid"/>
                      <a:round/>
                      <a:headEnd type="none" w="med" len="med"/>
                      <a:tailEnd type="none" w="med" len="med"/>
                    </a:lnR>
                    <a:lnT w="9525" cap="flat" cmpd="sng" algn="ctr">
                      <a:solidFill>
                        <a:srgbClr val="DDE0E6"/>
                      </a:solidFill>
                      <a:prstDash val="solid"/>
                      <a:round/>
                      <a:headEnd type="none" w="med" len="med"/>
                      <a:tailEnd type="none" w="med" len="med"/>
                    </a:lnT>
                    <a:lnB w="9525" cap="flat" cmpd="sng" algn="ctr">
                      <a:solidFill>
                        <a:srgbClr val="DDE0E6"/>
                      </a:solidFill>
                      <a:prstDash val="solid"/>
                      <a:round/>
                      <a:headEnd type="none" w="med" len="med"/>
                      <a:tailEnd type="none" w="med" len="med"/>
                    </a:lnB>
                    <a:solidFill>
                      <a:srgbClr val="E9EDFC"/>
                    </a:solidFill>
                  </a:tcPr>
                </a:tc>
                <a:tc>
                  <a:txBody>
                    <a:bodyPr/>
                    <a:lstStyle/>
                    <a:p>
                      <a:pPr algn="ctr">
                        <a:lnSpc>
                          <a:spcPts val="1980"/>
                        </a:lnSpc>
                        <a:defRPr/>
                      </a:pPr>
                      <a:r>
                        <a:rPr lang="en-US" sz="1650" b="1" spc="6">
                          <a:solidFill>
                            <a:srgbClr val="2E8B57"/>
                          </a:solidFill>
                          <a:latin typeface="Noto Sans Kr Bold"/>
                          <a:ea typeface="Noto Sans Kr Bold"/>
                          <a:cs typeface="Noto Sans Kr Bold"/>
                          <a:sym typeface="Noto Sans Kr Bold"/>
                        </a:rPr>
                        <a:t>●</a:t>
                      </a:r>
                      <a:endParaRPr lang="en-US" sz="1100"/>
                    </a:p>
                  </a:txBody>
                  <a:tcPr marL="28575" marR="28575" marT="28575" marB="28575" anchor="ctr">
                    <a:lnL w="9525" cap="flat" cmpd="sng" algn="ctr">
                      <a:solidFill>
                        <a:srgbClr val="DDE0E6"/>
                      </a:solidFill>
                      <a:prstDash val="solid"/>
                      <a:round/>
                      <a:headEnd type="none" w="med" len="med"/>
                      <a:tailEnd type="none" w="med" len="med"/>
                    </a:lnL>
                    <a:lnR w="9525" cap="flat" cmpd="sng" algn="ctr">
                      <a:solidFill>
                        <a:srgbClr val="DDE0E6"/>
                      </a:solidFill>
                      <a:prstDash val="solid"/>
                      <a:round/>
                      <a:headEnd type="none" w="med" len="med"/>
                      <a:tailEnd type="none" w="med" len="med"/>
                    </a:lnR>
                    <a:lnT w="9525" cap="flat" cmpd="sng" algn="ctr">
                      <a:solidFill>
                        <a:srgbClr val="DDE0E6"/>
                      </a:solidFill>
                      <a:prstDash val="solid"/>
                      <a:round/>
                      <a:headEnd type="none" w="med" len="med"/>
                      <a:tailEnd type="none" w="med" len="med"/>
                    </a:lnT>
                    <a:lnB w="9525" cap="flat" cmpd="sng" algn="ctr">
                      <a:solidFill>
                        <a:srgbClr val="DDE0E6"/>
                      </a:solidFill>
                      <a:prstDash val="solid"/>
                      <a:round/>
                      <a:headEnd type="none" w="med" len="med"/>
                      <a:tailEnd type="none" w="med" len="med"/>
                    </a:lnB>
                    <a:solidFill>
                      <a:srgbClr val="E9EDFC"/>
                    </a:solidFill>
                  </a:tcPr>
                </a:tc>
                <a:tc>
                  <a:txBody>
                    <a:bodyPr/>
                    <a:lstStyle/>
                    <a:p>
                      <a:pPr algn="ctr">
                        <a:lnSpc>
                          <a:spcPts val="1980"/>
                        </a:lnSpc>
                        <a:defRPr/>
                      </a:pPr>
                      <a:r>
                        <a:rPr lang="en-US" sz="1650" b="1" spc="6">
                          <a:solidFill>
                            <a:srgbClr val="2E8B57"/>
                          </a:solidFill>
                          <a:latin typeface="Noto Sans Kr Bold"/>
                          <a:ea typeface="Noto Sans Kr Bold"/>
                          <a:cs typeface="Noto Sans Kr Bold"/>
                          <a:sym typeface="Noto Sans Kr Bold"/>
                        </a:rPr>
                        <a:t>●</a:t>
                      </a:r>
                      <a:endParaRPr lang="en-US" sz="1100"/>
                    </a:p>
                  </a:txBody>
                  <a:tcPr marL="28575" marR="28575" marT="28575" marB="28575" anchor="ctr">
                    <a:lnL w="9525" cap="flat" cmpd="sng" algn="ctr">
                      <a:solidFill>
                        <a:srgbClr val="DDE0E6"/>
                      </a:solidFill>
                      <a:prstDash val="solid"/>
                      <a:round/>
                      <a:headEnd type="none" w="med" len="med"/>
                      <a:tailEnd type="none" w="med" len="med"/>
                    </a:lnL>
                    <a:lnR w="9525" cap="flat" cmpd="sng" algn="ctr">
                      <a:solidFill>
                        <a:srgbClr val="DDE0E6"/>
                      </a:solidFill>
                      <a:prstDash val="solid"/>
                      <a:round/>
                      <a:headEnd type="none" w="med" len="med"/>
                      <a:tailEnd type="none" w="med" len="med"/>
                    </a:lnR>
                    <a:lnT w="9525" cap="flat" cmpd="sng" algn="ctr">
                      <a:solidFill>
                        <a:srgbClr val="DDE0E6"/>
                      </a:solidFill>
                      <a:prstDash val="solid"/>
                      <a:round/>
                      <a:headEnd type="none" w="med" len="med"/>
                      <a:tailEnd type="none" w="med" len="med"/>
                    </a:lnT>
                    <a:lnB w="9525" cap="flat" cmpd="sng" algn="ctr">
                      <a:solidFill>
                        <a:srgbClr val="DDE0E6"/>
                      </a:solidFill>
                      <a:prstDash val="solid"/>
                      <a:round/>
                      <a:headEnd type="none" w="med" len="med"/>
                      <a:tailEnd type="none" w="med" len="med"/>
                    </a:lnB>
                    <a:solidFill>
                      <a:srgbClr val="E9EDFC"/>
                    </a:solidFill>
                  </a:tcPr>
                </a:tc>
                <a:extLst>
                  <a:ext uri="{0D108BD9-81ED-4DB2-BD59-A6C34878D82A}">
                    <a16:rowId xmlns:a16="http://schemas.microsoft.com/office/drawing/2014/main" val="10006"/>
                  </a:ext>
                </a:extLst>
              </a:tr>
            </a:tbl>
          </a:graphicData>
        </a:graphic>
      </p:graphicFrame>
      <p:sp>
        <p:nvSpPr>
          <p:cNvPr id="22" name="TextBox 22"/>
          <p:cNvSpPr txBox="1"/>
          <p:nvPr/>
        </p:nvSpPr>
        <p:spPr>
          <a:xfrm>
            <a:off x="9258300" y="8113395"/>
            <a:ext cx="8366760" cy="209550"/>
          </a:xfrm>
          <a:prstGeom prst="rect">
            <a:avLst/>
          </a:prstGeom>
        </p:spPr>
        <p:txBody>
          <a:bodyPr lIns="0" tIns="0" rIns="0" bIns="0" rtlCol="0" anchor="t">
            <a:spAutoFit/>
          </a:bodyPr>
          <a:lstStyle/>
          <a:p>
            <a:pPr algn="l">
              <a:lnSpc>
                <a:spcPts val="1709"/>
              </a:lnSpc>
            </a:pPr>
            <a:r>
              <a:rPr lang="en-US" sz="1425" spc="5">
                <a:solidFill>
                  <a:srgbClr val="7F7F7F"/>
                </a:solidFill>
                <a:latin typeface="Noto Sans Kr"/>
                <a:ea typeface="Noto Sans Kr"/>
                <a:cs typeface="Noto Sans Kr"/>
                <a:sym typeface="Noto Sans Kr"/>
              </a:rPr>
              <a:t>● 충족  △ 부분 충족  ✕ 미충족 — 기획서의 선행사례 분석을 기준으로 팀이 정리한 비교</a:t>
            </a:r>
          </a:p>
        </p:txBody>
      </p:sp>
      <p:sp>
        <p:nvSpPr>
          <p:cNvPr id="23" name="TextBox 23"/>
          <p:cNvSpPr txBox="1"/>
          <p:nvPr/>
        </p:nvSpPr>
        <p:spPr>
          <a:xfrm>
            <a:off x="9258300" y="8580247"/>
            <a:ext cx="8366760" cy="817245"/>
          </a:xfrm>
          <a:prstGeom prst="rect">
            <a:avLst/>
          </a:prstGeom>
        </p:spPr>
        <p:txBody>
          <a:bodyPr lIns="0" tIns="0" rIns="0" bIns="0" rtlCol="0" anchor="t">
            <a:spAutoFit/>
          </a:bodyPr>
          <a:lstStyle/>
          <a:p>
            <a:pPr algn="l">
              <a:lnSpc>
                <a:spcPts val="2204"/>
              </a:lnSpc>
            </a:pPr>
            <a:r>
              <a:rPr lang="en-US" sz="1575" b="1" spc="6">
                <a:solidFill>
                  <a:srgbClr val="4B4B4B"/>
                </a:solidFill>
                <a:latin typeface="Noto Sans Kr Bold"/>
                <a:ea typeface="Noto Sans Kr Bold"/>
                <a:cs typeface="Noto Sans Kr Bold"/>
                <a:sym typeface="Noto Sans Kr Bold"/>
              </a:rPr>
              <a:t>열품타</a:t>
            </a:r>
            <a:r>
              <a:rPr lang="en-US" sz="1575" spc="6">
                <a:solidFill>
                  <a:srgbClr val="4B4B4B"/>
                </a:solidFill>
                <a:latin typeface="Noto Sans Kr"/>
                <a:ea typeface="Noto Sans Kr"/>
                <a:cs typeface="Noto Sans Kr"/>
                <a:sym typeface="Noto Sans Kr"/>
              </a:rPr>
              <a:t>: 수동 타이머라 딴짓 중에도 기록 가능  </a:t>
            </a:r>
          </a:p>
          <a:p>
            <a:pPr algn="l">
              <a:lnSpc>
                <a:spcPts val="2204"/>
              </a:lnSpc>
            </a:pPr>
            <a:r>
              <a:rPr lang="en-US" sz="1575" b="1" spc="6">
                <a:solidFill>
                  <a:srgbClr val="4B4B4B"/>
                </a:solidFill>
                <a:latin typeface="Noto Sans Kr Bold"/>
                <a:ea typeface="Noto Sans Kr Bold"/>
                <a:cs typeface="Noto Sans Kr Bold"/>
                <a:sym typeface="Noto Sans Kr Bold"/>
              </a:rPr>
              <a:t>Gather</a:t>
            </a:r>
            <a:r>
              <a:rPr lang="en-US" sz="1575" spc="6">
                <a:solidFill>
                  <a:srgbClr val="4B4B4B"/>
                </a:solidFill>
                <a:latin typeface="Noto Sans Kr"/>
                <a:ea typeface="Noto Sans Kr"/>
                <a:cs typeface="Noto Sans Kr"/>
                <a:sym typeface="Noto Sans Kr"/>
              </a:rPr>
              <a:t>: 대화 시 실제 얼굴 영상 사용, 공부 기록 없음</a:t>
            </a:r>
          </a:p>
          <a:p>
            <a:pPr algn="l">
              <a:lnSpc>
                <a:spcPts val="2204"/>
              </a:lnSpc>
            </a:pPr>
            <a:r>
              <a:rPr lang="en-US" sz="1575" b="1" spc="6">
                <a:solidFill>
                  <a:srgbClr val="4B4B4B"/>
                </a:solidFill>
                <a:latin typeface="Noto Sans Kr Bold"/>
                <a:ea typeface="Noto Sans Kr Bold"/>
                <a:cs typeface="Noto Sans Kr Bold"/>
                <a:sym typeface="Noto Sans Kr Bold"/>
              </a:rPr>
              <a:t>ZEP · Flat.social</a:t>
            </a:r>
            <a:r>
              <a:rPr lang="en-US" sz="1575" spc="6">
                <a:solidFill>
                  <a:srgbClr val="4B4B4B"/>
                </a:solidFill>
                <a:latin typeface="Noto Sans Kr"/>
                <a:ea typeface="Noto Sans Kr"/>
                <a:cs typeface="Noto Sans Kr"/>
                <a:sym typeface="Noto Sans Kr"/>
              </a:rPr>
              <a:t>: 아바타에 실제 상태가 반영되지 않아 제약 효과 약함</a:t>
            </a:r>
          </a:p>
        </p:txBody>
      </p:sp>
      <p:sp>
        <p:nvSpPr>
          <p:cNvPr id="24" name="TextBox 2">
            <a:extLst>
              <a:ext uri="{FF2B5EF4-FFF2-40B4-BE49-F238E27FC236}">
                <a16:creationId xmlns:a16="http://schemas.microsoft.com/office/drawing/2014/main" id="{760F653B-9006-0063-8648-3DD1A620387A}"/>
              </a:ext>
            </a:extLst>
          </p:cNvPr>
          <p:cNvSpPr txBox="1"/>
          <p:nvPr/>
        </p:nvSpPr>
        <p:spPr>
          <a:xfrm>
            <a:off x="822960" y="548640"/>
            <a:ext cx="10972800" cy="266676"/>
          </a:xfrm>
          <a:prstGeom prst="rect">
            <a:avLst/>
          </a:prstGeom>
        </p:spPr>
        <p:txBody>
          <a:bodyPr lIns="0" tIns="0" rIns="0" bIns="0" rtlCol="0" anchor="t">
            <a:spAutoFit/>
          </a:bodyPr>
          <a:lstStyle/>
          <a:p>
            <a:pPr>
              <a:lnSpc>
                <a:spcPts val="2160"/>
              </a:lnSpc>
            </a:pPr>
            <a:r>
              <a:rPr lang="en-US" altLang="ko-KR" spc="8" dirty="0">
                <a:solidFill>
                  <a:schemeClr val="bg1">
                    <a:lumMod val="50000"/>
                  </a:schemeClr>
                </a:solidFill>
                <a:latin typeface="Noto Sans Kr Bold"/>
                <a:ea typeface="Noto Sans Kr Bold"/>
                <a:cs typeface="Noto Sans Kr Bold"/>
                <a:sym typeface="Noto Sans Kr Bold"/>
              </a:rPr>
              <a:t>2026-2 </a:t>
            </a:r>
            <a:r>
              <a:rPr lang="en-US" altLang="ko-KR" spc="8" dirty="0" err="1">
                <a:solidFill>
                  <a:schemeClr val="bg1">
                    <a:lumMod val="50000"/>
                  </a:schemeClr>
                </a:solidFill>
                <a:latin typeface="Noto Sans Kr Bold"/>
                <a:ea typeface="Noto Sans Kr Bold"/>
                <a:cs typeface="Noto Sans Kr Bold"/>
                <a:sym typeface="Noto Sans Kr Bold"/>
              </a:rPr>
              <a:t>융합캡스톤디자인</a:t>
            </a:r>
            <a:r>
              <a:rPr lang="en-US" altLang="ko-KR" spc="8" dirty="0">
                <a:solidFill>
                  <a:schemeClr val="bg1">
                    <a:lumMod val="50000"/>
                  </a:schemeClr>
                </a:solidFill>
                <a:latin typeface="Noto Sans Kr Bold"/>
                <a:ea typeface="Noto Sans Kr Bold"/>
                <a:cs typeface="Noto Sans Kr Bold"/>
                <a:sym typeface="Noto Sans Kr Bold"/>
              </a:rPr>
              <a:t> </a:t>
            </a:r>
            <a:r>
              <a:rPr lang="en-US" altLang="ko-KR" spc="8" dirty="0" err="1">
                <a:solidFill>
                  <a:schemeClr val="bg1">
                    <a:lumMod val="50000"/>
                  </a:schemeClr>
                </a:solidFill>
                <a:latin typeface="Noto Sans Kr Bold"/>
                <a:ea typeface="Noto Sans Kr Bold"/>
                <a:cs typeface="Noto Sans Kr Bold"/>
                <a:sym typeface="Noto Sans Kr Bold"/>
              </a:rPr>
              <a:t>제안발표</a:t>
            </a:r>
            <a:endParaRPr lang="en-US" sz="1800" spc="6" dirty="0">
              <a:solidFill>
                <a:schemeClr val="bg1">
                  <a:lumMod val="50000"/>
                </a:schemeClr>
              </a:solidFill>
              <a:latin typeface="Noto Sans Kr Bold"/>
              <a:ea typeface="Noto Sans Kr Bold"/>
              <a:cs typeface="Noto Sans Kr Bold"/>
              <a:sym typeface="Noto Sans Kr Bold"/>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3"/>
          <p:cNvSpPr txBox="1"/>
          <p:nvPr/>
        </p:nvSpPr>
        <p:spPr>
          <a:xfrm>
            <a:off x="822960" y="987552"/>
            <a:ext cx="16596360" cy="638175"/>
          </a:xfrm>
          <a:prstGeom prst="rect">
            <a:avLst/>
          </a:prstGeom>
        </p:spPr>
        <p:txBody>
          <a:bodyPr lIns="0" tIns="0" rIns="0" bIns="0" rtlCol="0" anchor="t">
            <a:spAutoFit/>
          </a:bodyPr>
          <a:lstStyle/>
          <a:p>
            <a:pPr algn="l">
              <a:lnSpc>
                <a:spcPts val="5040"/>
              </a:lnSpc>
            </a:pPr>
            <a:r>
              <a:rPr lang="en-US" altLang="ko-KR" sz="4200" b="1" spc="16" dirty="0">
                <a:solidFill>
                  <a:srgbClr val="3C55CB"/>
                </a:solidFill>
                <a:latin typeface="Noto Sans Kr Bold"/>
                <a:ea typeface="Noto Sans Kr Bold"/>
                <a:cs typeface="Noto Sans Kr Bold"/>
                <a:sym typeface="Noto Sans Kr Bold"/>
              </a:rPr>
              <a:t>06</a:t>
            </a:r>
            <a:r>
              <a:rPr lang="ko-KR" altLang="en-US" sz="4200" b="1" spc="16" dirty="0">
                <a:solidFill>
                  <a:srgbClr val="333333"/>
                </a:solidFill>
                <a:latin typeface="Noto Sans Kr Bold"/>
                <a:ea typeface="Noto Sans Kr Bold"/>
                <a:cs typeface="Noto Sans Kr Bold"/>
                <a:sym typeface="Noto Sans Kr Bold"/>
              </a:rPr>
              <a:t> 구현 계획</a:t>
            </a:r>
            <a:endParaRPr lang="en-US" sz="4200" b="1" spc="16" dirty="0">
              <a:solidFill>
                <a:srgbClr val="333333"/>
              </a:solidFill>
              <a:latin typeface="Noto Sans Kr Bold"/>
              <a:ea typeface="Noto Sans Kr Bold"/>
              <a:cs typeface="Noto Sans Kr Bold"/>
              <a:sym typeface="Noto Sans Kr Bold"/>
            </a:endParaRPr>
          </a:p>
        </p:txBody>
      </p:sp>
      <p:sp>
        <p:nvSpPr>
          <p:cNvPr id="5017" name="Title Rule"/>
          <p:cNvSpPr/>
          <p:nvPr/>
        </p:nvSpPr>
        <p:spPr>
          <a:xfrm>
            <a:off x="822960" y="1719072"/>
            <a:ext cx="16642080" cy="12700"/>
          </a:xfrm>
          <a:prstGeom prst="rect">
            <a:avLst/>
          </a:prstGeom>
          <a:solidFill>
            <a:srgbClr val="D4D6DC"/>
          </a:solidFill>
          <a:ln>
            <a:noFill/>
          </a:ln>
        </p:spPr>
        <p:txBody>
          <a:bodyPr/>
          <a:lstStyle/>
          <a:p>
            <a:endParaRPr lang="ko-KR"/>
          </a:p>
        </p:txBody>
      </p:sp>
      <p:sp>
        <p:nvSpPr>
          <p:cNvPr id="5016" name="Title Accent"/>
          <p:cNvSpPr/>
          <p:nvPr/>
        </p:nvSpPr>
        <p:spPr>
          <a:xfrm>
            <a:off x="802960" y="1707072"/>
            <a:ext cx="676656" cy="59436"/>
          </a:xfrm>
          <a:prstGeom prst="roundRect">
            <a:avLst>
              <a:gd name="adj" fmla="val 50000"/>
            </a:avLst>
          </a:prstGeom>
          <a:solidFill>
            <a:srgbClr val="3C55CB"/>
          </a:solidFill>
          <a:ln>
            <a:noFill/>
          </a:ln>
        </p:spPr>
        <p:txBody>
          <a:bodyPr/>
          <a:lstStyle/>
          <a:p>
            <a:endParaRPr lang="ko-KR"/>
          </a:p>
        </p:txBody>
      </p:sp>
      <p:sp>
        <p:nvSpPr>
          <p:cNvPr id="4" name="TextBox 4"/>
          <p:cNvSpPr txBox="1"/>
          <p:nvPr/>
        </p:nvSpPr>
        <p:spPr>
          <a:xfrm>
            <a:off x="8778240" y="9601200"/>
            <a:ext cx="731520" cy="228600"/>
          </a:xfrm>
          <a:prstGeom prst="rect">
            <a:avLst/>
          </a:prstGeom>
        </p:spPr>
        <p:txBody>
          <a:bodyPr lIns="0" tIns="0" rIns="0" bIns="0" rtlCol="0" anchor="t">
            <a:spAutoFit/>
          </a:bodyPr>
          <a:lstStyle/>
          <a:p>
            <a:pPr algn="ctr">
              <a:lnSpc>
                <a:spcPts val="1800"/>
              </a:lnSpc>
            </a:pPr>
            <a:r>
              <a:rPr lang="en-US" sz="1500" spc="5">
                <a:solidFill>
                  <a:srgbClr val="555555"/>
                </a:solidFill>
                <a:latin typeface="Noto Sans Kr"/>
                <a:ea typeface="Noto Sans Kr"/>
                <a:cs typeface="Noto Sans Kr"/>
                <a:sym typeface="Noto Sans Kr"/>
              </a:rPr>
              <a:t>08</a:t>
            </a:r>
          </a:p>
        </p:txBody>
      </p:sp>
      <p:grpSp>
        <p:nvGrpSpPr>
          <p:cNvPr id="5" name="Group 5"/>
          <p:cNvGrpSpPr/>
          <p:nvPr/>
        </p:nvGrpSpPr>
        <p:grpSpPr>
          <a:xfrm>
            <a:off x="1298257" y="2113883"/>
            <a:ext cx="869442" cy="869442"/>
            <a:chOff x="0" y="0"/>
            <a:chExt cx="1159256" cy="1159256"/>
          </a:xfrm>
        </p:grpSpPr>
        <p:grpSp>
          <p:nvGrpSpPr>
            <p:cNvPr id="6" name="Group 6"/>
            <p:cNvGrpSpPr/>
            <p:nvPr/>
          </p:nvGrpSpPr>
          <p:grpSpPr>
            <a:xfrm>
              <a:off x="0" y="0"/>
              <a:ext cx="1159256" cy="1159256"/>
              <a:chOff x="0" y="0"/>
              <a:chExt cx="1159256" cy="1159256"/>
            </a:xfrm>
          </p:grpSpPr>
          <p:sp>
            <p:nvSpPr>
              <p:cNvPr id="7" name="Freeform 7"/>
              <p:cNvSpPr/>
              <p:nvPr/>
            </p:nvSpPr>
            <p:spPr>
              <a:xfrm>
                <a:off x="0" y="0"/>
                <a:ext cx="1159256" cy="1159256"/>
              </a:xfrm>
              <a:custGeom>
                <a:avLst/>
                <a:gdLst/>
                <a:ahLst/>
                <a:cxnLst/>
                <a:rect l="l" t="t" r="r" b="b"/>
                <a:pathLst>
                  <a:path w="1159256" h="1159256">
                    <a:moveTo>
                      <a:pt x="0" y="579628"/>
                    </a:moveTo>
                    <a:cubicBezTo>
                      <a:pt x="0" y="259461"/>
                      <a:pt x="259461" y="0"/>
                      <a:pt x="579628" y="0"/>
                    </a:cubicBezTo>
                    <a:cubicBezTo>
                      <a:pt x="899795" y="0"/>
                      <a:pt x="1159256" y="259461"/>
                      <a:pt x="1159256" y="579628"/>
                    </a:cubicBezTo>
                    <a:cubicBezTo>
                      <a:pt x="1159256" y="899795"/>
                      <a:pt x="899795" y="1159256"/>
                      <a:pt x="579628" y="1159256"/>
                    </a:cubicBezTo>
                    <a:cubicBezTo>
                      <a:pt x="259461" y="1159256"/>
                      <a:pt x="0" y="899795"/>
                      <a:pt x="0" y="579628"/>
                    </a:cubicBezTo>
                    <a:close/>
                  </a:path>
                </a:pathLst>
              </a:custGeom>
              <a:solidFill>
                <a:srgbClr val="3C55CB"/>
              </a:solidFill>
              <a:ln w="19050" cap="sq">
                <a:solidFill>
                  <a:srgbClr val="3C55CB"/>
                </a:solidFill>
                <a:prstDash val="solid"/>
                <a:miter/>
              </a:ln>
            </p:spPr>
            <p:txBody>
              <a:bodyPr/>
              <a:lstStyle/>
              <a:p>
                <a:endParaRPr/>
              </a:p>
            </p:txBody>
          </p:sp>
        </p:grpSp>
        <p:grpSp>
          <p:nvGrpSpPr>
            <p:cNvPr id="8" name="Group 8"/>
            <p:cNvGrpSpPr/>
            <p:nvPr/>
          </p:nvGrpSpPr>
          <p:grpSpPr>
            <a:xfrm>
              <a:off x="307505" y="307505"/>
              <a:ext cx="544246" cy="544246"/>
              <a:chOff x="0" y="0"/>
              <a:chExt cx="544246" cy="544246"/>
            </a:xfrm>
          </p:grpSpPr>
          <p:sp>
            <p:nvSpPr>
              <p:cNvPr id="9" name="Freeform 9" descr="preencoded.png"/>
              <p:cNvSpPr/>
              <p:nvPr/>
            </p:nvSpPr>
            <p:spPr>
              <a:xfrm>
                <a:off x="0" y="0"/>
                <a:ext cx="544195" cy="544195"/>
              </a:xfrm>
              <a:custGeom>
                <a:avLst/>
                <a:gdLst/>
                <a:ahLst/>
                <a:cxnLst/>
                <a:rect l="l" t="t" r="r" b="b"/>
                <a:pathLst>
                  <a:path w="544195" h="544195">
                    <a:moveTo>
                      <a:pt x="0" y="0"/>
                    </a:moveTo>
                    <a:lnTo>
                      <a:pt x="544195" y="0"/>
                    </a:lnTo>
                    <a:lnTo>
                      <a:pt x="544195" y="544195"/>
                    </a:lnTo>
                    <a:lnTo>
                      <a:pt x="0" y="544195"/>
                    </a:lnTo>
                    <a:lnTo>
                      <a:pt x="0" y="0"/>
                    </a:lnTo>
                    <a:close/>
                  </a:path>
                </a:pathLst>
              </a:custGeom>
              <a:blipFill>
                <a:blip r:embed="rId3"/>
                <a:stretch>
                  <a:fillRect r="-9" b="-9"/>
                </a:stretch>
              </a:blipFill>
            </p:spPr>
            <p:txBody>
              <a:bodyPr/>
              <a:lstStyle/>
              <a:p>
                <a:endParaRPr/>
              </a:p>
            </p:txBody>
          </p:sp>
        </p:grpSp>
      </p:grpSp>
      <p:grpSp>
        <p:nvGrpSpPr>
          <p:cNvPr id="10" name="Group 10"/>
          <p:cNvGrpSpPr/>
          <p:nvPr/>
        </p:nvGrpSpPr>
        <p:grpSpPr>
          <a:xfrm>
            <a:off x="2405062" y="2079212"/>
            <a:ext cx="6290310" cy="938784"/>
            <a:chOff x="0" y="0"/>
            <a:chExt cx="8387080" cy="1251712"/>
          </a:xfrm>
        </p:grpSpPr>
        <p:sp>
          <p:nvSpPr>
            <p:cNvPr id="11" name="TextBox 11"/>
            <p:cNvSpPr txBox="1"/>
            <p:nvPr/>
          </p:nvSpPr>
          <p:spPr>
            <a:xfrm>
              <a:off x="0" y="0"/>
              <a:ext cx="3294924" cy="393700"/>
            </a:xfrm>
            <a:prstGeom prst="rect">
              <a:avLst/>
            </a:prstGeom>
          </p:spPr>
          <p:txBody>
            <a:bodyPr lIns="0" tIns="0" rIns="0" bIns="0" rtlCol="0" anchor="t">
              <a:spAutoFit/>
            </a:bodyPr>
            <a:lstStyle/>
            <a:p>
              <a:pPr algn="l">
                <a:lnSpc>
                  <a:spcPts val="2340"/>
                </a:lnSpc>
              </a:pPr>
              <a:r>
                <a:rPr lang="en-US" sz="1950" b="1" spc="7">
                  <a:solidFill>
                    <a:srgbClr val="333333"/>
                  </a:solidFill>
                  <a:latin typeface="Noto Sans Kr Bold"/>
                  <a:ea typeface="Noto Sans Kr Bold"/>
                  <a:cs typeface="Noto Sans Kr Bold"/>
                  <a:sym typeface="Noto Sans Kr Bold"/>
                </a:rPr>
                <a:t>화면 · 캐릭터</a:t>
              </a:r>
            </a:p>
          </p:txBody>
        </p:sp>
        <p:sp>
          <p:nvSpPr>
            <p:cNvPr id="12" name="TextBox 12"/>
            <p:cNvSpPr txBox="1"/>
            <p:nvPr/>
          </p:nvSpPr>
          <p:spPr>
            <a:xfrm>
              <a:off x="0" y="482600"/>
              <a:ext cx="8387080" cy="330200"/>
            </a:xfrm>
            <a:prstGeom prst="rect">
              <a:avLst/>
            </a:prstGeom>
          </p:spPr>
          <p:txBody>
            <a:bodyPr lIns="0" tIns="0" rIns="0" bIns="0" rtlCol="0" anchor="t">
              <a:spAutoFit/>
            </a:bodyPr>
            <a:lstStyle/>
            <a:p>
              <a:pPr algn="l">
                <a:lnSpc>
                  <a:spcPts val="1980"/>
                </a:lnSpc>
              </a:pPr>
              <a:r>
                <a:rPr lang="en-US" sz="1650" b="1" spc="6">
                  <a:solidFill>
                    <a:srgbClr val="3C55CB"/>
                  </a:solidFill>
                  <a:latin typeface="Noto Sans Kr Bold"/>
                  <a:ea typeface="Noto Sans Kr Bold"/>
                  <a:cs typeface="Noto Sans Kr Bold"/>
                  <a:sym typeface="Noto Sans Kr Bold"/>
                </a:rPr>
                <a:t>Three.js · R3F · drei · three-vrm · VRoid</a:t>
              </a:r>
            </a:p>
          </p:txBody>
        </p:sp>
        <p:sp>
          <p:nvSpPr>
            <p:cNvPr id="13" name="TextBox 13"/>
            <p:cNvSpPr txBox="1"/>
            <p:nvPr/>
          </p:nvSpPr>
          <p:spPr>
            <a:xfrm>
              <a:off x="0" y="943737"/>
              <a:ext cx="8387080" cy="307975"/>
            </a:xfrm>
            <a:prstGeom prst="rect">
              <a:avLst/>
            </a:prstGeom>
          </p:spPr>
          <p:txBody>
            <a:bodyPr lIns="0" tIns="0" rIns="0" bIns="0" rtlCol="0" anchor="t">
              <a:spAutoFit/>
            </a:bodyPr>
            <a:lstStyle/>
            <a:p>
              <a:pPr algn="l">
                <a:lnSpc>
                  <a:spcPts val="1889"/>
                </a:lnSpc>
              </a:pPr>
              <a:r>
                <a:rPr lang="en-US" sz="1575" spc="6">
                  <a:solidFill>
                    <a:srgbClr val="7F7F7F"/>
                  </a:solidFill>
                  <a:latin typeface="Noto Sans Kr"/>
                  <a:ea typeface="Noto Sans Kr"/>
                  <a:cs typeface="Noto Sans Kr"/>
                  <a:sym typeface="Noto Sans Kr"/>
                </a:rPr>
                <a:t>하나의 3D 공간에서 카메라만 바꿔 2D/3D 전환, 캐릭터 1벌로 해결</a:t>
              </a:r>
            </a:p>
          </p:txBody>
        </p:sp>
      </p:grpSp>
      <p:grpSp>
        <p:nvGrpSpPr>
          <p:cNvPr id="14" name="Group 14"/>
          <p:cNvGrpSpPr/>
          <p:nvPr/>
        </p:nvGrpSpPr>
        <p:grpSpPr>
          <a:xfrm>
            <a:off x="1298257" y="3458051"/>
            <a:ext cx="869442" cy="869442"/>
            <a:chOff x="0" y="0"/>
            <a:chExt cx="1159256" cy="1159256"/>
          </a:xfrm>
        </p:grpSpPr>
        <p:grpSp>
          <p:nvGrpSpPr>
            <p:cNvPr id="15" name="Group 15"/>
            <p:cNvGrpSpPr/>
            <p:nvPr/>
          </p:nvGrpSpPr>
          <p:grpSpPr>
            <a:xfrm>
              <a:off x="0" y="0"/>
              <a:ext cx="1159256" cy="1159256"/>
              <a:chOff x="0" y="0"/>
              <a:chExt cx="1159256" cy="1159256"/>
            </a:xfrm>
          </p:grpSpPr>
          <p:sp>
            <p:nvSpPr>
              <p:cNvPr id="16" name="Freeform 16"/>
              <p:cNvSpPr/>
              <p:nvPr/>
            </p:nvSpPr>
            <p:spPr>
              <a:xfrm>
                <a:off x="0" y="0"/>
                <a:ext cx="1159256" cy="1159256"/>
              </a:xfrm>
              <a:custGeom>
                <a:avLst/>
                <a:gdLst/>
                <a:ahLst/>
                <a:cxnLst/>
                <a:rect l="l" t="t" r="r" b="b"/>
                <a:pathLst>
                  <a:path w="1159256" h="1159256">
                    <a:moveTo>
                      <a:pt x="0" y="579628"/>
                    </a:moveTo>
                    <a:cubicBezTo>
                      <a:pt x="0" y="259461"/>
                      <a:pt x="259461" y="0"/>
                      <a:pt x="579628" y="0"/>
                    </a:cubicBezTo>
                    <a:cubicBezTo>
                      <a:pt x="899795" y="0"/>
                      <a:pt x="1159256" y="259461"/>
                      <a:pt x="1159256" y="579628"/>
                    </a:cubicBezTo>
                    <a:cubicBezTo>
                      <a:pt x="1159256" y="899795"/>
                      <a:pt x="899795" y="1159256"/>
                      <a:pt x="579628" y="1159256"/>
                    </a:cubicBezTo>
                    <a:cubicBezTo>
                      <a:pt x="259461" y="1159256"/>
                      <a:pt x="0" y="899795"/>
                      <a:pt x="0" y="579628"/>
                    </a:cubicBezTo>
                    <a:close/>
                  </a:path>
                </a:pathLst>
              </a:custGeom>
              <a:solidFill>
                <a:srgbClr val="3C55CB"/>
              </a:solidFill>
              <a:ln w="19050" cap="sq">
                <a:solidFill>
                  <a:srgbClr val="3C55CB"/>
                </a:solidFill>
                <a:prstDash val="solid"/>
                <a:miter/>
              </a:ln>
            </p:spPr>
            <p:txBody>
              <a:bodyPr/>
              <a:lstStyle/>
              <a:p>
                <a:endParaRPr/>
              </a:p>
            </p:txBody>
          </p:sp>
        </p:grpSp>
        <p:grpSp>
          <p:nvGrpSpPr>
            <p:cNvPr id="17" name="Group 17"/>
            <p:cNvGrpSpPr/>
            <p:nvPr/>
          </p:nvGrpSpPr>
          <p:grpSpPr>
            <a:xfrm>
              <a:off x="307505" y="307505"/>
              <a:ext cx="544246" cy="544246"/>
              <a:chOff x="0" y="0"/>
              <a:chExt cx="544246" cy="544246"/>
            </a:xfrm>
          </p:grpSpPr>
          <p:sp>
            <p:nvSpPr>
              <p:cNvPr id="18" name="Freeform 18" descr="preencoded.png"/>
              <p:cNvSpPr/>
              <p:nvPr/>
            </p:nvSpPr>
            <p:spPr>
              <a:xfrm>
                <a:off x="0" y="0"/>
                <a:ext cx="544195" cy="544195"/>
              </a:xfrm>
              <a:custGeom>
                <a:avLst/>
                <a:gdLst/>
                <a:ahLst/>
                <a:cxnLst/>
                <a:rect l="l" t="t" r="r" b="b"/>
                <a:pathLst>
                  <a:path w="544195" h="544195">
                    <a:moveTo>
                      <a:pt x="0" y="0"/>
                    </a:moveTo>
                    <a:lnTo>
                      <a:pt x="544195" y="0"/>
                    </a:lnTo>
                    <a:lnTo>
                      <a:pt x="544195" y="544195"/>
                    </a:lnTo>
                    <a:lnTo>
                      <a:pt x="0" y="544195"/>
                    </a:lnTo>
                    <a:lnTo>
                      <a:pt x="0" y="0"/>
                    </a:lnTo>
                    <a:close/>
                  </a:path>
                </a:pathLst>
              </a:custGeom>
              <a:blipFill>
                <a:blip r:embed="rId4"/>
                <a:stretch>
                  <a:fillRect r="-9" b="-9"/>
                </a:stretch>
              </a:blipFill>
            </p:spPr>
            <p:txBody>
              <a:bodyPr/>
              <a:lstStyle/>
              <a:p>
                <a:endParaRPr/>
              </a:p>
            </p:txBody>
          </p:sp>
        </p:grpSp>
      </p:grpSp>
      <p:grpSp>
        <p:nvGrpSpPr>
          <p:cNvPr id="19" name="Group 19"/>
          <p:cNvGrpSpPr/>
          <p:nvPr/>
        </p:nvGrpSpPr>
        <p:grpSpPr>
          <a:xfrm>
            <a:off x="2405062" y="3421285"/>
            <a:ext cx="6290310" cy="942975"/>
            <a:chOff x="0" y="0"/>
            <a:chExt cx="8387080" cy="1257300"/>
          </a:xfrm>
        </p:grpSpPr>
        <p:sp>
          <p:nvSpPr>
            <p:cNvPr id="20" name="TextBox 20"/>
            <p:cNvSpPr txBox="1"/>
            <p:nvPr/>
          </p:nvSpPr>
          <p:spPr>
            <a:xfrm>
              <a:off x="0" y="0"/>
              <a:ext cx="3294924" cy="393700"/>
            </a:xfrm>
            <a:prstGeom prst="rect">
              <a:avLst/>
            </a:prstGeom>
          </p:spPr>
          <p:txBody>
            <a:bodyPr lIns="0" tIns="0" rIns="0" bIns="0" rtlCol="0" anchor="t">
              <a:spAutoFit/>
            </a:bodyPr>
            <a:lstStyle/>
            <a:p>
              <a:pPr algn="l">
                <a:lnSpc>
                  <a:spcPts val="2340"/>
                </a:lnSpc>
              </a:pPr>
              <a:r>
                <a:rPr lang="en-US" sz="1950" b="1" spc="7">
                  <a:solidFill>
                    <a:srgbClr val="333333"/>
                  </a:solidFill>
                  <a:latin typeface="Noto Sans Kr Bold"/>
                  <a:ea typeface="Noto Sans Kr Bold"/>
                  <a:cs typeface="Noto Sans Kr Bold"/>
                  <a:sym typeface="Noto Sans Kr Bold"/>
                </a:rPr>
                <a:t>모션 트래킹</a:t>
              </a:r>
            </a:p>
          </p:txBody>
        </p:sp>
        <p:sp>
          <p:nvSpPr>
            <p:cNvPr id="21" name="TextBox 21"/>
            <p:cNvSpPr txBox="1"/>
            <p:nvPr/>
          </p:nvSpPr>
          <p:spPr>
            <a:xfrm>
              <a:off x="0" y="482600"/>
              <a:ext cx="8387080" cy="330200"/>
            </a:xfrm>
            <a:prstGeom prst="rect">
              <a:avLst/>
            </a:prstGeom>
          </p:spPr>
          <p:txBody>
            <a:bodyPr lIns="0" tIns="0" rIns="0" bIns="0" rtlCol="0" anchor="t">
              <a:spAutoFit/>
            </a:bodyPr>
            <a:lstStyle/>
            <a:p>
              <a:pPr algn="l">
                <a:lnSpc>
                  <a:spcPts val="1980"/>
                </a:lnSpc>
              </a:pPr>
              <a:r>
                <a:rPr lang="en-US" sz="1650" b="1" spc="6">
                  <a:solidFill>
                    <a:srgbClr val="3C55CB"/>
                  </a:solidFill>
                  <a:latin typeface="Noto Sans Kr Bold"/>
                  <a:ea typeface="Noto Sans Kr Bold"/>
                  <a:cs typeface="Noto Sans Kr Bold"/>
                  <a:sym typeface="Noto Sans Kr Bold"/>
                </a:rPr>
                <a:t>MediaPipe Face · Pose · Object Detector</a:t>
              </a:r>
            </a:p>
          </p:txBody>
        </p:sp>
        <p:sp>
          <p:nvSpPr>
            <p:cNvPr id="22" name="TextBox 22"/>
            <p:cNvSpPr txBox="1"/>
            <p:nvPr/>
          </p:nvSpPr>
          <p:spPr>
            <a:xfrm>
              <a:off x="0" y="949325"/>
              <a:ext cx="8387080" cy="307975"/>
            </a:xfrm>
            <a:prstGeom prst="rect">
              <a:avLst/>
            </a:prstGeom>
          </p:spPr>
          <p:txBody>
            <a:bodyPr lIns="0" tIns="0" rIns="0" bIns="0" rtlCol="0" anchor="t">
              <a:spAutoFit/>
            </a:bodyPr>
            <a:lstStyle/>
            <a:p>
              <a:pPr algn="l">
                <a:lnSpc>
                  <a:spcPts val="1889"/>
                </a:lnSpc>
              </a:pPr>
              <a:r>
                <a:rPr lang="en-US" sz="1575" spc="6">
                  <a:solidFill>
                    <a:srgbClr val="7F7F7F"/>
                  </a:solidFill>
                  <a:latin typeface="Noto Sans Kr"/>
                  <a:ea typeface="Noto Sans Kr"/>
                  <a:cs typeface="Noto Sans Kr"/>
                  <a:sym typeface="Noto Sans Kr"/>
                </a:rPr>
                <a:t>브라우저 안에서 처리, 물체 인식은 초당 1~2회로 부담 절감</a:t>
              </a:r>
            </a:p>
          </p:txBody>
        </p:sp>
      </p:grpSp>
      <p:grpSp>
        <p:nvGrpSpPr>
          <p:cNvPr id="23" name="Group 23"/>
          <p:cNvGrpSpPr/>
          <p:nvPr/>
        </p:nvGrpSpPr>
        <p:grpSpPr>
          <a:xfrm>
            <a:off x="1298257" y="4802219"/>
            <a:ext cx="869442" cy="869442"/>
            <a:chOff x="0" y="0"/>
            <a:chExt cx="1159256" cy="1159256"/>
          </a:xfrm>
        </p:grpSpPr>
        <p:grpSp>
          <p:nvGrpSpPr>
            <p:cNvPr id="24" name="Group 24"/>
            <p:cNvGrpSpPr/>
            <p:nvPr/>
          </p:nvGrpSpPr>
          <p:grpSpPr>
            <a:xfrm>
              <a:off x="0" y="0"/>
              <a:ext cx="1159256" cy="1159256"/>
              <a:chOff x="0" y="0"/>
              <a:chExt cx="1159256" cy="1159256"/>
            </a:xfrm>
          </p:grpSpPr>
          <p:sp>
            <p:nvSpPr>
              <p:cNvPr id="25" name="Freeform 25"/>
              <p:cNvSpPr/>
              <p:nvPr/>
            </p:nvSpPr>
            <p:spPr>
              <a:xfrm>
                <a:off x="0" y="0"/>
                <a:ext cx="1159256" cy="1159256"/>
              </a:xfrm>
              <a:custGeom>
                <a:avLst/>
                <a:gdLst/>
                <a:ahLst/>
                <a:cxnLst/>
                <a:rect l="l" t="t" r="r" b="b"/>
                <a:pathLst>
                  <a:path w="1159256" h="1159256">
                    <a:moveTo>
                      <a:pt x="0" y="579628"/>
                    </a:moveTo>
                    <a:cubicBezTo>
                      <a:pt x="0" y="259461"/>
                      <a:pt x="259461" y="0"/>
                      <a:pt x="579628" y="0"/>
                    </a:cubicBezTo>
                    <a:cubicBezTo>
                      <a:pt x="899795" y="0"/>
                      <a:pt x="1159256" y="259461"/>
                      <a:pt x="1159256" y="579628"/>
                    </a:cubicBezTo>
                    <a:cubicBezTo>
                      <a:pt x="1159256" y="899795"/>
                      <a:pt x="899795" y="1159256"/>
                      <a:pt x="579628" y="1159256"/>
                    </a:cubicBezTo>
                    <a:cubicBezTo>
                      <a:pt x="259461" y="1159256"/>
                      <a:pt x="0" y="899795"/>
                      <a:pt x="0" y="579628"/>
                    </a:cubicBezTo>
                    <a:close/>
                  </a:path>
                </a:pathLst>
              </a:custGeom>
              <a:solidFill>
                <a:srgbClr val="3C55CB"/>
              </a:solidFill>
              <a:ln w="19050" cap="sq">
                <a:solidFill>
                  <a:srgbClr val="3C55CB"/>
                </a:solidFill>
                <a:prstDash val="solid"/>
                <a:miter/>
              </a:ln>
            </p:spPr>
            <p:txBody>
              <a:bodyPr/>
              <a:lstStyle/>
              <a:p>
                <a:endParaRPr/>
              </a:p>
            </p:txBody>
          </p:sp>
        </p:grpSp>
        <p:grpSp>
          <p:nvGrpSpPr>
            <p:cNvPr id="26" name="Group 26"/>
            <p:cNvGrpSpPr/>
            <p:nvPr/>
          </p:nvGrpSpPr>
          <p:grpSpPr>
            <a:xfrm>
              <a:off x="307505" y="307505"/>
              <a:ext cx="544246" cy="544246"/>
              <a:chOff x="0" y="0"/>
              <a:chExt cx="544246" cy="544246"/>
            </a:xfrm>
          </p:grpSpPr>
          <p:sp>
            <p:nvSpPr>
              <p:cNvPr id="27" name="Freeform 27" descr="preencoded.png"/>
              <p:cNvSpPr/>
              <p:nvPr/>
            </p:nvSpPr>
            <p:spPr>
              <a:xfrm>
                <a:off x="0" y="0"/>
                <a:ext cx="544195" cy="544195"/>
              </a:xfrm>
              <a:custGeom>
                <a:avLst/>
                <a:gdLst/>
                <a:ahLst/>
                <a:cxnLst/>
                <a:rect l="l" t="t" r="r" b="b"/>
                <a:pathLst>
                  <a:path w="544195" h="544195">
                    <a:moveTo>
                      <a:pt x="0" y="0"/>
                    </a:moveTo>
                    <a:lnTo>
                      <a:pt x="544195" y="0"/>
                    </a:lnTo>
                    <a:lnTo>
                      <a:pt x="544195" y="544195"/>
                    </a:lnTo>
                    <a:lnTo>
                      <a:pt x="0" y="544195"/>
                    </a:lnTo>
                    <a:lnTo>
                      <a:pt x="0" y="0"/>
                    </a:lnTo>
                    <a:close/>
                  </a:path>
                </a:pathLst>
              </a:custGeom>
              <a:blipFill>
                <a:blip r:embed="rId5"/>
                <a:stretch>
                  <a:fillRect r="-9" b="-9"/>
                </a:stretch>
              </a:blipFill>
            </p:spPr>
            <p:txBody>
              <a:bodyPr/>
              <a:lstStyle/>
              <a:p>
                <a:endParaRPr/>
              </a:p>
            </p:txBody>
          </p:sp>
        </p:grpSp>
      </p:grpSp>
      <p:grpSp>
        <p:nvGrpSpPr>
          <p:cNvPr id="28" name="Group 28"/>
          <p:cNvGrpSpPr/>
          <p:nvPr/>
        </p:nvGrpSpPr>
        <p:grpSpPr>
          <a:xfrm>
            <a:off x="2405062" y="4765453"/>
            <a:ext cx="6290310" cy="942975"/>
            <a:chOff x="0" y="0"/>
            <a:chExt cx="8387080" cy="1257300"/>
          </a:xfrm>
        </p:grpSpPr>
        <p:sp>
          <p:nvSpPr>
            <p:cNvPr id="29" name="TextBox 29"/>
            <p:cNvSpPr txBox="1"/>
            <p:nvPr/>
          </p:nvSpPr>
          <p:spPr>
            <a:xfrm>
              <a:off x="0" y="0"/>
              <a:ext cx="3294924" cy="393700"/>
            </a:xfrm>
            <a:prstGeom prst="rect">
              <a:avLst/>
            </a:prstGeom>
          </p:spPr>
          <p:txBody>
            <a:bodyPr lIns="0" tIns="0" rIns="0" bIns="0" rtlCol="0" anchor="t">
              <a:spAutoFit/>
            </a:bodyPr>
            <a:lstStyle/>
            <a:p>
              <a:pPr algn="l">
                <a:lnSpc>
                  <a:spcPts val="2340"/>
                </a:lnSpc>
              </a:pPr>
              <a:r>
                <a:rPr lang="en-US" sz="1950" b="1" spc="7">
                  <a:solidFill>
                    <a:srgbClr val="333333"/>
                  </a:solidFill>
                  <a:latin typeface="Noto Sans Kr Bold"/>
                  <a:ea typeface="Noto Sans Kr Bold"/>
                  <a:cs typeface="Noto Sans Kr Bold"/>
                  <a:sym typeface="Noto Sans Kr Bold"/>
                </a:rPr>
                <a:t>백엔드 · DB</a:t>
              </a:r>
            </a:p>
          </p:txBody>
        </p:sp>
        <p:sp>
          <p:nvSpPr>
            <p:cNvPr id="30" name="TextBox 30"/>
            <p:cNvSpPr txBox="1"/>
            <p:nvPr/>
          </p:nvSpPr>
          <p:spPr>
            <a:xfrm>
              <a:off x="0" y="482600"/>
              <a:ext cx="8387080" cy="330200"/>
            </a:xfrm>
            <a:prstGeom prst="rect">
              <a:avLst/>
            </a:prstGeom>
          </p:spPr>
          <p:txBody>
            <a:bodyPr lIns="0" tIns="0" rIns="0" bIns="0" rtlCol="0" anchor="t">
              <a:spAutoFit/>
            </a:bodyPr>
            <a:lstStyle/>
            <a:p>
              <a:pPr algn="l">
                <a:lnSpc>
                  <a:spcPts val="1980"/>
                </a:lnSpc>
              </a:pPr>
              <a:r>
                <a:rPr lang="en-US" sz="1650" b="1" spc="6">
                  <a:solidFill>
                    <a:srgbClr val="3C55CB"/>
                  </a:solidFill>
                  <a:latin typeface="Noto Sans Kr Bold"/>
                  <a:ea typeface="Noto Sans Kr Bold"/>
                  <a:cs typeface="Noto Sans Kr Bold"/>
                  <a:sym typeface="Noto Sans Kr Bold"/>
                </a:rPr>
                <a:t>Supabase (Auth · Realtime · PostgreSQL)</a:t>
              </a:r>
            </a:p>
          </p:txBody>
        </p:sp>
        <p:sp>
          <p:nvSpPr>
            <p:cNvPr id="31" name="TextBox 31"/>
            <p:cNvSpPr txBox="1"/>
            <p:nvPr/>
          </p:nvSpPr>
          <p:spPr>
            <a:xfrm>
              <a:off x="0" y="949325"/>
              <a:ext cx="8387080" cy="307975"/>
            </a:xfrm>
            <a:prstGeom prst="rect">
              <a:avLst/>
            </a:prstGeom>
          </p:spPr>
          <p:txBody>
            <a:bodyPr lIns="0" tIns="0" rIns="0" bIns="0" rtlCol="0" anchor="t">
              <a:spAutoFit/>
            </a:bodyPr>
            <a:lstStyle/>
            <a:p>
              <a:pPr algn="l">
                <a:lnSpc>
                  <a:spcPts val="1889"/>
                </a:lnSpc>
              </a:pPr>
              <a:r>
                <a:rPr lang="en-US" sz="1575" spc="6">
                  <a:solidFill>
                    <a:srgbClr val="7F7F7F"/>
                  </a:solidFill>
                  <a:latin typeface="Noto Sans Kr"/>
                  <a:ea typeface="Noto Sans Kr"/>
                  <a:cs typeface="Noto Sans Kr"/>
                  <a:sym typeface="Noto Sans Kr"/>
                </a:rPr>
                <a:t>서버 직접 구축 없이 원자적 좌석 배정과 과목별 기록 집계</a:t>
              </a:r>
            </a:p>
          </p:txBody>
        </p:sp>
      </p:grpSp>
      <p:grpSp>
        <p:nvGrpSpPr>
          <p:cNvPr id="32" name="Group 32"/>
          <p:cNvGrpSpPr/>
          <p:nvPr/>
        </p:nvGrpSpPr>
        <p:grpSpPr>
          <a:xfrm>
            <a:off x="1298257" y="6146387"/>
            <a:ext cx="869442" cy="869442"/>
            <a:chOff x="0" y="0"/>
            <a:chExt cx="1159256" cy="1159256"/>
          </a:xfrm>
        </p:grpSpPr>
        <p:grpSp>
          <p:nvGrpSpPr>
            <p:cNvPr id="33" name="Group 33"/>
            <p:cNvGrpSpPr/>
            <p:nvPr/>
          </p:nvGrpSpPr>
          <p:grpSpPr>
            <a:xfrm>
              <a:off x="0" y="0"/>
              <a:ext cx="1159256" cy="1159256"/>
              <a:chOff x="0" y="0"/>
              <a:chExt cx="1159256" cy="1159256"/>
            </a:xfrm>
          </p:grpSpPr>
          <p:sp>
            <p:nvSpPr>
              <p:cNvPr id="34" name="Freeform 34"/>
              <p:cNvSpPr/>
              <p:nvPr/>
            </p:nvSpPr>
            <p:spPr>
              <a:xfrm>
                <a:off x="0" y="0"/>
                <a:ext cx="1159256" cy="1159256"/>
              </a:xfrm>
              <a:custGeom>
                <a:avLst/>
                <a:gdLst/>
                <a:ahLst/>
                <a:cxnLst/>
                <a:rect l="l" t="t" r="r" b="b"/>
                <a:pathLst>
                  <a:path w="1159256" h="1159256">
                    <a:moveTo>
                      <a:pt x="0" y="579628"/>
                    </a:moveTo>
                    <a:cubicBezTo>
                      <a:pt x="0" y="259461"/>
                      <a:pt x="259461" y="0"/>
                      <a:pt x="579628" y="0"/>
                    </a:cubicBezTo>
                    <a:cubicBezTo>
                      <a:pt x="899795" y="0"/>
                      <a:pt x="1159256" y="259461"/>
                      <a:pt x="1159256" y="579628"/>
                    </a:cubicBezTo>
                    <a:cubicBezTo>
                      <a:pt x="1159256" y="899795"/>
                      <a:pt x="899795" y="1159256"/>
                      <a:pt x="579628" y="1159256"/>
                    </a:cubicBezTo>
                    <a:cubicBezTo>
                      <a:pt x="259461" y="1159256"/>
                      <a:pt x="0" y="899795"/>
                      <a:pt x="0" y="579628"/>
                    </a:cubicBezTo>
                    <a:close/>
                  </a:path>
                </a:pathLst>
              </a:custGeom>
              <a:solidFill>
                <a:srgbClr val="3C55CB"/>
              </a:solidFill>
              <a:ln w="19050" cap="sq">
                <a:solidFill>
                  <a:srgbClr val="3C55CB"/>
                </a:solidFill>
                <a:prstDash val="solid"/>
                <a:miter/>
              </a:ln>
            </p:spPr>
            <p:txBody>
              <a:bodyPr/>
              <a:lstStyle/>
              <a:p>
                <a:endParaRPr/>
              </a:p>
            </p:txBody>
          </p:sp>
        </p:grpSp>
        <p:grpSp>
          <p:nvGrpSpPr>
            <p:cNvPr id="35" name="Group 35"/>
            <p:cNvGrpSpPr/>
            <p:nvPr/>
          </p:nvGrpSpPr>
          <p:grpSpPr>
            <a:xfrm>
              <a:off x="307505" y="307505"/>
              <a:ext cx="544246" cy="544246"/>
              <a:chOff x="0" y="0"/>
              <a:chExt cx="544246" cy="544246"/>
            </a:xfrm>
          </p:grpSpPr>
          <p:sp>
            <p:nvSpPr>
              <p:cNvPr id="36" name="Freeform 36" descr="preencoded.png"/>
              <p:cNvSpPr/>
              <p:nvPr/>
            </p:nvSpPr>
            <p:spPr>
              <a:xfrm>
                <a:off x="0" y="0"/>
                <a:ext cx="544195" cy="544195"/>
              </a:xfrm>
              <a:custGeom>
                <a:avLst/>
                <a:gdLst/>
                <a:ahLst/>
                <a:cxnLst/>
                <a:rect l="l" t="t" r="r" b="b"/>
                <a:pathLst>
                  <a:path w="544195" h="544195">
                    <a:moveTo>
                      <a:pt x="0" y="0"/>
                    </a:moveTo>
                    <a:lnTo>
                      <a:pt x="544195" y="0"/>
                    </a:lnTo>
                    <a:lnTo>
                      <a:pt x="544195" y="544195"/>
                    </a:lnTo>
                    <a:lnTo>
                      <a:pt x="0" y="544195"/>
                    </a:lnTo>
                    <a:lnTo>
                      <a:pt x="0" y="0"/>
                    </a:lnTo>
                    <a:close/>
                  </a:path>
                </a:pathLst>
              </a:custGeom>
              <a:blipFill>
                <a:blip r:embed="rId6"/>
                <a:stretch>
                  <a:fillRect r="-9" b="-9"/>
                </a:stretch>
              </a:blipFill>
            </p:spPr>
            <p:txBody>
              <a:bodyPr/>
              <a:lstStyle/>
              <a:p>
                <a:endParaRPr/>
              </a:p>
            </p:txBody>
          </p:sp>
        </p:grpSp>
      </p:grpSp>
      <p:grpSp>
        <p:nvGrpSpPr>
          <p:cNvPr id="37" name="Group 37"/>
          <p:cNvGrpSpPr/>
          <p:nvPr/>
        </p:nvGrpSpPr>
        <p:grpSpPr>
          <a:xfrm>
            <a:off x="2405062" y="6123908"/>
            <a:ext cx="6290310" cy="914400"/>
            <a:chOff x="0" y="0"/>
            <a:chExt cx="8387080" cy="1219200"/>
          </a:xfrm>
        </p:grpSpPr>
        <p:sp>
          <p:nvSpPr>
            <p:cNvPr id="38" name="TextBox 38"/>
            <p:cNvSpPr txBox="1"/>
            <p:nvPr/>
          </p:nvSpPr>
          <p:spPr>
            <a:xfrm>
              <a:off x="0" y="0"/>
              <a:ext cx="3294924" cy="393700"/>
            </a:xfrm>
            <a:prstGeom prst="rect">
              <a:avLst/>
            </a:prstGeom>
          </p:spPr>
          <p:txBody>
            <a:bodyPr lIns="0" tIns="0" rIns="0" bIns="0" rtlCol="0" anchor="t">
              <a:spAutoFit/>
            </a:bodyPr>
            <a:lstStyle/>
            <a:p>
              <a:pPr algn="l">
                <a:lnSpc>
                  <a:spcPts val="2340"/>
                </a:lnSpc>
              </a:pPr>
              <a:r>
                <a:rPr lang="en-US" sz="1950" b="1" spc="7">
                  <a:solidFill>
                    <a:srgbClr val="333333"/>
                  </a:solidFill>
                  <a:latin typeface="Noto Sans Kr Bold"/>
                  <a:ea typeface="Noto Sans Kr Bold"/>
                  <a:cs typeface="Noto Sans Kr Bold"/>
                  <a:sym typeface="Noto Sans Kr Bold"/>
                </a:rPr>
                <a:t>프론트 · 배포</a:t>
              </a:r>
            </a:p>
          </p:txBody>
        </p:sp>
        <p:sp>
          <p:nvSpPr>
            <p:cNvPr id="39" name="TextBox 39"/>
            <p:cNvSpPr txBox="1"/>
            <p:nvPr/>
          </p:nvSpPr>
          <p:spPr>
            <a:xfrm>
              <a:off x="0" y="482600"/>
              <a:ext cx="8387080" cy="330200"/>
            </a:xfrm>
            <a:prstGeom prst="rect">
              <a:avLst/>
            </a:prstGeom>
          </p:spPr>
          <p:txBody>
            <a:bodyPr lIns="0" tIns="0" rIns="0" bIns="0" rtlCol="0" anchor="t">
              <a:spAutoFit/>
            </a:bodyPr>
            <a:lstStyle/>
            <a:p>
              <a:pPr algn="l">
                <a:lnSpc>
                  <a:spcPts val="1980"/>
                </a:lnSpc>
              </a:pPr>
              <a:r>
                <a:rPr lang="en-US" sz="1650" b="1" spc="6">
                  <a:solidFill>
                    <a:srgbClr val="3C55CB"/>
                  </a:solidFill>
                  <a:latin typeface="Noto Sans Kr Bold"/>
                  <a:ea typeface="Noto Sans Kr Bold"/>
                  <a:cs typeface="Noto Sans Kr Bold"/>
                  <a:sym typeface="Noto Sans Kr Bold"/>
                </a:rPr>
                <a:t>TypeScript · React · Vite · Vercel</a:t>
              </a:r>
            </a:p>
          </p:txBody>
        </p:sp>
        <p:sp>
          <p:nvSpPr>
            <p:cNvPr id="40" name="TextBox 40"/>
            <p:cNvSpPr txBox="1"/>
            <p:nvPr/>
          </p:nvSpPr>
          <p:spPr>
            <a:xfrm>
              <a:off x="0" y="911225"/>
              <a:ext cx="8387080" cy="307975"/>
            </a:xfrm>
            <a:prstGeom prst="rect">
              <a:avLst/>
            </a:prstGeom>
          </p:spPr>
          <p:txBody>
            <a:bodyPr lIns="0" tIns="0" rIns="0" bIns="0" rtlCol="0" anchor="t">
              <a:spAutoFit/>
            </a:bodyPr>
            <a:lstStyle/>
            <a:p>
              <a:pPr algn="l">
                <a:lnSpc>
                  <a:spcPts val="1889"/>
                </a:lnSpc>
              </a:pPr>
              <a:r>
                <a:rPr lang="en-US" sz="1575" spc="6">
                  <a:solidFill>
                    <a:srgbClr val="7F7F7F"/>
                  </a:solidFill>
                  <a:latin typeface="Noto Sans Kr"/>
                  <a:ea typeface="Noto Sans Kr"/>
                  <a:cs typeface="Noto Sans Kr"/>
                  <a:sym typeface="Noto Sans Kr"/>
                </a:rPr>
                <a:t>GitHub에 반영하면 자동 배포</a:t>
              </a:r>
            </a:p>
          </p:txBody>
        </p:sp>
      </p:grpSp>
      <p:grpSp>
        <p:nvGrpSpPr>
          <p:cNvPr id="41" name="Group 41"/>
          <p:cNvGrpSpPr/>
          <p:nvPr/>
        </p:nvGrpSpPr>
        <p:grpSpPr>
          <a:xfrm>
            <a:off x="9650730" y="2019300"/>
            <a:ext cx="7288530" cy="3283077"/>
            <a:chOff x="0" y="0"/>
            <a:chExt cx="9718040" cy="4377436"/>
          </a:xfrm>
        </p:grpSpPr>
        <p:sp>
          <p:nvSpPr>
            <p:cNvPr id="42" name="Freeform 42"/>
            <p:cNvSpPr/>
            <p:nvPr/>
          </p:nvSpPr>
          <p:spPr>
            <a:xfrm>
              <a:off x="0" y="0"/>
              <a:ext cx="9718040" cy="4377436"/>
            </a:xfrm>
            <a:custGeom>
              <a:avLst/>
              <a:gdLst/>
              <a:ahLst/>
              <a:cxnLst/>
              <a:rect l="l" t="t" r="r" b="b"/>
              <a:pathLst>
                <a:path w="9718040" h="4377436">
                  <a:moveTo>
                    <a:pt x="0" y="149044"/>
                  </a:moveTo>
                  <a:cubicBezTo>
                    <a:pt x="0" y="66742"/>
                    <a:pt x="65913" y="0"/>
                    <a:pt x="147193" y="0"/>
                  </a:cubicBezTo>
                  <a:lnTo>
                    <a:pt x="9570847" y="0"/>
                  </a:lnTo>
                  <a:cubicBezTo>
                    <a:pt x="9652127" y="0"/>
                    <a:pt x="9718040" y="66742"/>
                    <a:pt x="9718040" y="149044"/>
                  </a:cubicBezTo>
                  <a:lnTo>
                    <a:pt x="9718040" y="4228392"/>
                  </a:lnTo>
                  <a:cubicBezTo>
                    <a:pt x="9718040" y="4310694"/>
                    <a:pt x="9652127" y="4377436"/>
                    <a:pt x="9570847" y="4377436"/>
                  </a:cubicBezTo>
                  <a:lnTo>
                    <a:pt x="147193" y="4377436"/>
                  </a:lnTo>
                  <a:cubicBezTo>
                    <a:pt x="65913" y="4377436"/>
                    <a:pt x="0" y="4310694"/>
                    <a:pt x="0" y="4228392"/>
                  </a:cubicBezTo>
                  <a:close/>
                </a:path>
              </a:pathLst>
            </a:custGeom>
            <a:solidFill>
              <a:srgbClr val="3C55CB"/>
            </a:solidFill>
            <a:ln w="19050" cap="sq">
              <a:solidFill>
                <a:srgbClr val="3C55CB"/>
              </a:solidFill>
              <a:prstDash val="solid"/>
              <a:miter/>
            </a:ln>
          </p:spPr>
          <p:txBody>
            <a:bodyPr/>
            <a:lstStyle/>
            <a:p>
              <a:endParaRPr/>
            </a:p>
          </p:txBody>
        </p:sp>
      </p:grpSp>
      <p:grpSp>
        <p:nvGrpSpPr>
          <p:cNvPr id="43" name="Group 43"/>
          <p:cNvGrpSpPr/>
          <p:nvPr/>
        </p:nvGrpSpPr>
        <p:grpSpPr>
          <a:xfrm>
            <a:off x="9907905" y="2052447"/>
            <a:ext cx="6524625" cy="874395"/>
            <a:chOff x="0" y="0"/>
            <a:chExt cx="8699500" cy="1165860"/>
          </a:xfrm>
        </p:grpSpPr>
        <p:grpSp>
          <p:nvGrpSpPr>
            <p:cNvPr id="44" name="Group 44"/>
            <p:cNvGrpSpPr/>
            <p:nvPr/>
          </p:nvGrpSpPr>
          <p:grpSpPr>
            <a:xfrm>
              <a:off x="0" y="21590"/>
              <a:ext cx="1122680" cy="1122680"/>
              <a:chOff x="0" y="0"/>
              <a:chExt cx="1122680" cy="1122680"/>
            </a:xfrm>
          </p:grpSpPr>
          <p:sp>
            <p:nvSpPr>
              <p:cNvPr id="45" name="Freeform 45"/>
              <p:cNvSpPr/>
              <p:nvPr/>
            </p:nvSpPr>
            <p:spPr>
              <a:xfrm>
                <a:off x="0" y="0"/>
                <a:ext cx="1122680" cy="1122680"/>
              </a:xfrm>
              <a:custGeom>
                <a:avLst/>
                <a:gdLst/>
                <a:ahLst/>
                <a:cxnLst/>
                <a:rect l="l" t="t" r="r" b="b"/>
                <a:pathLst>
                  <a:path w="1122680" h="1122680">
                    <a:moveTo>
                      <a:pt x="0" y="561340"/>
                    </a:moveTo>
                    <a:cubicBezTo>
                      <a:pt x="0" y="251333"/>
                      <a:pt x="251333" y="0"/>
                      <a:pt x="561340" y="0"/>
                    </a:cubicBezTo>
                    <a:cubicBezTo>
                      <a:pt x="871347" y="0"/>
                      <a:pt x="1122680" y="251333"/>
                      <a:pt x="1122680" y="561340"/>
                    </a:cubicBezTo>
                    <a:cubicBezTo>
                      <a:pt x="1122680" y="871347"/>
                      <a:pt x="871347" y="1122680"/>
                      <a:pt x="561340" y="1122680"/>
                    </a:cubicBezTo>
                    <a:cubicBezTo>
                      <a:pt x="251333" y="1122680"/>
                      <a:pt x="0" y="871347"/>
                      <a:pt x="0" y="561340"/>
                    </a:cubicBezTo>
                    <a:close/>
                  </a:path>
                </a:pathLst>
              </a:custGeom>
              <a:solidFill>
                <a:srgbClr val="3C55CB"/>
              </a:solidFill>
              <a:ln w="19050" cap="sq">
                <a:solidFill>
                  <a:srgbClr val="3C55CB"/>
                </a:solidFill>
                <a:prstDash val="solid"/>
                <a:miter/>
              </a:ln>
            </p:spPr>
            <p:txBody>
              <a:bodyPr/>
              <a:lstStyle/>
              <a:p>
                <a:endParaRPr/>
              </a:p>
            </p:txBody>
          </p:sp>
        </p:grpSp>
        <p:grpSp>
          <p:nvGrpSpPr>
            <p:cNvPr id="46" name="Group 46"/>
            <p:cNvGrpSpPr/>
            <p:nvPr/>
          </p:nvGrpSpPr>
          <p:grpSpPr>
            <a:xfrm>
              <a:off x="297993" y="319583"/>
              <a:ext cx="526694" cy="526694"/>
              <a:chOff x="0" y="0"/>
              <a:chExt cx="526694" cy="526694"/>
            </a:xfrm>
          </p:grpSpPr>
          <p:sp>
            <p:nvSpPr>
              <p:cNvPr id="47" name="Freeform 47" descr="preencoded.png"/>
              <p:cNvSpPr/>
              <p:nvPr/>
            </p:nvSpPr>
            <p:spPr>
              <a:xfrm>
                <a:off x="0" y="0"/>
                <a:ext cx="526669" cy="526669"/>
              </a:xfrm>
              <a:custGeom>
                <a:avLst/>
                <a:gdLst/>
                <a:ahLst/>
                <a:cxnLst/>
                <a:rect l="l" t="t" r="r" b="b"/>
                <a:pathLst>
                  <a:path w="526669" h="526669">
                    <a:moveTo>
                      <a:pt x="0" y="0"/>
                    </a:moveTo>
                    <a:lnTo>
                      <a:pt x="526669" y="0"/>
                    </a:lnTo>
                    <a:lnTo>
                      <a:pt x="526669" y="526669"/>
                    </a:lnTo>
                    <a:lnTo>
                      <a:pt x="0" y="526669"/>
                    </a:lnTo>
                    <a:lnTo>
                      <a:pt x="0" y="0"/>
                    </a:lnTo>
                    <a:close/>
                  </a:path>
                </a:pathLst>
              </a:custGeom>
              <a:blipFill>
                <a:blip r:embed="rId7"/>
                <a:stretch>
                  <a:fillRect r="-4" b="-4"/>
                </a:stretch>
              </a:blipFill>
            </p:spPr>
            <p:txBody>
              <a:bodyPr/>
              <a:lstStyle/>
              <a:p>
                <a:endParaRPr/>
              </a:p>
            </p:txBody>
          </p:sp>
        </p:grpSp>
        <p:grpSp>
          <p:nvGrpSpPr>
            <p:cNvPr id="48" name="Group 48"/>
            <p:cNvGrpSpPr/>
            <p:nvPr/>
          </p:nvGrpSpPr>
          <p:grpSpPr>
            <a:xfrm>
              <a:off x="1384300" y="0"/>
              <a:ext cx="7315200" cy="1165860"/>
              <a:chOff x="0" y="0"/>
              <a:chExt cx="7315200" cy="1165860"/>
            </a:xfrm>
          </p:grpSpPr>
          <p:sp>
            <p:nvSpPr>
              <p:cNvPr id="49" name="Freeform 49"/>
              <p:cNvSpPr/>
              <p:nvPr/>
            </p:nvSpPr>
            <p:spPr>
              <a:xfrm>
                <a:off x="0" y="0"/>
                <a:ext cx="7315200" cy="1165860"/>
              </a:xfrm>
              <a:custGeom>
                <a:avLst/>
                <a:gdLst/>
                <a:ahLst/>
                <a:cxnLst/>
                <a:rect l="l" t="t" r="r" b="b"/>
                <a:pathLst>
                  <a:path w="7315200" h="1165860">
                    <a:moveTo>
                      <a:pt x="0" y="0"/>
                    </a:moveTo>
                    <a:lnTo>
                      <a:pt x="7315200" y="0"/>
                    </a:lnTo>
                    <a:lnTo>
                      <a:pt x="7315200" y="1165860"/>
                    </a:lnTo>
                    <a:lnTo>
                      <a:pt x="0" y="1165860"/>
                    </a:lnTo>
                    <a:close/>
                  </a:path>
                </a:pathLst>
              </a:custGeom>
              <a:blipFill>
                <a:blip r:embed="rId8">
                  <a:alphaModFix amt="0"/>
                </a:blip>
                <a:stretch>
                  <a:fillRect t="-83043" b="-61474"/>
                </a:stretch>
              </a:blipFill>
            </p:spPr>
            <p:txBody>
              <a:bodyPr/>
              <a:lstStyle/>
              <a:p>
                <a:endParaRPr/>
              </a:p>
            </p:txBody>
          </p:sp>
          <p:sp>
            <p:nvSpPr>
              <p:cNvPr id="50" name="TextBox 50"/>
              <p:cNvSpPr txBox="1"/>
              <p:nvPr/>
            </p:nvSpPr>
            <p:spPr>
              <a:xfrm>
                <a:off x="0" y="0"/>
                <a:ext cx="7315200" cy="1165860"/>
              </a:xfrm>
              <a:prstGeom prst="rect">
                <a:avLst/>
              </a:prstGeom>
            </p:spPr>
            <p:txBody>
              <a:bodyPr lIns="0" tIns="0" rIns="0" bIns="0" rtlCol="0" anchor="ctr"/>
              <a:lstStyle/>
              <a:p>
                <a:pPr algn="l">
                  <a:lnSpc>
                    <a:spcPts val="2700"/>
                  </a:lnSpc>
                </a:pPr>
                <a:r>
                  <a:rPr lang="en-US" sz="2250" b="1" spc="8">
                    <a:solidFill>
                      <a:srgbClr val="FFFFFF"/>
                    </a:solidFill>
                    <a:latin typeface="Noto Sans Kr Bold"/>
                    <a:ea typeface="Noto Sans Kr Bold"/>
                    <a:cs typeface="Noto Sans Kr Bold"/>
                    <a:sym typeface="Noto Sans Kr Bold"/>
                  </a:rPr>
                  <a:t>AI 활용 계획</a:t>
                </a:r>
              </a:p>
            </p:txBody>
          </p:sp>
        </p:grpSp>
      </p:grpSp>
      <p:grpSp>
        <p:nvGrpSpPr>
          <p:cNvPr id="51" name="Group 51"/>
          <p:cNvGrpSpPr/>
          <p:nvPr/>
        </p:nvGrpSpPr>
        <p:grpSpPr>
          <a:xfrm>
            <a:off x="9650730" y="5632895"/>
            <a:ext cx="7425690" cy="1952625"/>
            <a:chOff x="0" y="0"/>
            <a:chExt cx="9900920" cy="2603500"/>
          </a:xfrm>
        </p:grpSpPr>
        <p:sp>
          <p:nvSpPr>
            <p:cNvPr id="52" name="TextBox 52"/>
            <p:cNvSpPr txBox="1"/>
            <p:nvPr/>
          </p:nvSpPr>
          <p:spPr>
            <a:xfrm>
              <a:off x="12700" y="0"/>
              <a:ext cx="9692640" cy="393700"/>
            </a:xfrm>
            <a:prstGeom prst="rect">
              <a:avLst/>
            </a:prstGeom>
          </p:spPr>
          <p:txBody>
            <a:bodyPr lIns="0" tIns="0" rIns="0" bIns="0" rtlCol="0" anchor="t">
              <a:spAutoFit/>
            </a:bodyPr>
            <a:lstStyle/>
            <a:p>
              <a:pPr algn="l">
                <a:lnSpc>
                  <a:spcPts val="2340"/>
                </a:lnSpc>
              </a:pPr>
              <a:r>
                <a:rPr lang="en-US" sz="1950" b="1" spc="7">
                  <a:solidFill>
                    <a:srgbClr val="333333"/>
                  </a:solidFill>
                  <a:latin typeface="Noto Sans Kr Bold"/>
                  <a:ea typeface="Noto Sans Kr Bold"/>
                  <a:cs typeface="Noto Sans Kr Bold"/>
                  <a:sym typeface="Noto Sans Kr Bold"/>
                </a:rPr>
                <a:t>개발 단계 — 애자일 (1주 스프린트, 주말 통합 확인)</a:t>
              </a:r>
            </a:p>
          </p:txBody>
        </p:sp>
        <p:grpSp>
          <p:nvGrpSpPr>
            <p:cNvPr id="53" name="Group 53"/>
            <p:cNvGrpSpPr/>
            <p:nvPr/>
          </p:nvGrpSpPr>
          <p:grpSpPr>
            <a:xfrm>
              <a:off x="0" y="718820"/>
              <a:ext cx="2549144" cy="1397000"/>
              <a:chOff x="0" y="0"/>
              <a:chExt cx="2549144" cy="1397000"/>
            </a:xfrm>
          </p:grpSpPr>
          <p:sp>
            <p:nvSpPr>
              <p:cNvPr id="54" name="Freeform 54"/>
              <p:cNvSpPr/>
              <p:nvPr/>
            </p:nvSpPr>
            <p:spPr>
              <a:xfrm>
                <a:off x="0" y="0"/>
                <a:ext cx="2549144" cy="1397000"/>
              </a:xfrm>
              <a:custGeom>
                <a:avLst/>
                <a:gdLst/>
                <a:ahLst/>
                <a:cxnLst/>
                <a:rect l="l" t="t" r="r" b="b"/>
                <a:pathLst>
                  <a:path w="2549144" h="1397000">
                    <a:moveTo>
                      <a:pt x="0" y="0"/>
                    </a:moveTo>
                    <a:lnTo>
                      <a:pt x="1850644" y="0"/>
                    </a:lnTo>
                    <a:lnTo>
                      <a:pt x="2549144" y="698500"/>
                    </a:lnTo>
                    <a:lnTo>
                      <a:pt x="1850644" y="1397000"/>
                    </a:lnTo>
                    <a:lnTo>
                      <a:pt x="0" y="1397000"/>
                    </a:lnTo>
                    <a:lnTo>
                      <a:pt x="698500" y="698500"/>
                    </a:lnTo>
                    <a:close/>
                  </a:path>
                </a:pathLst>
              </a:custGeom>
              <a:solidFill>
                <a:srgbClr val="3C55CB"/>
              </a:solidFill>
              <a:ln w="19050" cap="sq">
                <a:solidFill>
                  <a:srgbClr val="FFFFFF"/>
                </a:solidFill>
                <a:prstDash val="solid"/>
                <a:miter/>
              </a:ln>
            </p:spPr>
            <p:txBody>
              <a:bodyPr/>
              <a:lstStyle/>
              <a:p>
                <a:endParaRPr/>
              </a:p>
            </p:txBody>
          </p:sp>
        </p:grpSp>
        <p:grpSp>
          <p:nvGrpSpPr>
            <p:cNvPr id="55" name="Group 55"/>
            <p:cNvGrpSpPr/>
            <p:nvPr/>
          </p:nvGrpSpPr>
          <p:grpSpPr>
            <a:xfrm>
              <a:off x="546100" y="731520"/>
              <a:ext cx="1737360" cy="1371600"/>
              <a:chOff x="0" y="0"/>
              <a:chExt cx="1737360" cy="1371600"/>
            </a:xfrm>
          </p:grpSpPr>
          <p:sp>
            <p:nvSpPr>
              <p:cNvPr id="56" name="Freeform 56"/>
              <p:cNvSpPr/>
              <p:nvPr/>
            </p:nvSpPr>
            <p:spPr>
              <a:xfrm>
                <a:off x="0" y="0"/>
                <a:ext cx="1737360" cy="1371600"/>
              </a:xfrm>
              <a:custGeom>
                <a:avLst/>
                <a:gdLst/>
                <a:ahLst/>
                <a:cxnLst/>
                <a:rect l="l" t="t" r="r" b="b"/>
                <a:pathLst>
                  <a:path w="1737360" h="1371600">
                    <a:moveTo>
                      <a:pt x="0" y="0"/>
                    </a:moveTo>
                    <a:lnTo>
                      <a:pt x="1737360" y="0"/>
                    </a:lnTo>
                    <a:lnTo>
                      <a:pt x="1737360" y="1371600"/>
                    </a:lnTo>
                    <a:lnTo>
                      <a:pt x="0" y="1371600"/>
                    </a:lnTo>
                    <a:close/>
                  </a:path>
                </a:pathLst>
              </a:custGeom>
              <a:blipFill>
                <a:blip r:embed="rId8">
                  <a:alphaModFix amt="0"/>
                </a:blip>
                <a:stretch>
                  <a:fillRect l="-51292" r="-51292"/>
                </a:stretch>
              </a:blipFill>
            </p:spPr>
            <p:txBody>
              <a:bodyPr/>
              <a:lstStyle/>
              <a:p>
                <a:endParaRPr/>
              </a:p>
            </p:txBody>
          </p:sp>
          <p:sp>
            <p:nvSpPr>
              <p:cNvPr id="57" name="TextBox 57"/>
              <p:cNvSpPr txBox="1"/>
              <p:nvPr/>
            </p:nvSpPr>
            <p:spPr>
              <a:xfrm>
                <a:off x="0" y="-9525"/>
                <a:ext cx="1737360" cy="1381125"/>
              </a:xfrm>
              <a:prstGeom prst="rect">
                <a:avLst/>
              </a:prstGeom>
            </p:spPr>
            <p:txBody>
              <a:bodyPr lIns="0" tIns="0" rIns="0" bIns="0" rtlCol="0" anchor="ctr"/>
              <a:lstStyle/>
              <a:p>
                <a:pPr algn="ctr">
                  <a:lnSpc>
                    <a:spcPts val="1620"/>
                  </a:lnSpc>
                </a:pPr>
                <a:r>
                  <a:rPr lang="en-US" sz="1350" spc="5">
                    <a:solidFill>
                      <a:srgbClr val="FFFFFF"/>
                    </a:solidFill>
                    <a:latin typeface="Noto Sans Kr"/>
                    <a:ea typeface="Noto Sans Kr"/>
                    <a:cs typeface="Noto Sans Kr"/>
                    <a:sym typeface="Noto Sans Kr"/>
                  </a:rPr>
                  <a:t>5–6주</a:t>
                </a:r>
              </a:p>
              <a:p>
                <a:pPr algn="ctr">
                  <a:lnSpc>
                    <a:spcPts val="1800"/>
                  </a:lnSpc>
                </a:pPr>
                <a:r>
                  <a:rPr lang="en-US" sz="1500" b="1" spc="5">
                    <a:solidFill>
                      <a:srgbClr val="FFFFFF"/>
                    </a:solidFill>
                    <a:latin typeface="Noto Sans Kr Bold"/>
                    <a:ea typeface="Noto Sans Kr Bold"/>
                    <a:cs typeface="Noto Sans Kr Bold"/>
                    <a:sym typeface="Noto Sans Kr Bold"/>
                  </a:rPr>
                  <a:t>기술 검증</a:t>
                </a:r>
              </a:p>
            </p:txBody>
          </p:sp>
        </p:grpSp>
        <p:grpSp>
          <p:nvGrpSpPr>
            <p:cNvPr id="58" name="Group 58"/>
            <p:cNvGrpSpPr/>
            <p:nvPr/>
          </p:nvGrpSpPr>
          <p:grpSpPr>
            <a:xfrm>
              <a:off x="2450592" y="718820"/>
              <a:ext cx="2549144" cy="1397000"/>
              <a:chOff x="0" y="0"/>
              <a:chExt cx="2549144" cy="1397000"/>
            </a:xfrm>
          </p:grpSpPr>
          <p:sp>
            <p:nvSpPr>
              <p:cNvPr id="59" name="Freeform 59"/>
              <p:cNvSpPr/>
              <p:nvPr/>
            </p:nvSpPr>
            <p:spPr>
              <a:xfrm>
                <a:off x="0" y="0"/>
                <a:ext cx="2549144" cy="1397000"/>
              </a:xfrm>
              <a:custGeom>
                <a:avLst/>
                <a:gdLst/>
                <a:ahLst/>
                <a:cxnLst/>
                <a:rect l="l" t="t" r="r" b="b"/>
                <a:pathLst>
                  <a:path w="2549144" h="1397000">
                    <a:moveTo>
                      <a:pt x="0" y="0"/>
                    </a:moveTo>
                    <a:lnTo>
                      <a:pt x="1850644" y="0"/>
                    </a:lnTo>
                    <a:lnTo>
                      <a:pt x="2549144" y="698500"/>
                    </a:lnTo>
                    <a:lnTo>
                      <a:pt x="1850644" y="1397000"/>
                    </a:lnTo>
                    <a:lnTo>
                      <a:pt x="0" y="1397000"/>
                    </a:lnTo>
                    <a:lnTo>
                      <a:pt x="698500" y="698500"/>
                    </a:lnTo>
                    <a:close/>
                  </a:path>
                </a:pathLst>
              </a:custGeom>
              <a:solidFill>
                <a:srgbClr val="5A70D6"/>
              </a:solidFill>
              <a:ln w="19050" cap="sq">
                <a:solidFill>
                  <a:srgbClr val="FFFFFF"/>
                </a:solidFill>
                <a:prstDash val="solid"/>
                <a:miter/>
              </a:ln>
            </p:spPr>
            <p:txBody>
              <a:bodyPr/>
              <a:lstStyle/>
              <a:p>
                <a:endParaRPr/>
              </a:p>
            </p:txBody>
          </p:sp>
        </p:grpSp>
        <p:grpSp>
          <p:nvGrpSpPr>
            <p:cNvPr id="60" name="Group 60"/>
            <p:cNvGrpSpPr/>
            <p:nvPr/>
          </p:nvGrpSpPr>
          <p:grpSpPr>
            <a:xfrm>
              <a:off x="3022092" y="731520"/>
              <a:ext cx="1737360" cy="1371600"/>
              <a:chOff x="0" y="0"/>
              <a:chExt cx="1737360" cy="1371600"/>
            </a:xfrm>
          </p:grpSpPr>
          <p:sp>
            <p:nvSpPr>
              <p:cNvPr id="61" name="Freeform 61"/>
              <p:cNvSpPr/>
              <p:nvPr/>
            </p:nvSpPr>
            <p:spPr>
              <a:xfrm>
                <a:off x="0" y="0"/>
                <a:ext cx="1737360" cy="1371600"/>
              </a:xfrm>
              <a:custGeom>
                <a:avLst/>
                <a:gdLst/>
                <a:ahLst/>
                <a:cxnLst/>
                <a:rect l="l" t="t" r="r" b="b"/>
                <a:pathLst>
                  <a:path w="1737360" h="1371600">
                    <a:moveTo>
                      <a:pt x="0" y="0"/>
                    </a:moveTo>
                    <a:lnTo>
                      <a:pt x="1737360" y="0"/>
                    </a:lnTo>
                    <a:lnTo>
                      <a:pt x="1737360" y="1371600"/>
                    </a:lnTo>
                    <a:lnTo>
                      <a:pt x="0" y="1371600"/>
                    </a:lnTo>
                    <a:close/>
                  </a:path>
                </a:pathLst>
              </a:custGeom>
              <a:blipFill>
                <a:blip r:embed="rId8">
                  <a:alphaModFix amt="0"/>
                </a:blip>
                <a:stretch>
                  <a:fillRect l="-51292" r="-51292"/>
                </a:stretch>
              </a:blipFill>
            </p:spPr>
            <p:txBody>
              <a:bodyPr/>
              <a:lstStyle/>
              <a:p>
                <a:endParaRPr/>
              </a:p>
            </p:txBody>
          </p:sp>
          <p:sp>
            <p:nvSpPr>
              <p:cNvPr id="62" name="TextBox 62"/>
              <p:cNvSpPr txBox="1"/>
              <p:nvPr/>
            </p:nvSpPr>
            <p:spPr>
              <a:xfrm>
                <a:off x="0" y="-9525"/>
                <a:ext cx="1737360" cy="1381125"/>
              </a:xfrm>
              <a:prstGeom prst="rect">
                <a:avLst/>
              </a:prstGeom>
            </p:spPr>
            <p:txBody>
              <a:bodyPr lIns="0" tIns="0" rIns="0" bIns="0" rtlCol="0" anchor="ctr"/>
              <a:lstStyle/>
              <a:p>
                <a:pPr algn="ctr">
                  <a:lnSpc>
                    <a:spcPts val="1620"/>
                  </a:lnSpc>
                </a:pPr>
                <a:r>
                  <a:rPr lang="en-US" sz="1350" spc="5">
                    <a:solidFill>
                      <a:srgbClr val="FFFFFF"/>
                    </a:solidFill>
                    <a:latin typeface="Noto Sans Kr"/>
                    <a:ea typeface="Noto Sans Kr"/>
                    <a:cs typeface="Noto Sans Kr"/>
                    <a:sym typeface="Noto Sans Kr"/>
                  </a:rPr>
                  <a:t>7–10주</a:t>
                </a:r>
              </a:p>
              <a:p>
                <a:pPr algn="ctr">
                  <a:lnSpc>
                    <a:spcPts val="1800"/>
                  </a:lnSpc>
                </a:pPr>
                <a:r>
                  <a:rPr lang="en-US" sz="1500" b="1" spc="5">
                    <a:solidFill>
                      <a:srgbClr val="FFFFFF"/>
                    </a:solidFill>
                    <a:latin typeface="Noto Sans Kr Bold"/>
                    <a:ea typeface="Noto Sans Kr Bold"/>
                    <a:cs typeface="Noto Sans Kr Bold"/>
                    <a:sym typeface="Noto Sans Kr Bold"/>
                  </a:rPr>
                  <a:t>MUST 구현</a:t>
                </a:r>
              </a:p>
            </p:txBody>
          </p:sp>
        </p:grpSp>
        <p:grpSp>
          <p:nvGrpSpPr>
            <p:cNvPr id="63" name="Group 63"/>
            <p:cNvGrpSpPr/>
            <p:nvPr/>
          </p:nvGrpSpPr>
          <p:grpSpPr>
            <a:xfrm>
              <a:off x="4901184" y="718820"/>
              <a:ext cx="2549144" cy="1397000"/>
              <a:chOff x="0" y="0"/>
              <a:chExt cx="2549144" cy="1397000"/>
            </a:xfrm>
          </p:grpSpPr>
          <p:sp>
            <p:nvSpPr>
              <p:cNvPr id="64" name="Freeform 64"/>
              <p:cNvSpPr/>
              <p:nvPr/>
            </p:nvSpPr>
            <p:spPr>
              <a:xfrm>
                <a:off x="0" y="0"/>
                <a:ext cx="2549144" cy="1397000"/>
              </a:xfrm>
              <a:custGeom>
                <a:avLst/>
                <a:gdLst/>
                <a:ahLst/>
                <a:cxnLst/>
                <a:rect l="l" t="t" r="r" b="b"/>
                <a:pathLst>
                  <a:path w="2549144" h="1397000">
                    <a:moveTo>
                      <a:pt x="0" y="0"/>
                    </a:moveTo>
                    <a:lnTo>
                      <a:pt x="1850644" y="0"/>
                    </a:lnTo>
                    <a:lnTo>
                      <a:pt x="2549144" y="698500"/>
                    </a:lnTo>
                    <a:lnTo>
                      <a:pt x="1850644" y="1397000"/>
                    </a:lnTo>
                    <a:lnTo>
                      <a:pt x="0" y="1397000"/>
                    </a:lnTo>
                    <a:lnTo>
                      <a:pt x="698500" y="698500"/>
                    </a:lnTo>
                    <a:close/>
                  </a:path>
                </a:pathLst>
              </a:custGeom>
              <a:solidFill>
                <a:srgbClr val="8A9AE3"/>
              </a:solidFill>
              <a:ln w="19050" cap="sq">
                <a:solidFill>
                  <a:srgbClr val="FFFFFF"/>
                </a:solidFill>
                <a:prstDash val="solid"/>
                <a:miter/>
              </a:ln>
            </p:spPr>
            <p:txBody>
              <a:bodyPr/>
              <a:lstStyle/>
              <a:p>
                <a:endParaRPr/>
              </a:p>
            </p:txBody>
          </p:sp>
        </p:grpSp>
        <p:grpSp>
          <p:nvGrpSpPr>
            <p:cNvPr id="65" name="Group 65"/>
            <p:cNvGrpSpPr/>
            <p:nvPr/>
          </p:nvGrpSpPr>
          <p:grpSpPr>
            <a:xfrm>
              <a:off x="5434584" y="731520"/>
              <a:ext cx="1737360" cy="1371600"/>
              <a:chOff x="0" y="0"/>
              <a:chExt cx="1737360" cy="1371600"/>
            </a:xfrm>
          </p:grpSpPr>
          <p:sp>
            <p:nvSpPr>
              <p:cNvPr id="66" name="Freeform 66"/>
              <p:cNvSpPr/>
              <p:nvPr/>
            </p:nvSpPr>
            <p:spPr>
              <a:xfrm>
                <a:off x="0" y="0"/>
                <a:ext cx="1737360" cy="1371600"/>
              </a:xfrm>
              <a:custGeom>
                <a:avLst/>
                <a:gdLst/>
                <a:ahLst/>
                <a:cxnLst/>
                <a:rect l="l" t="t" r="r" b="b"/>
                <a:pathLst>
                  <a:path w="1737360" h="1371600">
                    <a:moveTo>
                      <a:pt x="0" y="0"/>
                    </a:moveTo>
                    <a:lnTo>
                      <a:pt x="1737360" y="0"/>
                    </a:lnTo>
                    <a:lnTo>
                      <a:pt x="1737360" y="1371600"/>
                    </a:lnTo>
                    <a:lnTo>
                      <a:pt x="0" y="1371600"/>
                    </a:lnTo>
                    <a:close/>
                  </a:path>
                </a:pathLst>
              </a:custGeom>
              <a:blipFill>
                <a:blip r:embed="rId8">
                  <a:alphaModFix amt="0"/>
                </a:blip>
                <a:stretch>
                  <a:fillRect l="-51292" r="-51292"/>
                </a:stretch>
              </a:blipFill>
            </p:spPr>
            <p:txBody>
              <a:bodyPr/>
              <a:lstStyle/>
              <a:p>
                <a:endParaRPr/>
              </a:p>
            </p:txBody>
          </p:sp>
          <p:sp>
            <p:nvSpPr>
              <p:cNvPr id="67" name="TextBox 67"/>
              <p:cNvSpPr txBox="1"/>
              <p:nvPr/>
            </p:nvSpPr>
            <p:spPr>
              <a:xfrm>
                <a:off x="0" y="-9525"/>
                <a:ext cx="1737360" cy="1381125"/>
              </a:xfrm>
              <a:prstGeom prst="rect">
                <a:avLst/>
              </a:prstGeom>
            </p:spPr>
            <p:txBody>
              <a:bodyPr lIns="0" tIns="0" rIns="0" bIns="0" rtlCol="0" anchor="ctr"/>
              <a:lstStyle/>
              <a:p>
                <a:pPr algn="ctr">
                  <a:lnSpc>
                    <a:spcPts val="1620"/>
                  </a:lnSpc>
                </a:pPr>
                <a:r>
                  <a:rPr lang="en-US" sz="1350" spc="5">
                    <a:solidFill>
                      <a:srgbClr val="333333"/>
                    </a:solidFill>
                    <a:latin typeface="Noto Sans Kr"/>
                    <a:ea typeface="Noto Sans Kr"/>
                    <a:cs typeface="Noto Sans Kr"/>
                    <a:sym typeface="Noto Sans Kr"/>
                  </a:rPr>
                  <a:t>10–12주</a:t>
                </a:r>
              </a:p>
              <a:p>
                <a:pPr algn="ctr">
                  <a:lnSpc>
                    <a:spcPts val="1800"/>
                  </a:lnSpc>
                </a:pPr>
                <a:r>
                  <a:rPr lang="en-US" sz="1500" b="1" spc="5">
                    <a:solidFill>
                      <a:srgbClr val="333333"/>
                    </a:solidFill>
                    <a:latin typeface="Noto Sans Kr Bold"/>
                    <a:ea typeface="Noto Sans Kr Bold"/>
                    <a:cs typeface="Noto Sans Kr Bold"/>
                    <a:sym typeface="Noto Sans Kr Bold"/>
                  </a:rPr>
                  <a:t>통합 · 파일럿</a:t>
                </a:r>
              </a:p>
            </p:txBody>
          </p:sp>
        </p:grpSp>
        <p:grpSp>
          <p:nvGrpSpPr>
            <p:cNvPr id="68" name="Group 68"/>
            <p:cNvGrpSpPr/>
            <p:nvPr/>
          </p:nvGrpSpPr>
          <p:grpSpPr>
            <a:xfrm>
              <a:off x="7351776" y="718820"/>
              <a:ext cx="2549144" cy="1397000"/>
              <a:chOff x="0" y="0"/>
              <a:chExt cx="2549144" cy="1397000"/>
            </a:xfrm>
          </p:grpSpPr>
          <p:sp>
            <p:nvSpPr>
              <p:cNvPr id="69" name="Freeform 69"/>
              <p:cNvSpPr/>
              <p:nvPr/>
            </p:nvSpPr>
            <p:spPr>
              <a:xfrm>
                <a:off x="0" y="0"/>
                <a:ext cx="2549144" cy="1397000"/>
              </a:xfrm>
              <a:custGeom>
                <a:avLst/>
                <a:gdLst/>
                <a:ahLst/>
                <a:cxnLst/>
                <a:rect l="l" t="t" r="r" b="b"/>
                <a:pathLst>
                  <a:path w="2549144" h="1397000">
                    <a:moveTo>
                      <a:pt x="0" y="0"/>
                    </a:moveTo>
                    <a:lnTo>
                      <a:pt x="1850644" y="0"/>
                    </a:lnTo>
                    <a:lnTo>
                      <a:pt x="2549144" y="698500"/>
                    </a:lnTo>
                    <a:lnTo>
                      <a:pt x="1850644" y="1397000"/>
                    </a:lnTo>
                    <a:lnTo>
                      <a:pt x="0" y="1397000"/>
                    </a:lnTo>
                    <a:lnTo>
                      <a:pt x="698500" y="698500"/>
                    </a:lnTo>
                    <a:close/>
                  </a:path>
                </a:pathLst>
              </a:custGeom>
              <a:solidFill>
                <a:srgbClr val="3C55CB"/>
              </a:solidFill>
              <a:ln w="19050" cap="sq">
                <a:solidFill>
                  <a:srgbClr val="FFFFFF"/>
                </a:solidFill>
                <a:prstDash val="solid"/>
                <a:miter/>
              </a:ln>
            </p:spPr>
            <p:txBody>
              <a:bodyPr/>
              <a:lstStyle/>
              <a:p>
                <a:endParaRPr/>
              </a:p>
            </p:txBody>
          </p:sp>
        </p:grpSp>
        <p:grpSp>
          <p:nvGrpSpPr>
            <p:cNvPr id="70" name="Group 70"/>
            <p:cNvGrpSpPr/>
            <p:nvPr/>
          </p:nvGrpSpPr>
          <p:grpSpPr>
            <a:xfrm>
              <a:off x="7948676" y="731520"/>
              <a:ext cx="1737360" cy="1371600"/>
              <a:chOff x="0" y="0"/>
              <a:chExt cx="1737360" cy="1371600"/>
            </a:xfrm>
          </p:grpSpPr>
          <p:sp>
            <p:nvSpPr>
              <p:cNvPr id="71" name="Freeform 71"/>
              <p:cNvSpPr/>
              <p:nvPr/>
            </p:nvSpPr>
            <p:spPr>
              <a:xfrm>
                <a:off x="0" y="0"/>
                <a:ext cx="1737360" cy="1371600"/>
              </a:xfrm>
              <a:custGeom>
                <a:avLst/>
                <a:gdLst/>
                <a:ahLst/>
                <a:cxnLst/>
                <a:rect l="l" t="t" r="r" b="b"/>
                <a:pathLst>
                  <a:path w="1737360" h="1371600">
                    <a:moveTo>
                      <a:pt x="0" y="0"/>
                    </a:moveTo>
                    <a:lnTo>
                      <a:pt x="1737360" y="0"/>
                    </a:lnTo>
                    <a:lnTo>
                      <a:pt x="1737360" y="1371600"/>
                    </a:lnTo>
                    <a:lnTo>
                      <a:pt x="0" y="1371600"/>
                    </a:lnTo>
                    <a:close/>
                  </a:path>
                </a:pathLst>
              </a:custGeom>
              <a:blipFill>
                <a:blip r:embed="rId8">
                  <a:alphaModFix amt="0"/>
                </a:blip>
                <a:stretch>
                  <a:fillRect l="-51292" r="-51292"/>
                </a:stretch>
              </a:blipFill>
            </p:spPr>
            <p:txBody>
              <a:bodyPr/>
              <a:lstStyle/>
              <a:p>
                <a:endParaRPr/>
              </a:p>
            </p:txBody>
          </p:sp>
          <p:sp>
            <p:nvSpPr>
              <p:cNvPr id="72" name="TextBox 72"/>
              <p:cNvSpPr txBox="1"/>
              <p:nvPr/>
            </p:nvSpPr>
            <p:spPr>
              <a:xfrm>
                <a:off x="0" y="-9525"/>
                <a:ext cx="1737360" cy="1381125"/>
              </a:xfrm>
              <a:prstGeom prst="rect">
                <a:avLst/>
              </a:prstGeom>
            </p:spPr>
            <p:txBody>
              <a:bodyPr lIns="0" tIns="0" rIns="0" bIns="0" rtlCol="0" anchor="ctr"/>
              <a:lstStyle/>
              <a:p>
                <a:pPr algn="ctr">
                  <a:lnSpc>
                    <a:spcPts val="1620"/>
                  </a:lnSpc>
                </a:pPr>
                <a:r>
                  <a:rPr lang="en-US" sz="1350" spc="5">
                    <a:solidFill>
                      <a:srgbClr val="FFFFFF"/>
                    </a:solidFill>
                    <a:latin typeface="Noto Sans Kr"/>
                    <a:ea typeface="Noto Sans Kr"/>
                    <a:cs typeface="Noto Sans Kr"/>
                    <a:sym typeface="Noto Sans Kr"/>
                  </a:rPr>
                  <a:t>13–15주</a:t>
                </a:r>
              </a:p>
              <a:p>
                <a:pPr algn="ctr">
                  <a:lnSpc>
                    <a:spcPts val="1800"/>
                  </a:lnSpc>
                </a:pPr>
                <a:r>
                  <a:rPr lang="en-US" sz="1500" b="1" spc="5">
                    <a:solidFill>
                      <a:srgbClr val="FFFFFF"/>
                    </a:solidFill>
                    <a:latin typeface="Noto Sans Kr Bold"/>
                    <a:ea typeface="Noto Sans Kr Bold"/>
                    <a:cs typeface="Noto Sans Kr Bold"/>
                    <a:sym typeface="Noto Sans Kr Bold"/>
                  </a:rPr>
                  <a:t>실험 · 평가</a:t>
                </a:r>
              </a:p>
            </p:txBody>
          </p:sp>
        </p:grpSp>
        <p:sp>
          <p:nvSpPr>
            <p:cNvPr id="73" name="TextBox 73"/>
            <p:cNvSpPr txBox="1"/>
            <p:nvPr/>
          </p:nvSpPr>
          <p:spPr>
            <a:xfrm>
              <a:off x="12700" y="2295525"/>
              <a:ext cx="9692640" cy="307975"/>
            </a:xfrm>
            <a:prstGeom prst="rect">
              <a:avLst/>
            </a:prstGeom>
          </p:spPr>
          <p:txBody>
            <a:bodyPr lIns="0" tIns="0" rIns="0" bIns="0" rtlCol="0" anchor="t">
              <a:spAutoFit/>
            </a:bodyPr>
            <a:lstStyle/>
            <a:p>
              <a:pPr algn="l">
                <a:lnSpc>
                  <a:spcPts val="1889"/>
                </a:lnSpc>
              </a:pPr>
              <a:r>
                <a:rPr lang="en-US" sz="1575" spc="6">
                  <a:solidFill>
                    <a:srgbClr val="7F7F7F"/>
                  </a:solidFill>
                  <a:latin typeface="Noto Sans Kr"/>
                  <a:ea typeface="Noto Sans Kr"/>
                  <a:cs typeface="Noto Sans Kr"/>
                  <a:sym typeface="Noto Sans Kr"/>
                </a:rPr>
                <a:t>10주 차 기능 동결 · 지연 시 지점 추가 → 회의실 순으로 미루고 MUST는 지킨다</a:t>
              </a:r>
            </a:p>
          </p:txBody>
        </p:sp>
      </p:grpSp>
      <p:sp>
        <p:nvSpPr>
          <p:cNvPr id="74" name="TextBox 74"/>
          <p:cNvSpPr txBox="1"/>
          <p:nvPr/>
        </p:nvSpPr>
        <p:spPr>
          <a:xfrm>
            <a:off x="882015" y="7790498"/>
            <a:ext cx="4114800" cy="295275"/>
          </a:xfrm>
          <a:prstGeom prst="rect">
            <a:avLst/>
          </a:prstGeom>
        </p:spPr>
        <p:txBody>
          <a:bodyPr lIns="0" tIns="0" rIns="0" bIns="0" rtlCol="0" anchor="t">
            <a:spAutoFit/>
          </a:bodyPr>
          <a:lstStyle/>
          <a:p>
            <a:pPr algn="l">
              <a:lnSpc>
                <a:spcPts val="2340"/>
              </a:lnSpc>
            </a:pPr>
            <a:r>
              <a:rPr lang="en-US" sz="1950" b="1" spc="7">
                <a:solidFill>
                  <a:srgbClr val="333333"/>
                </a:solidFill>
                <a:latin typeface="Noto Sans Kr Bold"/>
                <a:ea typeface="Noto Sans Kr Bold"/>
                <a:cs typeface="Noto Sans Kr Bold"/>
                <a:sym typeface="Noto Sans Kr Bold"/>
              </a:rPr>
              <a:t>역할 분담</a:t>
            </a:r>
          </a:p>
        </p:txBody>
      </p:sp>
      <p:grpSp>
        <p:nvGrpSpPr>
          <p:cNvPr id="75" name="Group 75"/>
          <p:cNvGrpSpPr/>
          <p:nvPr/>
        </p:nvGrpSpPr>
        <p:grpSpPr>
          <a:xfrm>
            <a:off x="872490" y="8302181"/>
            <a:ext cx="5299710" cy="979170"/>
            <a:chOff x="0" y="0"/>
            <a:chExt cx="7066280" cy="1305560"/>
          </a:xfrm>
        </p:grpSpPr>
        <p:sp>
          <p:nvSpPr>
            <p:cNvPr id="76" name="Freeform 76"/>
            <p:cNvSpPr/>
            <p:nvPr/>
          </p:nvSpPr>
          <p:spPr>
            <a:xfrm>
              <a:off x="0" y="0"/>
              <a:ext cx="7066280" cy="1305560"/>
            </a:xfrm>
            <a:custGeom>
              <a:avLst/>
              <a:gdLst/>
              <a:ahLst/>
              <a:cxnLst/>
              <a:rect l="l" t="t" r="r" b="b"/>
              <a:pathLst>
                <a:path w="7066280" h="1305560">
                  <a:moveTo>
                    <a:pt x="0" y="149225"/>
                  </a:moveTo>
                  <a:cubicBezTo>
                    <a:pt x="0" y="66802"/>
                    <a:pt x="66802" y="0"/>
                    <a:pt x="149225" y="0"/>
                  </a:cubicBezTo>
                  <a:lnTo>
                    <a:pt x="6917055" y="0"/>
                  </a:lnTo>
                  <a:cubicBezTo>
                    <a:pt x="6999478" y="0"/>
                    <a:pt x="7066280" y="66802"/>
                    <a:pt x="7066280" y="149225"/>
                  </a:cubicBezTo>
                  <a:lnTo>
                    <a:pt x="7066280" y="1156335"/>
                  </a:lnTo>
                  <a:cubicBezTo>
                    <a:pt x="7066280" y="1238758"/>
                    <a:pt x="6999478" y="1305560"/>
                    <a:pt x="6917055" y="1305560"/>
                  </a:cubicBezTo>
                  <a:lnTo>
                    <a:pt x="149225" y="1305560"/>
                  </a:lnTo>
                  <a:cubicBezTo>
                    <a:pt x="66802" y="1305560"/>
                    <a:pt x="0" y="1238758"/>
                    <a:pt x="0" y="1156335"/>
                  </a:cubicBezTo>
                  <a:close/>
                </a:path>
              </a:pathLst>
            </a:custGeom>
            <a:solidFill>
              <a:srgbClr val="FFFFFF"/>
            </a:solidFill>
            <a:ln w="19050" cap="sq">
              <a:solidFill>
                <a:srgbClr val="ECEEF3"/>
              </a:solidFill>
              <a:prstDash val="solid"/>
              <a:miter/>
            </a:ln>
            <a:effectLst>
              <a:outerShdw blurRad="228600" dist="38100" dir="5400000" algn="t" rotWithShape="0">
                <a:srgbClr val="1F2A5A">
                  <a:alpha val="11000"/>
                </a:srgbClr>
              </a:outerShdw>
            </a:effectLst>
          </p:spPr>
          <p:txBody>
            <a:bodyPr/>
            <a:lstStyle/>
            <a:p>
              <a:endParaRPr/>
            </a:p>
          </p:txBody>
        </p:sp>
      </p:grpSp>
      <p:grpSp>
        <p:nvGrpSpPr>
          <p:cNvPr id="77" name="Group 77"/>
          <p:cNvGrpSpPr/>
          <p:nvPr/>
        </p:nvGrpSpPr>
        <p:grpSpPr>
          <a:xfrm>
            <a:off x="1156335" y="8311706"/>
            <a:ext cx="4869180" cy="960120"/>
            <a:chOff x="0" y="0"/>
            <a:chExt cx="6492240" cy="1280160"/>
          </a:xfrm>
        </p:grpSpPr>
        <p:sp>
          <p:nvSpPr>
            <p:cNvPr id="78" name="Freeform 78"/>
            <p:cNvSpPr/>
            <p:nvPr/>
          </p:nvSpPr>
          <p:spPr>
            <a:xfrm>
              <a:off x="0" y="0"/>
              <a:ext cx="6492240" cy="1280160"/>
            </a:xfrm>
            <a:custGeom>
              <a:avLst/>
              <a:gdLst/>
              <a:ahLst/>
              <a:cxnLst/>
              <a:rect l="l" t="t" r="r" b="b"/>
              <a:pathLst>
                <a:path w="6492240" h="1280160">
                  <a:moveTo>
                    <a:pt x="0" y="0"/>
                  </a:moveTo>
                  <a:lnTo>
                    <a:pt x="6492240" y="0"/>
                  </a:lnTo>
                  <a:lnTo>
                    <a:pt x="6492240" y="1280160"/>
                  </a:lnTo>
                  <a:lnTo>
                    <a:pt x="0" y="1280160"/>
                  </a:lnTo>
                  <a:close/>
                </a:path>
              </a:pathLst>
            </a:custGeom>
            <a:blipFill>
              <a:blip r:embed="rId8">
                <a:alphaModFix amt="0"/>
              </a:blip>
              <a:stretch>
                <a:fillRect t="-48816" b="-48816"/>
              </a:stretch>
            </a:blipFill>
          </p:spPr>
          <p:txBody>
            <a:bodyPr/>
            <a:lstStyle/>
            <a:p>
              <a:endParaRPr/>
            </a:p>
          </p:txBody>
        </p:sp>
        <p:sp>
          <p:nvSpPr>
            <p:cNvPr id="79" name="TextBox 79"/>
            <p:cNvSpPr txBox="1"/>
            <p:nvPr/>
          </p:nvSpPr>
          <p:spPr>
            <a:xfrm>
              <a:off x="0" y="9525"/>
              <a:ext cx="6492240" cy="1270635"/>
            </a:xfrm>
            <a:prstGeom prst="rect">
              <a:avLst/>
            </a:prstGeom>
          </p:spPr>
          <p:txBody>
            <a:bodyPr lIns="0" tIns="0" rIns="0" bIns="0" rtlCol="0" anchor="ctr"/>
            <a:lstStyle/>
            <a:p>
              <a:pPr algn="l">
                <a:lnSpc>
                  <a:spcPts val="1889"/>
                </a:lnSpc>
              </a:pPr>
              <a:r>
                <a:rPr lang="en-US" sz="1575" b="1" spc="6">
                  <a:solidFill>
                    <a:srgbClr val="333333"/>
                  </a:solidFill>
                  <a:latin typeface="Noto Sans Kr Bold"/>
                  <a:ea typeface="Noto Sans Kr Bold"/>
                  <a:cs typeface="Noto Sans Kr Bold"/>
                  <a:sym typeface="Noto Sans Kr Bold"/>
                </a:rPr>
                <a:t>김현  </a:t>
              </a:r>
              <a:r>
                <a:rPr lang="en-US" sz="1575" spc="6">
                  <a:solidFill>
                    <a:srgbClr val="4B4B4B"/>
                  </a:solidFill>
                  <a:latin typeface="Noto Sans Kr"/>
                  <a:ea typeface="Noto Sans Kr"/>
                  <a:cs typeface="Noto Sans Kr"/>
                  <a:sym typeface="Noto Sans Kr"/>
                </a:rPr>
                <a:t>트래킹 · 가이드라인 · 기기 감지 · 타이머</a:t>
              </a:r>
            </a:p>
          </p:txBody>
        </p:sp>
      </p:grpSp>
      <p:grpSp>
        <p:nvGrpSpPr>
          <p:cNvPr id="80" name="Group 80"/>
          <p:cNvGrpSpPr/>
          <p:nvPr/>
        </p:nvGrpSpPr>
        <p:grpSpPr>
          <a:xfrm>
            <a:off x="6496050" y="8302181"/>
            <a:ext cx="5299710" cy="979170"/>
            <a:chOff x="0" y="0"/>
            <a:chExt cx="7066280" cy="1305560"/>
          </a:xfrm>
        </p:grpSpPr>
        <p:sp>
          <p:nvSpPr>
            <p:cNvPr id="81" name="Freeform 81"/>
            <p:cNvSpPr/>
            <p:nvPr/>
          </p:nvSpPr>
          <p:spPr>
            <a:xfrm>
              <a:off x="0" y="0"/>
              <a:ext cx="7066280" cy="1305560"/>
            </a:xfrm>
            <a:custGeom>
              <a:avLst/>
              <a:gdLst/>
              <a:ahLst/>
              <a:cxnLst/>
              <a:rect l="l" t="t" r="r" b="b"/>
              <a:pathLst>
                <a:path w="7066280" h="1305560">
                  <a:moveTo>
                    <a:pt x="0" y="149225"/>
                  </a:moveTo>
                  <a:cubicBezTo>
                    <a:pt x="0" y="66802"/>
                    <a:pt x="66802" y="0"/>
                    <a:pt x="149225" y="0"/>
                  </a:cubicBezTo>
                  <a:lnTo>
                    <a:pt x="6917055" y="0"/>
                  </a:lnTo>
                  <a:cubicBezTo>
                    <a:pt x="6999478" y="0"/>
                    <a:pt x="7066280" y="66802"/>
                    <a:pt x="7066280" y="149225"/>
                  </a:cubicBezTo>
                  <a:lnTo>
                    <a:pt x="7066280" y="1156335"/>
                  </a:lnTo>
                  <a:cubicBezTo>
                    <a:pt x="7066280" y="1238758"/>
                    <a:pt x="6999478" y="1305560"/>
                    <a:pt x="6917055" y="1305560"/>
                  </a:cubicBezTo>
                  <a:lnTo>
                    <a:pt x="149225" y="1305560"/>
                  </a:lnTo>
                  <a:cubicBezTo>
                    <a:pt x="66802" y="1305560"/>
                    <a:pt x="0" y="1238758"/>
                    <a:pt x="0" y="1156335"/>
                  </a:cubicBezTo>
                  <a:close/>
                </a:path>
              </a:pathLst>
            </a:custGeom>
            <a:solidFill>
              <a:srgbClr val="FFFFFF"/>
            </a:solidFill>
            <a:ln w="19050" cap="sq">
              <a:solidFill>
                <a:srgbClr val="ECEEF3"/>
              </a:solidFill>
              <a:prstDash val="solid"/>
              <a:miter/>
            </a:ln>
            <a:effectLst>
              <a:outerShdw blurRad="228600" dist="38100" dir="5400000" algn="t" rotWithShape="0">
                <a:srgbClr val="1F2A5A">
                  <a:alpha val="11000"/>
                </a:srgbClr>
              </a:outerShdw>
            </a:effectLst>
          </p:spPr>
          <p:txBody>
            <a:bodyPr/>
            <a:lstStyle/>
            <a:p>
              <a:endParaRPr/>
            </a:p>
          </p:txBody>
        </p:sp>
      </p:grpSp>
      <p:grpSp>
        <p:nvGrpSpPr>
          <p:cNvPr id="82" name="Group 82"/>
          <p:cNvGrpSpPr/>
          <p:nvPr/>
        </p:nvGrpSpPr>
        <p:grpSpPr>
          <a:xfrm>
            <a:off x="6779895" y="8311706"/>
            <a:ext cx="4869180" cy="960120"/>
            <a:chOff x="0" y="0"/>
            <a:chExt cx="6492240" cy="1280160"/>
          </a:xfrm>
        </p:grpSpPr>
        <p:sp>
          <p:nvSpPr>
            <p:cNvPr id="83" name="Freeform 83"/>
            <p:cNvSpPr/>
            <p:nvPr/>
          </p:nvSpPr>
          <p:spPr>
            <a:xfrm>
              <a:off x="0" y="0"/>
              <a:ext cx="6492240" cy="1280160"/>
            </a:xfrm>
            <a:custGeom>
              <a:avLst/>
              <a:gdLst/>
              <a:ahLst/>
              <a:cxnLst/>
              <a:rect l="l" t="t" r="r" b="b"/>
              <a:pathLst>
                <a:path w="6492240" h="1280160">
                  <a:moveTo>
                    <a:pt x="0" y="0"/>
                  </a:moveTo>
                  <a:lnTo>
                    <a:pt x="6492240" y="0"/>
                  </a:lnTo>
                  <a:lnTo>
                    <a:pt x="6492240" y="1280160"/>
                  </a:lnTo>
                  <a:lnTo>
                    <a:pt x="0" y="1280160"/>
                  </a:lnTo>
                  <a:close/>
                </a:path>
              </a:pathLst>
            </a:custGeom>
            <a:blipFill>
              <a:blip r:embed="rId8">
                <a:alphaModFix amt="0"/>
              </a:blip>
              <a:stretch>
                <a:fillRect t="-48816" b="-48816"/>
              </a:stretch>
            </a:blipFill>
          </p:spPr>
          <p:txBody>
            <a:bodyPr/>
            <a:lstStyle/>
            <a:p>
              <a:endParaRPr/>
            </a:p>
          </p:txBody>
        </p:sp>
        <p:sp>
          <p:nvSpPr>
            <p:cNvPr id="84" name="TextBox 84"/>
            <p:cNvSpPr txBox="1"/>
            <p:nvPr/>
          </p:nvSpPr>
          <p:spPr>
            <a:xfrm>
              <a:off x="0" y="9525"/>
              <a:ext cx="6492240" cy="1270635"/>
            </a:xfrm>
            <a:prstGeom prst="rect">
              <a:avLst/>
            </a:prstGeom>
          </p:spPr>
          <p:txBody>
            <a:bodyPr lIns="0" tIns="0" rIns="0" bIns="0" rtlCol="0" anchor="ctr"/>
            <a:lstStyle/>
            <a:p>
              <a:pPr algn="l">
                <a:lnSpc>
                  <a:spcPts val="1889"/>
                </a:lnSpc>
              </a:pPr>
              <a:r>
                <a:rPr lang="en-US" sz="1575" b="1" spc="6">
                  <a:solidFill>
                    <a:srgbClr val="333333"/>
                  </a:solidFill>
                  <a:latin typeface="Noto Sans Kr Bold"/>
                  <a:ea typeface="Noto Sans Kr Bold"/>
                  <a:cs typeface="Noto Sans Kr Bold"/>
                  <a:sym typeface="Noto Sans Kr Bold"/>
                </a:rPr>
                <a:t>최원준  </a:t>
              </a:r>
              <a:r>
                <a:rPr lang="en-US" sz="1575" spc="6">
                  <a:solidFill>
                    <a:srgbClr val="4B4B4B"/>
                  </a:solidFill>
                  <a:latin typeface="Noto Sans Kr"/>
                  <a:ea typeface="Noto Sans Kr"/>
                  <a:cs typeface="Noto Sans Kr"/>
                  <a:sym typeface="Noto Sans Kr"/>
                </a:rPr>
                <a:t>캐릭터 · 공간 · 2D 이동 · 3D 좌석 시점</a:t>
              </a:r>
            </a:p>
          </p:txBody>
        </p:sp>
      </p:grpSp>
      <p:grpSp>
        <p:nvGrpSpPr>
          <p:cNvPr id="85" name="Group 85"/>
          <p:cNvGrpSpPr/>
          <p:nvPr/>
        </p:nvGrpSpPr>
        <p:grpSpPr>
          <a:xfrm>
            <a:off x="12119610" y="8302181"/>
            <a:ext cx="5299710" cy="979170"/>
            <a:chOff x="0" y="0"/>
            <a:chExt cx="7066280" cy="1305560"/>
          </a:xfrm>
        </p:grpSpPr>
        <p:sp>
          <p:nvSpPr>
            <p:cNvPr id="86" name="Freeform 86"/>
            <p:cNvSpPr/>
            <p:nvPr/>
          </p:nvSpPr>
          <p:spPr>
            <a:xfrm>
              <a:off x="0" y="0"/>
              <a:ext cx="7066280" cy="1305560"/>
            </a:xfrm>
            <a:custGeom>
              <a:avLst/>
              <a:gdLst/>
              <a:ahLst/>
              <a:cxnLst/>
              <a:rect l="l" t="t" r="r" b="b"/>
              <a:pathLst>
                <a:path w="7066280" h="1305560">
                  <a:moveTo>
                    <a:pt x="0" y="149225"/>
                  </a:moveTo>
                  <a:cubicBezTo>
                    <a:pt x="0" y="66802"/>
                    <a:pt x="66802" y="0"/>
                    <a:pt x="149225" y="0"/>
                  </a:cubicBezTo>
                  <a:lnTo>
                    <a:pt x="6917055" y="0"/>
                  </a:lnTo>
                  <a:cubicBezTo>
                    <a:pt x="6999478" y="0"/>
                    <a:pt x="7066280" y="66802"/>
                    <a:pt x="7066280" y="149225"/>
                  </a:cubicBezTo>
                  <a:lnTo>
                    <a:pt x="7066280" y="1156335"/>
                  </a:lnTo>
                  <a:cubicBezTo>
                    <a:pt x="7066280" y="1238758"/>
                    <a:pt x="6999478" y="1305560"/>
                    <a:pt x="6917055" y="1305560"/>
                  </a:cubicBezTo>
                  <a:lnTo>
                    <a:pt x="149225" y="1305560"/>
                  </a:lnTo>
                  <a:cubicBezTo>
                    <a:pt x="66802" y="1305560"/>
                    <a:pt x="0" y="1238758"/>
                    <a:pt x="0" y="1156335"/>
                  </a:cubicBezTo>
                  <a:close/>
                </a:path>
              </a:pathLst>
            </a:custGeom>
            <a:solidFill>
              <a:srgbClr val="FFFFFF"/>
            </a:solidFill>
            <a:ln w="19050" cap="sq">
              <a:solidFill>
                <a:srgbClr val="ECEEF3"/>
              </a:solidFill>
              <a:prstDash val="solid"/>
              <a:miter/>
            </a:ln>
            <a:effectLst>
              <a:outerShdw blurRad="228600" dist="38100" dir="5400000" algn="t" rotWithShape="0">
                <a:srgbClr val="1F2A5A">
                  <a:alpha val="11000"/>
                </a:srgbClr>
              </a:outerShdw>
            </a:effectLst>
          </p:spPr>
          <p:txBody>
            <a:bodyPr/>
            <a:lstStyle/>
            <a:p>
              <a:endParaRPr/>
            </a:p>
          </p:txBody>
        </p:sp>
      </p:grpSp>
      <p:grpSp>
        <p:nvGrpSpPr>
          <p:cNvPr id="87" name="Group 87"/>
          <p:cNvGrpSpPr/>
          <p:nvPr/>
        </p:nvGrpSpPr>
        <p:grpSpPr>
          <a:xfrm>
            <a:off x="12403455" y="8311706"/>
            <a:ext cx="4869180" cy="960120"/>
            <a:chOff x="0" y="0"/>
            <a:chExt cx="6492240" cy="1280160"/>
          </a:xfrm>
        </p:grpSpPr>
        <p:sp>
          <p:nvSpPr>
            <p:cNvPr id="88" name="Freeform 88"/>
            <p:cNvSpPr/>
            <p:nvPr/>
          </p:nvSpPr>
          <p:spPr>
            <a:xfrm>
              <a:off x="0" y="0"/>
              <a:ext cx="6492240" cy="1280160"/>
            </a:xfrm>
            <a:custGeom>
              <a:avLst/>
              <a:gdLst/>
              <a:ahLst/>
              <a:cxnLst/>
              <a:rect l="l" t="t" r="r" b="b"/>
              <a:pathLst>
                <a:path w="6492240" h="1280160">
                  <a:moveTo>
                    <a:pt x="0" y="0"/>
                  </a:moveTo>
                  <a:lnTo>
                    <a:pt x="6492240" y="0"/>
                  </a:lnTo>
                  <a:lnTo>
                    <a:pt x="6492240" y="1280160"/>
                  </a:lnTo>
                  <a:lnTo>
                    <a:pt x="0" y="1280160"/>
                  </a:lnTo>
                  <a:close/>
                </a:path>
              </a:pathLst>
            </a:custGeom>
            <a:blipFill>
              <a:blip r:embed="rId8">
                <a:alphaModFix amt="0"/>
              </a:blip>
              <a:stretch>
                <a:fillRect t="-48816" b="-48816"/>
              </a:stretch>
            </a:blipFill>
          </p:spPr>
          <p:txBody>
            <a:bodyPr/>
            <a:lstStyle/>
            <a:p>
              <a:endParaRPr/>
            </a:p>
          </p:txBody>
        </p:sp>
        <p:sp>
          <p:nvSpPr>
            <p:cNvPr id="89" name="TextBox 89"/>
            <p:cNvSpPr txBox="1"/>
            <p:nvPr/>
          </p:nvSpPr>
          <p:spPr>
            <a:xfrm>
              <a:off x="0" y="9525"/>
              <a:ext cx="6492240" cy="1270635"/>
            </a:xfrm>
            <a:prstGeom prst="rect">
              <a:avLst/>
            </a:prstGeom>
          </p:spPr>
          <p:txBody>
            <a:bodyPr lIns="0" tIns="0" rIns="0" bIns="0" rtlCol="0" anchor="ctr"/>
            <a:lstStyle/>
            <a:p>
              <a:pPr algn="l">
                <a:lnSpc>
                  <a:spcPts val="1889"/>
                </a:lnSpc>
              </a:pPr>
              <a:r>
                <a:rPr lang="en-US" sz="1575" b="1" spc="6">
                  <a:solidFill>
                    <a:srgbClr val="333333"/>
                  </a:solidFill>
                  <a:latin typeface="Noto Sans Kr Bold"/>
                  <a:ea typeface="Noto Sans Kr Bold"/>
                  <a:cs typeface="Noto Sans Kr Bold"/>
                  <a:sym typeface="Noto Sans Kr Bold"/>
                </a:rPr>
                <a:t>육심호  </a:t>
              </a:r>
              <a:r>
                <a:rPr lang="en-US" sz="1575" spc="6">
                  <a:solidFill>
                    <a:srgbClr val="4B4B4B"/>
                  </a:solidFill>
                  <a:latin typeface="Noto Sans Kr"/>
                  <a:ea typeface="Noto Sans Kr"/>
                  <a:cs typeface="Noto Sans Kr"/>
                  <a:sym typeface="Noto Sans Kr"/>
                </a:rPr>
                <a:t>Supabase · 키오스크 · 배정 · 동기화 · 배포</a:t>
              </a:r>
            </a:p>
          </p:txBody>
        </p:sp>
      </p:grpSp>
      <p:sp>
        <p:nvSpPr>
          <p:cNvPr id="90" name="TextBox 90"/>
          <p:cNvSpPr txBox="1"/>
          <p:nvPr/>
        </p:nvSpPr>
        <p:spPr>
          <a:xfrm>
            <a:off x="9965055" y="2963037"/>
            <a:ext cx="662538" cy="461010"/>
          </a:xfrm>
          <a:prstGeom prst="rect">
            <a:avLst/>
          </a:prstGeom>
        </p:spPr>
        <p:txBody>
          <a:bodyPr lIns="0" tIns="0" rIns="0" bIns="0" rtlCol="0" anchor="t">
            <a:spAutoFit/>
          </a:bodyPr>
          <a:lstStyle/>
          <a:p>
            <a:pPr algn="ctr">
              <a:lnSpc>
                <a:spcPts val="4125"/>
              </a:lnSpc>
            </a:pPr>
            <a:r>
              <a:rPr lang="en-US" sz="1650" b="1" spc="6">
                <a:solidFill>
                  <a:srgbClr val="D6DDF8"/>
                </a:solidFill>
                <a:latin typeface="Noto Sans Kr Bold"/>
                <a:ea typeface="Noto Sans Kr Bold"/>
                <a:cs typeface="Noto Sans Kr Bold"/>
                <a:sym typeface="Noto Sans Kr Bold"/>
              </a:rPr>
              <a:t>어디에</a:t>
            </a:r>
          </a:p>
        </p:txBody>
      </p:sp>
      <p:sp>
        <p:nvSpPr>
          <p:cNvPr id="91" name="TextBox 91"/>
          <p:cNvSpPr txBox="1"/>
          <p:nvPr/>
        </p:nvSpPr>
        <p:spPr>
          <a:xfrm>
            <a:off x="10757535" y="3050667"/>
            <a:ext cx="5966460" cy="495300"/>
          </a:xfrm>
          <a:prstGeom prst="rect">
            <a:avLst/>
          </a:prstGeom>
        </p:spPr>
        <p:txBody>
          <a:bodyPr lIns="0" tIns="0" rIns="0" bIns="0" rtlCol="0" anchor="t">
            <a:spAutoFit/>
          </a:bodyPr>
          <a:lstStyle/>
          <a:p>
            <a:pPr algn="l">
              <a:lnSpc>
                <a:spcPts val="1980"/>
              </a:lnSpc>
              <a:spcBef>
                <a:spcPct val="0"/>
              </a:spcBef>
            </a:pPr>
            <a:r>
              <a:rPr lang="en-US" sz="1650" spc="6" dirty="0" err="1">
                <a:solidFill>
                  <a:srgbClr val="FFFFFF"/>
                </a:solidFill>
                <a:latin typeface="Noto Sans Kr"/>
                <a:ea typeface="Noto Sans Kr"/>
                <a:cs typeface="Noto Sans Kr"/>
                <a:sym typeface="Noto Sans Kr"/>
              </a:rPr>
              <a:t>개발</a:t>
            </a:r>
            <a:r>
              <a:rPr lang="en-US" sz="1650" spc="6" dirty="0">
                <a:solidFill>
                  <a:srgbClr val="FFFFFF"/>
                </a:solidFill>
                <a:latin typeface="Noto Sans Kr"/>
                <a:ea typeface="Noto Sans Kr"/>
                <a:cs typeface="Noto Sans Kr"/>
                <a:sym typeface="Noto Sans Kr"/>
              </a:rPr>
              <a:t> </a:t>
            </a:r>
            <a:r>
              <a:rPr lang="en-US" sz="1650" spc="6" dirty="0" err="1">
                <a:solidFill>
                  <a:srgbClr val="FFFFFF"/>
                </a:solidFill>
                <a:latin typeface="Noto Sans Kr"/>
                <a:ea typeface="Noto Sans Kr"/>
                <a:cs typeface="Noto Sans Kr"/>
                <a:sym typeface="Noto Sans Kr"/>
              </a:rPr>
              <a:t>과정의</a:t>
            </a:r>
            <a:r>
              <a:rPr lang="en-US" sz="1650" spc="6" dirty="0">
                <a:solidFill>
                  <a:srgbClr val="FFFFFF"/>
                </a:solidFill>
                <a:latin typeface="Noto Sans Kr"/>
                <a:ea typeface="Noto Sans Kr"/>
                <a:cs typeface="Noto Sans Kr"/>
                <a:sym typeface="Noto Sans Kr"/>
              </a:rPr>
              <a:t> AI </a:t>
            </a:r>
            <a:r>
              <a:rPr lang="en-US" sz="1650" spc="6" dirty="0" err="1">
                <a:solidFill>
                  <a:srgbClr val="FFFFFF"/>
                </a:solidFill>
                <a:latin typeface="Noto Sans Kr"/>
                <a:ea typeface="Noto Sans Kr"/>
                <a:cs typeface="Noto Sans Kr"/>
                <a:sym typeface="Noto Sans Kr"/>
              </a:rPr>
              <a:t>코딩</a:t>
            </a:r>
            <a:r>
              <a:rPr lang="en-US" sz="1650" spc="6" dirty="0">
                <a:solidFill>
                  <a:srgbClr val="FFFFFF"/>
                </a:solidFill>
                <a:latin typeface="Noto Sans Kr"/>
                <a:ea typeface="Noto Sans Kr"/>
                <a:cs typeface="Noto Sans Kr"/>
                <a:sym typeface="Noto Sans Kr"/>
              </a:rPr>
              <a:t> </a:t>
            </a:r>
            <a:r>
              <a:rPr lang="en-US" sz="1650" spc="6" dirty="0" err="1">
                <a:solidFill>
                  <a:srgbClr val="FFFFFF"/>
                </a:solidFill>
                <a:latin typeface="Noto Sans Kr"/>
                <a:ea typeface="Noto Sans Kr"/>
                <a:cs typeface="Noto Sans Kr"/>
                <a:sym typeface="Noto Sans Kr"/>
              </a:rPr>
              <a:t>도구</a:t>
            </a:r>
            <a:r>
              <a:rPr lang="en-US" sz="1650" spc="6" dirty="0">
                <a:solidFill>
                  <a:srgbClr val="FFFFFF"/>
                </a:solidFill>
                <a:latin typeface="Noto Sans Kr"/>
                <a:ea typeface="Noto Sans Kr"/>
                <a:cs typeface="Noto Sans Kr"/>
                <a:sym typeface="Noto Sans Kr"/>
              </a:rPr>
              <a:t> — </a:t>
            </a:r>
            <a:r>
              <a:rPr lang="en-US" sz="1650" spc="6" dirty="0" err="1">
                <a:solidFill>
                  <a:srgbClr val="FFFFFF"/>
                </a:solidFill>
                <a:latin typeface="Noto Sans Kr"/>
                <a:ea typeface="Noto Sans Kr"/>
                <a:cs typeface="Noto Sans Kr"/>
                <a:sym typeface="Noto Sans Kr"/>
              </a:rPr>
              <a:t>기능</a:t>
            </a:r>
            <a:r>
              <a:rPr lang="en-US" sz="1650" spc="6" dirty="0">
                <a:solidFill>
                  <a:srgbClr val="FFFFFF"/>
                </a:solidFill>
                <a:latin typeface="Noto Sans Kr"/>
                <a:ea typeface="Noto Sans Kr"/>
                <a:cs typeface="Noto Sans Kr"/>
                <a:sym typeface="Noto Sans Kr"/>
              </a:rPr>
              <a:t> </a:t>
            </a:r>
            <a:r>
              <a:rPr lang="en-US" sz="1650" spc="6" dirty="0" err="1">
                <a:solidFill>
                  <a:srgbClr val="FFFFFF"/>
                </a:solidFill>
                <a:latin typeface="Noto Sans Kr"/>
                <a:ea typeface="Noto Sans Kr"/>
                <a:cs typeface="Noto Sans Kr"/>
                <a:sym typeface="Noto Sans Kr"/>
              </a:rPr>
              <a:t>단위로</a:t>
            </a:r>
            <a:r>
              <a:rPr lang="en-US" sz="1650" spc="6" dirty="0">
                <a:solidFill>
                  <a:srgbClr val="FFFFFF"/>
                </a:solidFill>
                <a:latin typeface="Noto Sans Kr"/>
                <a:ea typeface="Noto Sans Kr"/>
                <a:cs typeface="Noto Sans Kr"/>
                <a:sym typeface="Noto Sans Kr"/>
              </a:rPr>
              <a:t> </a:t>
            </a:r>
            <a:r>
              <a:rPr lang="en-US" sz="1650" spc="6" dirty="0" err="1">
                <a:solidFill>
                  <a:srgbClr val="FFFFFF"/>
                </a:solidFill>
                <a:latin typeface="Noto Sans Kr"/>
                <a:ea typeface="Noto Sans Kr"/>
                <a:cs typeface="Noto Sans Kr"/>
                <a:sym typeface="Noto Sans Kr"/>
              </a:rPr>
              <a:t>구현</a:t>
            </a:r>
            <a:r>
              <a:rPr lang="en-US" sz="1650" spc="6" dirty="0">
                <a:solidFill>
                  <a:srgbClr val="FFFFFF"/>
                </a:solidFill>
                <a:latin typeface="Noto Sans Kr"/>
                <a:ea typeface="Noto Sans Kr"/>
                <a:cs typeface="Noto Sans Kr"/>
                <a:sym typeface="Noto Sans Kr"/>
              </a:rPr>
              <a:t> </a:t>
            </a:r>
            <a:r>
              <a:rPr lang="en-US" sz="1650" spc="6" dirty="0" err="1">
                <a:solidFill>
                  <a:srgbClr val="FFFFFF"/>
                </a:solidFill>
                <a:latin typeface="Noto Sans Kr"/>
                <a:ea typeface="Noto Sans Kr"/>
                <a:cs typeface="Noto Sans Kr"/>
                <a:sym typeface="Noto Sans Kr"/>
              </a:rPr>
              <a:t>요청</a:t>
            </a:r>
            <a:r>
              <a:rPr lang="en-US" sz="1650" spc="6" dirty="0">
                <a:solidFill>
                  <a:srgbClr val="FFFFFF"/>
                </a:solidFill>
                <a:latin typeface="Noto Sans Kr"/>
                <a:ea typeface="Noto Sans Kr"/>
                <a:cs typeface="Noto Sans Kr"/>
                <a:sym typeface="Noto Sans Kr"/>
              </a:rPr>
              <a:t> → </a:t>
            </a:r>
            <a:r>
              <a:rPr lang="en-US" sz="1650" spc="6" dirty="0" err="1">
                <a:solidFill>
                  <a:srgbClr val="FFFFFF"/>
                </a:solidFill>
                <a:latin typeface="Noto Sans Kr"/>
                <a:ea typeface="Noto Sans Kr"/>
                <a:cs typeface="Noto Sans Kr"/>
                <a:sym typeface="Noto Sans Kr"/>
              </a:rPr>
              <a:t>동작</a:t>
            </a:r>
            <a:r>
              <a:rPr lang="en-US" sz="1650" spc="6" dirty="0">
                <a:solidFill>
                  <a:srgbClr val="FFFFFF"/>
                </a:solidFill>
                <a:latin typeface="Noto Sans Kr"/>
                <a:ea typeface="Noto Sans Kr"/>
                <a:cs typeface="Noto Sans Kr"/>
                <a:sym typeface="Noto Sans Kr"/>
              </a:rPr>
              <a:t> </a:t>
            </a:r>
            <a:r>
              <a:rPr lang="en-US" sz="1650" spc="6" dirty="0" err="1">
                <a:solidFill>
                  <a:srgbClr val="FFFFFF"/>
                </a:solidFill>
                <a:latin typeface="Noto Sans Kr"/>
                <a:ea typeface="Noto Sans Kr"/>
                <a:cs typeface="Noto Sans Kr"/>
                <a:sym typeface="Noto Sans Kr"/>
              </a:rPr>
              <a:t>확인</a:t>
            </a:r>
            <a:r>
              <a:rPr lang="en-US" sz="1650" spc="6" dirty="0">
                <a:solidFill>
                  <a:srgbClr val="FFFFFF"/>
                </a:solidFill>
                <a:latin typeface="Noto Sans Kr"/>
                <a:ea typeface="Noto Sans Kr"/>
                <a:cs typeface="Noto Sans Kr"/>
                <a:sym typeface="Noto Sans Kr"/>
              </a:rPr>
              <a:t> → </a:t>
            </a:r>
            <a:r>
              <a:rPr lang="en-US" sz="1650" spc="6" dirty="0" err="1">
                <a:solidFill>
                  <a:srgbClr val="FFFFFF"/>
                </a:solidFill>
                <a:latin typeface="Noto Sans Kr"/>
                <a:ea typeface="Noto Sans Kr"/>
                <a:cs typeface="Noto Sans Kr"/>
                <a:sym typeface="Noto Sans Kr"/>
              </a:rPr>
              <a:t>코드</a:t>
            </a:r>
            <a:r>
              <a:rPr lang="en-US" sz="1650" spc="6" dirty="0">
                <a:solidFill>
                  <a:srgbClr val="FFFFFF"/>
                </a:solidFill>
                <a:latin typeface="Noto Sans Kr"/>
                <a:ea typeface="Noto Sans Kr"/>
                <a:cs typeface="Noto Sans Kr"/>
                <a:sym typeface="Noto Sans Kr"/>
              </a:rPr>
              <a:t> </a:t>
            </a:r>
            <a:r>
              <a:rPr lang="en-US" sz="1650" spc="6" dirty="0" err="1">
                <a:solidFill>
                  <a:srgbClr val="FFFFFF"/>
                </a:solidFill>
                <a:latin typeface="Noto Sans Kr"/>
                <a:ea typeface="Noto Sans Kr"/>
                <a:cs typeface="Noto Sans Kr"/>
                <a:sym typeface="Noto Sans Kr"/>
              </a:rPr>
              <a:t>리뷰</a:t>
            </a:r>
            <a:r>
              <a:rPr lang="en-US" sz="1650" spc="6" dirty="0">
                <a:solidFill>
                  <a:srgbClr val="FFFFFF"/>
                </a:solidFill>
                <a:latin typeface="Noto Sans Kr"/>
                <a:ea typeface="Noto Sans Kr"/>
                <a:cs typeface="Noto Sans Kr"/>
                <a:sym typeface="Noto Sans Kr"/>
              </a:rPr>
              <a:t> </a:t>
            </a:r>
            <a:r>
              <a:rPr lang="en-US" sz="1650" spc="6" dirty="0" err="1">
                <a:solidFill>
                  <a:srgbClr val="FFFFFF"/>
                </a:solidFill>
                <a:latin typeface="Noto Sans Kr"/>
                <a:ea typeface="Noto Sans Kr"/>
                <a:cs typeface="Noto Sans Kr"/>
                <a:sym typeface="Noto Sans Kr"/>
              </a:rPr>
              <a:t>후</a:t>
            </a:r>
            <a:r>
              <a:rPr lang="en-US" sz="1650" spc="6" dirty="0">
                <a:solidFill>
                  <a:srgbClr val="FFFFFF"/>
                </a:solidFill>
                <a:latin typeface="Noto Sans Kr"/>
                <a:ea typeface="Noto Sans Kr"/>
                <a:cs typeface="Noto Sans Kr"/>
                <a:sym typeface="Noto Sans Kr"/>
              </a:rPr>
              <a:t> </a:t>
            </a:r>
            <a:r>
              <a:rPr lang="en-US" sz="1650" spc="6" dirty="0" err="1">
                <a:solidFill>
                  <a:srgbClr val="FFFFFF"/>
                </a:solidFill>
                <a:latin typeface="Noto Sans Kr"/>
                <a:ea typeface="Noto Sans Kr"/>
                <a:cs typeface="Noto Sans Kr"/>
                <a:sym typeface="Noto Sans Kr"/>
              </a:rPr>
              <a:t>커밋</a:t>
            </a:r>
            <a:endParaRPr lang="en-US" sz="1650" spc="6" dirty="0">
              <a:solidFill>
                <a:srgbClr val="FFFFFF"/>
              </a:solidFill>
              <a:latin typeface="Noto Sans Kr"/>
              <a:ea typeface="Noto Sans Kr"/>
              <a:cs typeface="Noto Sans Kr"/>
              <a:sym typeface="Noto Sans Kr"/>
            </a:endParaRPr>
          </a:p>
        </p:txBody>
      </p:sp>
      <p:sp>
        <p:nvSpPr>
          <p:cNvPr id="92" name="TextBox 92"/>
          <p:cNvSpPr txBox="1"/>
          <p:nvPr/>
        </p:nvSpPr>
        <p:spPr>
          <a:xfrm>
            <a:off x="9974580" y="3638741"/>
            <a:ext cx="662538" cy="461010"/>
          </a:xfrm>
          <a:prstGeom prst="rect">
            <a:avLst/>
          </a:prstGeom>
        </p:spPr>
        <p:txBody>
          <a:bodyPr lIns="0" tIns="0" rIns="0" bIns="0" rtlCol="0" anchor="t">
            <a:spAutoFit/>
          </a:bodyPr>
          <a:lstStyle/>
          <a:p>
            <a:pPr algn="ctr">
              <a:lnSpc>
                <a:spcPts val="4125"/>
              </a:lnSpc>
            </a:pPr>
            <a:r>
              <a:rPr lang="en-US" sz="1650" b="1" spc="6">
                <a:solidFill>
                  <a:srgbClr val="D6DDF8"/>
                </a:solidFill>
                <a:latin typeface="Noto Sans Kr Bold"/>
                <a:ea typeface="Noto Sans Kr Bold"/>
                <a:cs typeface="Noto Sans Kr Bold"/>
                <a:sym typeface="Noto Sans Kr Bold"/>
              </a:rPr>
              <a:t>왜</a:t>
            </a:r>
          </a:p>
        </p:txBody>
      </p:sp>
      <p:sp>
        <p:nvSpPr>
          <p:cNvPr id="93" name="TextBox 93"/>
          <p:cNvSpPr txBox="1"/>
          <p:nvPr/>
        </p:nvSpPr>
        <p:spPr>
          <a:xfrm>
            <a:off x="10767060" y="3854577"/>
            <a:ext cx="5966460" cy="242823"/>
          </a:xfrm>
          <a:prstGeom prst="rect">
            <a:avLst/>
          </a:prstGeom>
        </p:spPr>
        <p:txBody>
          <a:bodyPr lIns="0" tIns="0" rIns="0" bIns="0" rtlCol="0" anchor="t">
            <a:spAutoFit/>
          </a:bodyPr>
          <a:lstStyle/>
          <a:p>
            <a:pPr algn="l">
              <a:lnSpc>
                <a:spcPts val="1980"/>
              </a:lnSpc>
              <a:spcBef>
                <a:spcPct val="0"/>
              </a:spcBef>
            </a:pPr>
            <a:r>
              <a:rPr lang="en-US" sz="1650" spc="6" dirty="0" err="1">
                <a:solidFill>
                  <a:srgbClr val="FFFFFF"/>
                </a:solidFill>
                <a:latin typeface="Noto Sans Kr"/>
                <a:ea typeface="Noto Sans Kr"/>
                <a:cs typeface="Noto Sans Kr"/>
                <a:sym typeface="Noto Sans Kr"/>
              </a:rPr>
              <a:t>자료가</a:t>
            </a:r>
            <a:r>
              <a:rPr lang="en-US" sz="1650" spc="6" dirty="0">
                <a:solidFill>
                  <a:srgbClr val="FFFFFF"/>
                </a:solidFill>
                <a:latin typeface="Noto Sans Kr"/>
                <a:ea typeface="Noto Sans Kr"/>
                <a:cs typeface="Noto Sans Kr"/>
                <a:sym typeface="Noto Sans Kr"/>
              </a:rPr>
              <a:t> </a:t>
            </a:r>
            <a:r>
              <a:rPr lang="en-US" sz="1650" spc="6" dirty="0" err="1">
                <a:solidFill>
                  <a:srgbClr val="FFFFFF"/>
                </a:solidFill>
                <a:latin typeface="Noto Sans Kr"/>
                <a:ea typeface="Noto Sans Kr"/>
                <a:cs typeface="Noto Sans Kr"/>
                <a:sym typeface="Noto Sans Kr"/>
              </a:rPr>
              <a:t>많은</a:t>
            </a:r>
            <a:r>
              <a:rPr lang="en-US" sz="1650" spc="6" dirty="0">
                <a:solidFill>
                  <a:srgbClr val="FFFFFF"/>
                </a:solidFill>
                <a:latin typeface="Noto Sans Kr"/>
                <a:ea typeface="Noto Sans Kr"/>
                <a:cs typeface="Noto Sans Kr"/>
                <a:sym typeface="Noto Sans Kr"/>
              </a:rPr>
              <a:t> </a:t>
            </a:r>
            <a:r>
              <a:rPr lang="en-US" sz="1650" spc="6" dirty="0" err="1">
                <a:solidFill>
                  <a:srgbClr val="FFFFFF"/>
                </a:solidFill>
                <a:latin typeface="Noto Sans Kr"/>
                <a:ea typeface="Noto Sans Kr"/>
                <a:cs typeface="Noto Sans Kr"/>
                <a:sym typeface="Noto Sans Kr"/>
              </a:rPr>
              <a:t>웹</a:t>
            </a:r>
            <a:r>
              <a:rPr lang="en-US" sz="1650" spc="6" dirty="0">
                <a:solidFill>
                  <a:srgbClr val="FFFFFF"/>
                </a:solidFill>
                <a:latin typeface="Noto Sans Kr"/>
                <a:ea typeface="Noto Sans Kr"/>
                <a:cs typeface="Noto Sans Kr"/>
                <a:sym typeface="Noto Sans Kr"/>
              </a:rPr>
              <a:t> </a:t>
            </a:r>
            <a:r>
              <a:rPr lang="en-US" sz="1650" spc="6" dirty="0" err="1">
                <a:solidFill>
                  <a:srgbClr val="FFFFFF"/>
                </a:solidFill>
                <a:latin typeface="Noto Sans Kr"/>
                <a:ea typeface="Noto Sans Kr"/>
                <a:cs typeface="Noto Sans Kr"/>
                <a:sym typeface="Noto Sans Kr"/>
              </a:rPr>
              <a:t>기술</a:t>
            </a:r>
            <a:r>
              <a:rPr lang="en-US" sz="1650" spc="6" dirty="0">
                <a:solidFill>
                  <a:srgbClr val="FFFFFF"/>
                </a:solidFill>
                <a:latin typeface="Noto Sans Kr"/>
                <a:ea typeface="Noto Sans Kr"/>
                <a:cs typeface="Noto Sans Kr"/>
                <a:sym typeface="Noto Sans Kr"/>
              </a:rPr>
              <a:t> + </a:t>
            </a:r>
            <a:r>
              <a:rPr lang="en-US" sz="1650" spc="6" dirty="0" err="1">
                <a:solidFill>
                  <a:srgbClr val="FFFFFF"/>
                </a:solidFill>
                <a:latin typeface="Noto Sans Kr"/>
                <a:ea typeface="Noto Sans Kr"/>
                <a:cs typeface="Noto Sans Kr"/>
                <a:sym typeface="Noto Sans Kr"/>
              </a:rPr>
              <a:t>AI로</a:t>
            </a:r>
            <a:r>
              <a:rPr lang="en-US" sz="1650" spc="6" dirty="0">
                <a:solidFill>
                  <a:srgbClr val="FFFFFF"/>
                </a:solidFill>
                <a:latin typeface="Noto Sans Kr"/>
                <a:ea typeface="Noto Sans Kr"/>
                <a:cs typeface="Noto Sans Kr"/>
                <a:sym typeface="Noto Sans Kr"/>
              </a:rPr>
              <a:t> </a:t>
            </a:r>
            <a:r>
              <a:rPr lang="en-US" sz="1650" spc="6" dirty="0" err="1">
                <a:solidFill>
                  <a:srgbClr val="FFFFFF"/>
                </a:solidFill>
                <a:latin typeface="Noto Sans Kr"/>
                <a:ea typeface="Noto Sans Kr"/>
                <a:cs typeface="Noto Sans Kr"/>
                <a:sym typeface="Noto Sans Kr"/>
              </a:rPr>
              <a:t>개발</a:t>
            </a:r>
            <a:r>
              <a:rPr lang="en-US" sz="1650" spc="6" dirty="0">
                <a:solidFill>
                  <a:srgbClr val="FFFFFF"/>
                </a:solidFill>
                <a:latin typeface="Noto Sans Kr"/>
                <a:ea typeface="Noto Sans Kr"/>
                <a:cs typeface="Noto Sans Kr"/>
                <a:sym typeface="Noto Sans Kr"/>
              </a:rPr>
              <a:t> </a:t>
            </a:r>
            <a:r>
              <a:rPr lang="en-US" sz="1650" spc="6" dirty="0" err="1">
                <a:solidFill>
                  <a:srgbClr val="FFFFFF"/>
                </a:solidFill>
                <a:latin typeface="Noto Sans Kr"/>
                <a:ea typeface="Noto Sans Kr"/>
                <a:cs typeface="Noto Sans Kr"/>
                <a:sym typeface="Noto Sans Kr"/>
              </a:rPr>
              <a:t>속도</a:t>
            </a:r>
            <a:r>
              <a:rPr lang="en-US" sz="1650" spc="6" dirty="0">
                <a:solidFill>
                  <a:srgbClr val="FFFFFF"/>
                </a:solidFill>
                <a:latin typeface="Noto Sans Kr"/>
                <a:ea typeface="Noto Sans Kr"/>
                <a:cs typeface="Noto Sans Kr"/>
                <a:sym typeface="Noto Sans Kr"/>
              </a:rPr>
              <a:t> </a:t>
            </a:r>
            <a:r>
              <a:rPr lang="en-US" sz="1650" spc="6" dirty="0" err="1">
                <a:solidFill>
                  <a:srgbClr val="FFFFFF"/>
                </a:solidFill>
                <a:latin typeface="Noto Sans Kr"/>
                <a:ea typeface="Noto Sans Kr"/>
                <a:cs typeface="Noto Sans Kr"/>
                <a:sym typeface="Noto Sans Kr"/>
              </a:rPr>
              <a:t>확보</a:t>
            </a:r>
            <a:endParaRPr lang="en-US" sz="1650" spc="6" dirty="0">
              <a:solidFill>
                <a:srgbClr val="FFFFFF"/>
              </a:solidFill>
              <a:latin typeface="Noto Sans Kr"/>
              <a:ea typeface="Noto Sans Kr"/>
              <a:cs typeface="Noto Sans Kr"/>
              <a:sym typeface="Noto Sans Kr"/>
            </a:endParaRPr>
          </a:p>
        </p:txBody>
      </p:sp>
      <p:sp>
        <p:nvSpPr>
          <p:cNvPr id="94" name="TextBox 94"/>
          <p:cNvSpPr txBox="1"/>
          <p:nvPr/>
        </p:nvSpPr>
        <p:spPr>
          <a:xfrm>
            <a:off x="9984105" y="4314444"/>
            <a:ext cx="662538" cy="461010"/>
          </a:xfrm>
          <a:prstGeom prst="rect">
            <a:avLst/>
          </a:prstGeom>
        </p:spPr>
        <p:txBody>
          <a:bodyPr lIns="0" tIns="0" rIns="0" bIns="0" rtlCol="0" anchor="t">
            <a:spAutoFit/>
          </a:bodyPr>
          <a:lstStyle/>
          <a:p>
            <a:pPr algn="ctr">
              <a:lnSpc>
                <a:spcPts val="4125"/>
              </a:lnSpc>
            </a:pPr>
            <a:r>
              <a:rPr lang="en-US" sz="1650" b="1" spc="6">
                <a:solidFill>
                  <a:srgbClr val="D6DDF8"/>
                </a:solidFill>
                <a:latin typeface="Noto Sans Kr Bold"/>
                <a:ea typeface="Noto Sans Kr Bold"/>
                <a:cs typeface="Noto Sans Kr Bold"/>
                <a:sym typeface="Noto Sans Kr Bold"/>
              </a:rPr>
              <a:t>참고</a:t>
            </a:r>
          </a:p>
        </p:txBody>
      </p:sp>
      <p:sp>
        <p:nvSpPr>
          <p:cNvPr id="95" name="TextBox 95"/>
          <p:cNvSpPr txBox="1"/>
          <p:nvPr/>
        </p:nvSpPr>
        <p:spPr>
          <a:xfrm>
            <a:off x="10767060" y="4520184"/>
            <a:ext cx="5966460" cy="247650"/>
          </a:xfrm>
          <a:prstGeom prst="rect">
            <a:avLst/>
          </a:prstGeom>
        </p:spPr>
        <p:txBody>
          <a:bodyPr lIns="0" tIns="0" rIns="0" bIns="0" rtlCol="0" anchor="t">
            <a:spAutoFit/>
          </a:bodyPr>
          <a:lstStyle/>
          <a:p>
            <a:pPr algn="l">
              <a:lnSpc>
                <a:spcPts val="1980"/>
              </a:lnSpc>
              <a:spcBef>
                <a:spcPct val="0"/>
              </a:spcBef>
            </a:pPr>
            <a:r>
              <a:rPr lang="en-US" sz="1650" spc="6">
                <a:solidFill>
                  <a:srgbClr val="FFFFFF"/>
                </a:solidFill>
                <a:latin typeface="Noto Sans Kr"/>
                <a:ea typeface="Noto Sans Kr"/>
                <a:cs typeface="Noto Sans Kr"/>
                <a:sym typeface="Noto Sans Kr"/>
              </a:rPr>
              <a:t>서비스 안의 집중 판정·기기 감지는 생성형 AI가 아닌 기기 내 MediaPipe 모델</a:t>
            </a:r>
          </a:p>
        </p:txBody>
      </p:sp>
      <p:sp>
        <p:nvSpPr>
          <p:cNvPr id="96" name="TextBox 2">
            <a:extLst>
              <a:ext uri="{FF2B5EF4-FFF2-40B4-BE49-F238E27FC236}">
                <a16:creationId xmlns:a16="http://schemas.microsoft.com/office/drawing/2014/main" id="{F4E1CB71-63C2-B093-3D1F-353C620BCA42}"/>
              </a:ext>
            </a:extLst>
          </p:cNvPr>
          <p:cNvSpPr txBox="1"/>
          <p:nvPr/>
        </p:nvSpPr>
        <p:spPr>
          <a:xfrm>
            <a:off x="822960" y="548640"/>
            <a:ext cx="10972800" cy="266676"/>
          </a:xfrm>
          <a:prstGeom prst="rect">
            <a:avLst/>
          </a:prstGeom>
        </p:spPr>
        <p:txBody>
          <a:bodyPr lIns="0" tIns="0" rIns="0" bIns="0" rtlCol="0" anchor="t">
            <a:spAutoFit/>
          </a:bodyPr>
          <a:lstStyle/>
          <a:p>
            <a:pPr>
              <a:lnSpc>
                <a:spcPts val="2160"/>
              </a:lnSpc>
            </a:pPr>
            <a:r>
              <a:rPr lang="en-US" altLang="ko-KR" spc="8" dirty="0">
                <a:solidFill>
                  <a:schemeClr val="bg1">
                    <a:lumMod val="50000"/>
                  </a:schemeClr>
                </a:solidFill>
                <a:latin typeface="Noto Sans Kr Bold"/>
                <a:ea typeface="Noto Sans Kr Bold"/>
                <a:cs typeface="Noto Sans Kr Bold"/>
                <a:sym typeface="Noto Sans Kr Bold"/>
              </a:rPr>
              <a:t>2026-2 </a:t>
            </a:r>
            <a:r>
              <a:rPr lang="en-US" altLang="ko-KR" spc="8" dirty="0" err="1">
                <a:solidFill>
                  <a:schemeClr val="bg1">
                    <a:lumMod val="50000"/>
                  </a:schemeClr>
                </a:solidFill>
                <a:latin typeface="Noto Sans Kr Bold"/>
                <a:ea typeface="Noto Sans Kr Bold"/>
                <a:cs typeface="Noto Sans Kr Bold"/>
                <a:sym typeface="Noto Sans Kr Bold"/>
              </a:rPr>
              <a:t>융합캡스톤디자인</a:t>
            </a:r>
            <a:r>
              <a:rPr lang="en-US" altLang="ko-KR" spc="8" dirty="0">
                <a:solidFill>
                  <a:schemeClr val="bg1">
                    <a:lumMod val="50000"/>
                  </a:schemeClr>
                </a:solidFill>
                <a:latin typeface="Noto Sans Kr Bold"/>
                <a:ea typeface="Noto Sans Kr Bold"/>
                <a:cs typeface="Noto Sans Kr Bold"/>
                <a:sym typeface="Noto Sans Kr Bold"/>
              </a:rPr>
              <a:t> </a:t>
            </a:r>
            <a:r>
              <a:rPr lang="en-US" altLang="ko-KR" spc="8" dirty="0" err="1">
                <a:solidFill>
                  <a:schemeClr val="bg1">
                    <a:lumMod val="50000"/>
                  </a:schemeClr>
                </a:solidFill>
                <a:latin typeface="Noto Sans Kr Bold"/>
                <a:ea typeface="Noto Sans Kr Bold"/>
                <a:cs typeface="Noto Sans Kr Bold"/>
                <a:sym typeface="Noto Sans Kr Bold"/>
              </a:rPr>
              <a:t>제안발표</a:t>
            </a:r>
            <a:endParaRPr lang="en-US" sz="1800" spc="6" dirty="0">
              <a:solidFill>
                <a:schemeClr val="bg1">
                  <a:lumMod val="50000"/>
                </a:schemeClr>
              </a:solidFill>
              <a:latin typeface="Noto Sans Kr Bold"/>
              <a:ea typeface="Noto Sans Kr Bold"/>
              <a:cs typeface="Noto Sans Kr Bold"/>
              <a:sym typeface="Noto Sans Kr Bold"/>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3"/>
          <p:cNvSpPr txBox="1"/>
          <p:nvPr/>
        </p:nvSpPr>
        <p:spPr>
          <a:xfrm>
            <a:off x="822960" y="987552"/>
            <a:ext cx="16596360" cy="638175"/>
          </a:xfrm>
          <a:prstGeom prst="rect">
            <a:avLst/>
          </a:prstGeom>
        </p:spPr>
        <p:txBody>
          <a:bodyPr lIns="0" tIns="0" rIns="0" bIns="0" rtlCol="0" anchor="t">
            <a:spAutoFit/>
          </a:bodyPr>
          <a:lstStyle/>
          <a:p>
            <a:pPr algn="l">
              <a:lnSpc>
                <a:spcPts val="5040"/>
              </a:lnSpc>
            </a:pPr>
            <a:r>
              <a:rPr lang="en-US" altLang="ko-KR" sz="4200" b="1" spc="16" dirty="0">
                <a:solidFill>
                  <a:srgbClr val="3C55CB"/>
                </a:solidFill>
                <a:latin typeface="Noto Sans Kr Bold"/>
                <a:ea typeface="Noto Sans Kr Bold"/>
                <a:cs typeface="Noto Sans Kr Bold"/>
                <a:sym typeface="Noto Sans Kr Bold"/>
              </a:rPr>
              <a:t>07</a:t>
            </a:r>
            <a:r>
              <a:rPr lang="ko-KR" altLang="en-US" sz="4200" b="1" spc="16" dirty="0">
                <a:solidFill>
                  <a:srgbClr val="333333"/>
                </a:solidFill>
                <a:latin typeface="Noto Sans Kr Bold"/>
                <a:ea typeface="Noto Sans Kr Bold"/>
                <a:cs typeface="Noto Sans Kr Bold"/>
                <a:sym typeface="Noto Sans Kr Bold"/>
              </a:rPr>
              <a:t> 수행 일정</a:t>
            </a:r>
            <a:endParaRPr lang="en-US" sz="4200" b="1" spc="16" dirty="0">
              <a:solidFill>
                <a:srgbClr val="333333"/>
              </a:solidFill>
              <a:latin typeface="Noto Sans Kr Bold"/>
              <a:ea typeface="Noto Sans Kr Bold"/>
              <a:cs typeface="Noto Sans Kr Bold"/>
              <a:sym typeface="Noto Sans Kr Bold"/>
            </a:endParaRPr>
          </a:p>
        </p:txBody>
      </p:sp>
      <p:sp>
        <p:nvSpPr>
          <p:cNvPr id="5019" name="Title Rule"/>
          <p:cNvSpPr/>
          <p:nvPr/>
        </p:nvSpPr>
        <p:spPr>
          <a:xfrm>
            <a:off x="822960" y="1719072"/>
            <a:ext cx="16642080" cy="12700"/>
          </a:xfrm>
          <a:prstGeom prst="rect">
            <a:avLst/>
          </a:prstGeom>
          <a:solidFill>
            <a:srgbClr val="D4D6DC"/>
          </a:solidFill>
          <a:ln>
            <a:noFill/>
          </a:ln>
        </p:spPr>
        <p:txBody>
          <a:bodyPr/>
          <a:lstStyle/>
          <a:p>
            <a:endParaRPr lang="ko-KR"/>
          </a:p>
        </p:txBody>
      </p:sp>
      <p:sp>
        <p:nvSpPr>
          <p:cNvPr id="5018" name="Title Accent"/>
          <p:cNvSpPr/>
          <p:nvPr/>
        </p:nvSpPr>
        <p:spPr>
          <a:xfrm>
            <a:off x="802960" y="1707072"/>
            <a:ext cx="676656" cy="59436"/>
          </a:xfrm>
          <a:prstGeom prst="roundRect">
            <a:avLst>
              <a:gd name="adj" fmla="val 50000"/>
            </a:avLst>
          </a:prstGeom>
          <a:solidFill>
            <a:srgbClr val="3C55CB"/>
          </a:solidFill>
          <a:ln>
            <a:noFill/>
          </a:ln>
        </p:spPr>
        <p:txBody>
          <a:bodyPr/>
          <a:lstStyle/>
          <a:p>
            <a:endParaRPr lang="ko-KR"/>
          </a:p>
        </p:txBody>
      </p:sp>
      <p:sp>
        <p:nvSpPr>
          <p:cNvPr id="4" name="TextBox 4"/>
          <p:cNvSpPr txBox="1"/>
          <p:nvPr/>
        </p:nvSpPr>
        <p:spPr>
          <a:xfrm>
            <a:off x="16733520" y="9601200"/>
            <a:ext cx="685800" cy="228600"/>
          </a:xfrm>
          <a:prstGeom prst="rect">
            <a:avLst/>
          </a:prstGeom>
        </p:spPr>
        <p:txBody>
          <a:bodyPr lIns="0" tIns="0" rIns="0" bIns="0" rtlCol="0" anchor="t">
            <a:spAutoFit/>
          </a:bodyPr>
          <a:lstStyle/>
          <a:p>
            <a:pPr algn="r">
              <a:lnSpc>
                <a:spcPts val="1800"/>
              </a:lnSpc>
            </a:pPr>
            <a:r>
              <a:rPr lang="en-US" sz="1500" spc="5">
                <a:solidFill>
                  <a:srgbClr val="555555"/>
                </a:solidFill>
                <a:latin typeface="Noto Sans Kr"/>
                <a:ea typeface="Noto Sans Kr"/>
                <a:cs typeface="Noto Sans Kr"/>
                <a:sym typeface="Noto Sans Kr"/>
              </a:rPr>
              <a:t>09</a:t>
            </a:r>
          </a:p>
        </p:txBody>
      </p:sp>
      <p:sp>
        <p:nvSpPr>
          <p:cNvPr id="5" name="TextBox 5"/>
          <p:cNvSpPr txBox="1"/>
          <p:nvPr/>
        </p:nvSpPr>
        <p:spPr>
          <a:xfrm>
            <a:off x="5760720" y="2702052"/>
            <a:ext cx="1056132" cy="228600"/>
          </a:xfrm>
          <a:prstGeom prst="rect">
            <a:avLst/>
          </a:prstGeom>
        </p:spPr>
        <p:txBody>
          <a:bodyPr lIns="0" tIns="0" rIns="0" bIns="0" rtlCol="0" anchor="t">
            <a:spAutoFit/>
          </a:bodyPr>
          <a:lstStyle/>
          <a:p>
            <a:pPr algn="ctr">
              <a:lnSpc>
                <a:spcPts val="1800"/>
              </a:lnSpc>
            </a:pPr>
            <a:r>
              <a:rPr lang="en-US" sz="1500" b="1" spc="5">
                <a:solidFill>
                  <a:srgbClr val="7F7F7F"/>
                </a:solidFill>
                <a:latin typeface="Noto Sans Kr Bold"/>
                <a:ea typeface="Noto Sans Kr Bold"/>
                <a:cs typeface="Noto Sans Kr Bold"/>
                <a:sym typeface="Noto Sans Kr Bold"/>
              </a:rPr>
              <a:t>5주</a:t>
            </a:r>
          </a:p>
        </p:txBody>
      </p:sp>
      <p:sp>
        <p:nvSpPr>
          <p:cNvPr id="6" name="TextBox 6"/>
          <p:cNvSpPr txBox="1"/>
          <p:nvPr/>
        </p:nvSpPr>
        <p:spPr>
          <a:xfrm>
            <a:off x="6816852" y="2702052"/>
            <a:ext cx="1056132" cy="228600"/>
          </a:xfrm>
          <a:prstGeom prst="rect">
            <a:avLst/>
          </a:prstGeom>
        </p:spPr>
        <p:txBody>
          <a:bodyPr lIns="0" tIns="0" rIns="0" bIns="0" rtlCol="0" anchor="t">
            <a:spAutoFit/>
          </a:bodyPr>
          <a:lstStyle/>
          <a:p>
            <a:pPr algn="ctr">
              <a:lnSpc>
                <a:spcPts val="1800"/>
              </a:lnSpc>
            </a:pPr>
            <a:r>
              <a:rPr lang="en-US" sz="1500" b="1" spc="5">
                <a:solidFill>
                  <a:srgbClr val="7F7F7F"/>
                </a:solidFill>
                <a:latin typeface="Noto Sans Kr Bold"/>
                <a:ea typeface="Noto Sans Kr Bold"/>
                <a:cs typeface="Noto Sans Kr Bold"/>
                <a:sym typeface="Noto Sans Kr Bold"/>
              </a:rPr>
              <a:t>6주</a:t>
            </a:r>
          </a:p>
        </p:txBody>
      </p:sp>
      <p:sp>
        <p:nvSpPr>
          <p:cNvPr id="7" name="TextBox 7"/>
          <p:cNvSpPr txBox="1"/>
          <p:nvPr/>
        </p:nvSpPr>
        <p:spPr>
          <a:xfrm>
            <a:off x="7872984" y="2702052"/>
            <a:ext cx="1056132" cy="228600"/>
          </a:xfrm>
          <a:prstGeom prst="rect">
            <a:avLst/>
          </a:prstGeom>
        </p:spPr>
        <p:txBody>
          <a:bodyPr lIns="0" tIns="0" rIns="0" bIns="0" rtlCol="0" anchor="t">
            <a:spAutoFit/>
          </a:bodyPr>
          <a:lstStyle/>
          <a:p>
            <a:pPr algn="ctr">
              <a:lnSpc>
                <a:spcPts val="1800"/>
              </a:lnSpc>
            </a:pPr>
            <a:r>
              <a:rPr lang="en-US" sz="1500" b="1" spc="5">
                <a:solidFill>
                  <a:srgbClr val="7F7F7F"/>
                </a:solidFill>
                <a:latin typeface="Noto Sans Kr Bold"/>
                <a:ea typeface="Noto Sans Kr Bold"/>
                <a:cs typeface="Noto Sans Kr Bold"/>
                <a:sym typeface="Noto Sans Kr Bold"/>
              </a:rPr>
              <a:t>7주</a:t>
            </a:r>
          </a:p>
        </p:txBody>
      </p:sp>
      <p:sp>
        <p:nvSpPr>
          <p:cNvPr id="8" name="TextBox 8"/>
          <p:cNvSpPr txBox="1"/>
          <p:nvPr/>
        </p:nvSpPr>
        <p:spPr>
          <a:xfrm>
            <a:off x="8929116" y="2702052"/>
            <a:ext cx="1056132" cy="228600"/>
          </a:xfrm>
          <a:prstGeom prst="rect">
            <a:avLst/>
          </a:prstGeom>
        </p:spPr>
        <p:txBody>
          <a:bodyPr lIns="0" tIns="0" rIns="0" bIns="0" rtlCol="0" anchor="t">
            <a:spAutoFit/>
          </a:bodyPr>
          <a:lstStyle/>
          <a:p>
            <a:pPr algn="ctr">
              <a:lnSpc>
                <a:spcPts val="1800"/>
              </a:lnSpc>
            </a:pPr>
            <a:r>
              <a:rPr lang="en-US" sz="1500" b="1" spc="5">
                <a:solidFill>
                  <a:srgbClr val="7F7F7F"/>
                </a:solidFill>
                <a:latin typeface="Noto Sans Kr Bold"/>
                <a:ea typeface="Noto Sans Kr Bold"/>
                <a:cs typeface="Noto Sans Kr Bold"/>
                <a:sym typeface="Noto Sans Kr Bold"/>
              </a:rPr>
              <a:t>8주</a:t>
            </a:r>
          </a:p>
        </p:txBody>
      </p:sp>
      <p:sp>
        <p:nvSpPr>
          <p:cNvPr id="9" name="TextBox 9"/>
          <p:cNvSpPr txBox="1"/>
          <p:nvPr/>
        </p:nvSpPr>
        <p:spPr>
          <a:xfrm>
            <a:off x="9985248" y="2702052"/>
            <a:ext cx="1056132" cy="228600"/>
          </a:xfrm>
          <a:prstGeom prst="rect">
            <a:avLst/>
          </a:prstGeom>
        </p:spPr>
        <p:txBody>
          <a:bodyPr lIns="0" tIns="0" rIns="0" bIns="0" rtlCol="0" anchor="t">
            <a:spAutoFit/>
          </a:bodyPr>
          <a:lstStyle/>
          <a:p>
            <a:pPr algn="ctr">
              <a:lnSpc>
                <a:spcPts val="1800"/>
              </a:lnSpc>
            </a:pPr>
            <a:r>
              <a:rPr lang="en-US" sz="1500" b="1" spc="5">
                <a:solidFill>
                  <a:srgbClr val="7F7F7F"/>
                </a:solidFill>
                <a:latin typeface="Noto Sans Kr Bold"/>
                <a:ea typeface="Noto Sans Kr Bold"/>
                <a:cs typeface="Noto Sans Kr Bold"/>
                <a:sym typeface="Noto Sans Kr Bold"/>
              </a:rPr>
              <a:t>9주</a:t>
            </a:r>
          </a:p>
        </p:txBody>
      </p:sp>
      <p:sp>
        <p:nvSpPr>
          <p:cNvPr id="10" name="TextBox 10"/>
          <p:cNvSpPr txBox="1"/>
          <p:nvPr/>
        </p:nvSpPr>
        <p:spPr>
          <a:xfrm>
            <a:off x="11041380" y="2702052"/>
            <a:ext cx="1056132" cy="228600"/>
          </a:xfrm>
          <a:prstGeom prst="rect">
            <a:avLst/>
          </a:prstGeom>
        </p:spPr>
        <p:txBody>
          <a:bodyPr lIns="0" tIns="0" rIns="0" bIns="0" rtlCol="0" anchor="t">
            <a:spAutoFit/>
          </a:bodyPr>
          <a:lstStyle/>
          <a:p>
            <a:pPr algn="ctr">
              <a:lnSpc>
                <a:spcPts val="1800"/>
              </a:lnSpc>
            </a:pPr>
            <a:r>
              <a:rPr lang="en-US" sz="1500" b="1" spc="5">
                <a:solidFill>
                  <a:srgbClr val="7F7F7F"/>
                </a:solidFill>
                <a:latin typeface="Noto Sans Kr Bold"/>
                <a:ea typeface="Noto Sans Kr Bold"/>
                <a:cs typeface="Noto Sans Kr Bold"/>
                <a:sym typeface="Noto Sans Kr Bold"/>
              </a:rPr>
              <a:t>10주</a:t>
            </a:r>
          </a:p>
        </p:txBody>
      </p:sp>
      <p:sp>
        <p:nvSpPr>
          <p:cNvPr id="11" name="TextBox 11"/>
          <p:cNvSpPr txBox="1"/>
          <p:nvPr/>
        </p:nvSpPr>
        <p:spPr>
          <a:xfrm>
            <a:off x="12097512" y="2702052"/>
            <a:ext cx="1056132" cy="228600"/>
          </a:xfrm>
          <a:prstGeom prst="rect">
            <a:avLst/>
          </a:prstGeom>
        </p:spPr>
        <p:txBody>
          <a:bodyPr lIns="0" tIns="0" rIns="0" bIns="0" rtlCol="0" anchor="t">
            <a:spAutoFit/>
          </a:bodyPr>
          <a:lstStyle/>
          <a:p>
            <a:pPr algn="ctr">
              <a:lnSpc>
                <a:spcPts val="1800"/>
              </a:lnSpc>
            </a:pPr>
            <a:r>
              <a:rPr lang="en-US" sz="1500" b="1" spc="5">
                <a:solidFill>
                  <a:srgbClr val="7F7F7F"/>
                </a:solidFill>
                <a:latin typeface="Noto Sans Kr Bold"/>
                <a:ea typeface="Noto Sans Kr Bold"/>
                <a:cs typeface="Noto Sans Kr Bold"/>
                <a:sym typeface="Noto Sans Kr Bold"/>
              </a:rPr>
              <a:t>11주</a:t>
            </a:r>
          </a:p>
        </p:txBody>
      </p:sp>
      <p:sp>
        <p:nvSpPr>
          <p:cNvPr id="12" name="TextBox 12"/>
          <p:cNvSpPr txBox="1"/>
          <p:nvPr/>
        </p:nvSpPr>
        <p:spPr>
          <a:xfrm>
            <a:off x="13153644" y="2702052"/>
            <a:ext cx="1056132" cy="228600"/>
          </a:xfrm>
          <a:prstGeom prst="rect">
            <a:avLst/>
          </a:prstGeom>
        </p:spPr>
        <p:txBody>
          <a:bodyPr lIns="0" tIns="0" rIns="0" bIns="0" rtlCol="0" anchor="t">
            <a:spAutoFit/>
          </a:bodyPr>
          <a:lstStyle/>
          <a:p>
            <a:pPr algn="ctr">
              <a:lnSpc>
                <a:spcPts val="1800"/>
              </a:lnSpc>
            </a:pPr>
            <a:r>
              <a:rPr lang="en-US" sz="1500" b="1" spc="5">
                <a:solidFill>
                  <a:srgbClr val="7F7F7F"/>
                </a:solidFill>
                <a:latin typeface="Noto Sans Kr Bold"/>
                <a:ea typeface="Noto Sans Kr Bold"/>
                <a:cs typeface="Noto Sans Kr Bold"/>
                <a:sym typeface="Noto Sans Kr Bold"/>
              </a:rPr>
              <a:t>12주</a:t>
            </a:r>
          </a:p>
        </p:txBody>
      </p:sp>
      <p:sp>
        <p:nvSpPr>
          <p:cNvPr id="13" name="TextBox 13"/>
          <p:cNvSpPr txBox="1"/>
          <p:nvPr/>
        </p:nvSpPr>
        <p:spPr>
          <a:xfrm>
            <a:off x="14209776" y="2702052"/>
            <a:ext cx="1056132" cy="228600"/>
          </a:xfrm>
          <a:prstGeom prst="rect">
            <a:avLst/>
          </a:prstGeom>
        </p:spPr>
        <p:txBody>
          <a:bodyPr lIns="0" tIns="0" rIns="0" bIns="0" rtlCol="0" anchor="t">
            <a:spAutoFit/>
          </a:bodyPr>
          <a:lstStyle/>
          <a:p>
            <a:pPr algn="ctr">
              <a:lnSpc>
                <a:spcPts val="1800"/>
              </a:lnSpc>
            </a:pPr>
            <a:r>
              <a:rPr lang="en-US" sz="1500" b="1" spc="5">
                <a:solidFill>
                  <a:srgbClr val="7F7F7F"/>
                </a:solidFill>
                <a:latin typeface="Noto Sans Kr Bold"/>
                <a:ea typeface="Noto Sans Kr Bold"/>
                <a:cs typeface="Noto Sans Kr Bold"/>
                <a:sym typeface="Noto Sans Kr Bold"/>
              </a:rPr>
              <a:t>13주</a:t>
            </a:r>
          </a:p>
        </p:txBody>
      </p:sp>
      <p:sp>
        <p:nvSpPr>
          <p:cNvPr id="14" name="TextBox 14"/>
          <p:cNvSpPr txBox="1"/>
          <p:nvPr/>
        </p:nvSpPr>
        <p:spPr>
          <a:xfrm>
            <a:off x="15265908" y="2702052"/>
            <a:ext cx="1056132" cy="228600"/>
          </a:xfrm>
          <a:prstGeom prst="rect">
            <a:avLst/>
          </a:prstGeom>
        </p:spPr>
        <p:txBody>
          <a:bodyPr lIns="0" tIns="0" rIns="0" bIns="0" rtlCol="0" anchor="t">
            <a:spAutoFit/>
          </a:bodyPr>
          <a:lstStyle/>
          <a:p>
            <a:pPr algn="ctr">
              <a:lnSpc>
                <a:spcPts val="1800"/>
              </a:lnSpc>
            </a:pPr>
            <a:r>
              <a:rPr lang="en-US" sz="1500" b="1" spc="5">
                <a:solidFill>
                  <a:srgbClr val="7F7F7F"/>
                </a:solidFill>
                <a:latin typeface="Noto Sans Kr Bold"/>
                <a:ea typeface="Noto Sans Kr Bold"/>
                <a:cs typeface="Noto Sans Kr Bold"/>
                <a:sym typeface="Noto Sans Kr Bold"/>
              </a:rPr>
              <a:t>14주</a:t>
            </a:r>
          </a:p>
        </p:txBody>
      </p:sp>
      <p:sp>
        <p:nvSpPr>
          <p:cNvPr id="15" name="TextBox 15"/>
          <p:cNvSpPr txBox="1"/>
          <p:nvPr/>
        </p:nvSpPr>
        <p:spPr>
          <a:xfrm>
            <a:off x="16322040" y="2702052"/>
            <a:ext cx="1056132" cy="228600"/>
          </a:xfrm>
          <a:prstGeom prst="rect">
            <a:avLst/>
          </a:prstGeom>
        </p:spPr>
        <p:txBody>
          <a:bodyPr lIns="0" tIns="0" rIns="0" bIns="0" rtlCol="0" anchor="t">
            <a:spAutoFit/>
          </a:bodyPr>
          <a:lstStyle/>
          <a:p>
            <a:pPr algn="ctr">
              <a:lnSpc>
                <a:spcPts val="1800"/>
              </a:lnSpc>
            </a:pPr>
            <a:r>
              <a:rPr lang="en-US" sz="1500" b="1" spc="5">
                <a:solidFill>
                  <a:srgbClr val="7F7F7F"/>
                </a:solidFill>
                <a:latin typeface="Noto Sans Kr Bold"/>
                <a:ea typeface="Noto Sans Kr Bold"/>
                <a:cs typeface="Noto Sans Kr Bold"/>
                <a:sym typeface="Noto Sans Kr Bold"/>
              </a:rPr>
              <a:t>15주</a:t>
            </a:r>
          </a:p>
        </p:txBody>
      </p:sp>
      <p:grpSp>
        <p:nvGrpSpPr>
          <p:cNvPr id="16" name="Group 16"/>
          <p:cNvGrpSpPr/>
          <p:nvPr/>
        </p:nvGrpSpPr>
        <p:grpSpPr>
          <a:xfrm>
            <a:off x="813435" y="3145155"/>
            <a:ext cx="16615410" cy="595122"/>
            <a:chOff x="0" y="0"/>
            <a:chExt cx="22153880" cy="793496"/>
          </a:xfrm>
        </p:grpSpPr>
        <p:sp>
          <p:nvSpPr>
            <p:cNvPr id="17" name="Freeform 17"/>
            <p:cNvSpPr/>
            <p:nvPr/>
          </p:nvSpPr>
          <p:spPr>
            <a:xfrm>
              <a:off x="0" y="0"/>
              <a:ext cx="22153880" cy="793496"/>
            </a:xfrm>
            <a:custGeom>
              <a:avLst/>
              <a:gdLst/>
              <a:ahLst/>
              <a:cxnLst/>
              <a:rect l="l" t="t" r="r" b="b"/>
              <a:pathLst>
                <a:path w="22153880" h="793496">
                  <a:moveTo>
                    <a:pt x="0" y="0"/>
                  </a:moveTo>
                  <a:lnTo>
                    <a:pt x="22153880" y="0"/>
                  </a:lnTo>
                  <a:lnTo>
                    <a:pt x="22153880" y="793496"/>
                  </a:lnTo>
                  <a:lnTo>
                    <a:pt x="0" y="793496"/>
                  </a:lnTo>
                  <a:close/>
                </a:path>
              </a:pathLst>
            </a:custGeom>
            <a:solidFill>
              <a:srgbClr val="F5F6FA"/>
            </a:solidFill>
            <a:ln w="19050" cap="sq">
              <a:solidFill>
                <a:srgbClr val="F5F6FA"/>
              </a:solidFill>
              <a:prstDash val="solid"/>
              <a:miter/>
            </a:ln>
          </p:spPr>
          <p:txBody>
            <a:bodyPr/>
            <a:lstStyle/>
            <a:p>
              <a:endParaRPr/>
            </a:p>
          </p:txBody>
        </p:sp>
      </p:grpSp>
      <p:grpSp>
        <p:nvGrpSpPr>
          <p:cNvPr id="18" name="Group 18"/>
          <p:cNvGrpSpPr/>
          <p:nvPr/>
        </p:nvGrpSpPr>
        <p:grpSpPr>
          <a:xfrm>
            <a:off x="960120" y="3154680"/>
            <a:ext cx="4732020" cy="610171"/>
            <a:chOff x="0" y="0"/>
            <a:chExt cx="6309360" cy="813562"/>
          </a:xfrm>
        </p:grpSpPr>
        <p:sp>
          <p:nvSpPr>
            <p:cNvPr id="19" name="Freeform 19"/>
            <p:cNvSpPr/>
            <p:nvPr/>
          </p:nvSpPr>
          <p:spPr>
            <a:xfrm>
              <a:off x="0" y="0"/>
              <a:ext cx="6309360" cy="813562"/>
            </a:xfrm>
            <a:custGeom>
              <a:avLst/>
              <a:gdLst/>
              <a:ahLst/>
              <a:cxnLst/>
              <a:rect l="l" t="t" r="r" b="b"/>
              <a:pathLst>
                <a:path w="6309360" h="813562">
                  <a:moveTo>
                    <a:pt x="0" y="0"/>
                  </a:moveTo>
                  <a:lnTo>
                    <a:pt x="6309360" y="0"/>
                  </a:lnTo>
                  <a:lnTo>
                    <a:pt x="6309360" y="813562"/>
                  </a:lnTo>
                  <a:lnTo>
                    <a:pt x="0" y="813562"/>
                  </a:lnTo>
                  <a:close/>
                </a:path>
              </a:pathLst>
            </a:custGeom>
            <a:blipFill>
              <a:blip r:embed="rId3">
                <a:alphaModFix amt="0"/>
              </a:blip>
              <a:stretch>
                <a:fillRect t="-103905" b="-98316"/>
              </a:stretch>
            </a:blipFill>
          </p:spPr>
          <p:txBody>
            <a:bodyPr/>
            <a:lstStyle/>
            <a:p>
              <a:endParaRPr/>
            </a:p>
          </p:txBody>
        </p:sp>
        <p:sp>
          <p:nvSpPr>
            <p:cNvPr id="20" name="TextBox 20"/>
            <p:cNvSpPr txBox="1"/>
            <p:nvPr/>
          </p:nvSpPr>
          <p:spPr>
            <a:xfrm>
              <a:off x="0" y="9525"/>
              <a:ext cx="6309360" cy="804037"/>
            </a:xfrm>
            <a:prstGeom prst="rect">
              <a:avLst/>
            </a:prstGeom>
          </p:spPr>
          <p:txBody>
            <a:bodyPr lIns="0" tIns="0" rIns="0" bIns="0" rtlCol="0" anchor="ctr"/>
            <a:lstStyle/>
            <a:p>
              <a:pPr algn="l">
                <a:lnSpc>
                  <a:spcPts val="1889"/>
                </a:lnSpc>
              </a:pPr>
              <a:r>
                <a:rPr lang="en-US" sz="1575" spc="6">
                  <a:solidFill>
                    <a:srgbClr val="333333"/>
                  </a:solidFill>
                  <a:latin typeface="Noto Sans Kr"/>
                  <a:ea typeface="Noto Sans Kr"/>
                  <a:cs typeface="Noto Sans Kr"/>
                  <a:sym typeface="Noto Sans Kr"/>
                </a:rPr>
                <a:t>개발 환경 · 기술 검증 (트래킹 → 캐릭터, 탑다운 이동)</a:t>
              </a:r>
            </a:p>
          </p:txBody>
        </p:sp>
      </p:grpSp>
      <p:grpSp>
        <p:nvGrpSpPr>
          <p:cNvPr id="21" name="Group 21"/>
          <p:cNvGrpSpPr/>
          <p:nvPr/>
        </p:nvGrpSpPr>
        <p:grpSpPr>
          <a:xfrm>
            <a:off x="5819775" y="3282315"/>
            <a:ext cx="1994154" cy="320802"/>
            <a:chOff x="0" y="0"/>
            <a:chExt cx="2658872" cy="427736"/>
          </a:xfrm>
        </p:grpSpPr>
        <p:sp>
          <p:nvSpPr>
            <p:cNvPr id="22" name="Freeform 22"/>
            <p:cNvSpPr/>
            <p:nvPr/>
          </p:nvSpPr>
          <p:spPr>
            <a:xfrm>
              <a:off x="0" y="0"/>
              <a:ext cx="2658872" cy="427736"/>
            </a:xfrm>
            <a:custGeom>
              <a:avLst/>
              <a:gdLst/>
              <a:ahLst/>
              <a:cxnLst/>
              <a:rect l="l" t="t" r="r" b="b"/>
              <a:pathLst>
                <a:path w="2658872" h="427736">
                  <a:moveTo>
                    <a:pt x="0" y="116713"/>
                  </a:moveTo>
                  <a:cubicBezTo>
                    <a:pt x="0" y="52197"/>
                    <a:pt x="52197" y="0"/>
                    <a:pt x="116713" y="0"/>
                  </a:cubicBezTo>
                  <a:lnTo>
                    <a:pt x="2542159" y="0"/>
                  </a:lnTo>
                  <a:cubicBezTo>
                    <a:pt x="2606548" y="0"/>
                    <a:pt x="2658872" y="52197"/>
                    <a:pt x="2658872" y="116713"/>
                  </a:cubicBezTo>
                  <a:lnTo>
                    <a:pt x="2658872" y="311023"/>
                  </a:lnTo>
                  <a:cubicBezTo>
                    <a:pt x="2658872" y="375412"/>
                    <a:pt x="2606675" y="427736"/>
                    <a:pt x="2542159" y="427736"/>
                  </a:cubicBezTo>
                  <a:lnTo>
                    <a:pt x="116713" y="427736"/>
                  </a:lnTo>
                  <a:cubicBezTo>
                    <a:pt x="52197" y="427736"/>
                    <a:pt x="0" y="375539"/>
                    <a:pt x="0" y="311023"/>
                  </a:cubicBezTo>
                  <a:close/>
                </a:path>
              </a:pathLst>
            </a:custGeom>
            <a:solidFill>
              <a:srgbClr val="3C55CB"/>
            </a:solidFill>
            <a:ln w="19050" cap="sq">
              <a:solidFill>
                <a:srgbClr val="3C55CB"/>
              </a:solidFill>
              <a:prstDash val="solid"/>
              <a:miter/>
            </a:ln>
          </p:spPr>
          <p:txBody>
            <a:bodyPr/>
            <a:lstStyle/>
            <a:p>
              <a:endParaRPr/>
            </a:p>
          </p:txBody>
        </p:sp>
      </p:grpSp>
      <p:grpSp>
        <p:nvGrpSpPr>
          <p:cNvPr id="23" name="Group 23"/>
          <p:cNvGrpSpPr/>
          <p:nvPr/>
        </p:nvGrpSpPr>
        <p:grpSpPr>
          <a:xfrm>
            <a:off x="960120" y="3730752"/>
            <a:ext cx="4732020" cy="610171"/>
            <a:chOff x="0" y="0"/>
            <a:chExt cx="6309360" cy="813562"/>
          </a:xfrm>
        </p:grpSpPr>
        <p:sp>
          <p:nvSpPr>
            <p:cNvPr id="24" name="Freeform 24"/>
            <p:cNvSpPr/>
            <p:nvPr/>
          </p:nvSpPr>
          <p:spPr>
            <a:xfrm>
              <a:off x="0" y="0"/>
              <a:ext cx="6309360" cy="813562"/>
            </a:xfrm>
            <a:custGeom>
              <a:avLst/>
              <a:gdLst/>
              <a:ahLst/>
              <a:cxnLst/>
              <a:rect l="l" t="t" r="r" b="b"/>
              <a:pathLst>
                <a:path w="6309360" h="813562">
                  <a:moveTo>
                    <a:pt x="0" y="0"/>
                  </a:moveTo>
                  <a:lnTo>
                    <a:pt x="6309360" y="0"/>
                  </a:lnTo>
                  <a:lnTo>
                    <a:pt x="6309360" y="813562"/>
                  </a:lnTo>
                  <a:lnTo>
                    <a:pt x="0" y="813562"/>
                  </a:lnTo>
                  <a:close/>
                </a:path>
              </a:pathLst>
            </a:custGeom>
            <a:blipFill>
              <a:blip r:embed="rId3">
                <a:alphaModFix amt="0"/>
              </a:blip>
              <a:stretch>
                <a:fillRect t="-103905" b="-98316"/>
              </a:stretch>
            </a:blipFill>
          </p:spPr>
          <p:txBody>
            <a:bodyPr/>
            <a:lstStyle/>
            <a:p>
              <a:endParaRPr/>
            </a:p>
          </p:txBody>
        </p:sp>
        <p:sp>
          <p:nvSpPr>
            <p:cNvPr id="25" name="TextBox 25"/>
            <p:cNvSpPr txBox="1"/>
            <p:nvPr/>
          </p:nvSpPr>
          <p:spPr>
            <a:xfrm>
              <a:off x="0" y="9525"/>
              <a:ext cx="6309360" cy="804037"/>
            </a:xfrm>
            <a:prstGeom prst="rect">
              <a:avLst/>
            </a:prstGeom>
          </p:spPr>
          <p:txBody>
            <a:bodyPr lIns="0" tIns="0" rIns="0" bIns="0" rtlCol="0" anchor="ctr"/>
            <a:lstStyle/>
            <a:p>
              <a:pPr algn="l">
                <a:lnSpc>
                  <a:spcPts val="1889"/>
                </a:lnSpc>
              </a:pPr>
              <a:r>
                <a:rPr lang="en-US" sz="1575" spc="6">
                  <a:solidFill>
                    <a:srgbClr val="333333"/>
                  </a:solidFill>
                  <a:latin typeface="Noto Sans Kr"/>
                  <a:ea typeface="Noto Sans Kr"/>
                  <a:cs typeface="Noto Sans Kr"/>
                  <a:sym typeface="Noto Sans Kr"/>
                </a:rPr>
                <a:t>가이드라인 · 2D 이동 · 키오스크 · 이용권</a:t>
              </a:r>
            </a:p>
          </p:txBody>
        </p:sp>
      </p:grpSp>
      <p:grpSp>
        <p:nvGrpSpPr>
          <p:cNvPr id="26" name="Group 26"/>
          <p:cNvGrpSpPr/>
          <p:nvPr/>
        </p:nvGrpSpPr>
        <p:grpSpPr>
          <a:xfrm>
            <a:off x="7932039" y="3858387"/>
            <a:ext cx="1994154" cy="320802"/>
            <a:chOff x="0" y="0"/>
            <a:chExt cx="2658872" cy="427736"/>
          </a:xfrm>
        </p:grpSpPr>
        <p:sp>
          <p:nvSpPr>
            <p:cNvPr id="27" name="Freeform 27"/>
            <p:cNvSpPr/>
            <p:nvPr/>
          </p:nvSpPr>
          <p:spPr>
            <a:xfrm>
              <a:off x="0" y="0"/>
              <a:ext cx="2658872" cy="427736"/>
            </a:xfrm>
            <a:custGeom>
              <a:avLst/>
              <a:gdLst/>
              <a:ahLst/>
              <a:cxnLst/>
              <a:rect l="l" t="t" r="r" b="b"/>
              <a:pathLst>
                <a:path w="2658872" h="427736">
                  <a:moveTo>
                    <a:pt x="0" y="116713"/>
                  </a:moveTo>
                  <a:cubicBezTo>
                    <a:pt x="0" y="52197"/>
                    <a:pt x="52197" y="0"/>
                    <a:pt x="116713" y="0"/>
                  </a:cubicBezTo>
                  <a:lnTo>
                    <a:pt x="2542159" y="0"/>
                  </a:lnTo>
                  <a:cubicBezTo>
                    <a:pt x="2606548" y="0"/>
                    <a:pt x="2658872" y="52197"/>
                    <a:pt x="2658872" y="116713"/>
                  </a:cubicBezTo>
                  <a:lnTo>
                    <a:pt x="2658872" y="311023"/>
                  </a:lnTo>
                  <a:cubicBezTo>
                    <a:pt x="2658872" y="375412"/>
                    <a:pt x="2606675" y="427736"/>
                    <a:pt x="2542159" y="427736"/>
                  </a:cubicBezTo>
                  <a:lnTo>
                    <a:pt x="116713" y="427736"/>
                  </a:lnTo>
                  <a:cubicBezTo>
                    <a:pt x="52197" y="427736"/>
                    <a:pt x="0" y="375539"/>
                    <a:pt x="0" y="311023"/>
                  </a:cubicBezTo>
                  <a:close/>
                </a:path>
              </a:pathLst>
            </a:custGeom>
            <a:solidFill>
              <a:srgbClr val="3C55CB"/>
            </a:solidFill>
            <a:ln w="19050" cap="sq">
              <a:solidFill>
                <a:srgbClr val="3C55CB"/>
              </a:solidFill>
              <a:prstDash val="solid"/>
              <a:miter/>
            </a:ln>
          </p:spPr>
          <p:txBody>
            <a:bodyPr/>
            <a:lstStyle/>
            <a:p>
              <a:endParaRPr/>
            </a:p>
          </p:txBody>
        </p:sp>
      </p:grpSp>
      <p:grpSp>
        <p:nvGrpSpPr>
          <p:cNvPr id="28" name="Group 28"/>
          <p:cNvGrpSpPr/>
          <p:nvPr/>
        </p:nvGrpSpPr>
        <p:grpSpPr>
          <a:xfrm>
            <a:off x="813435" y="4297299"/>
            <a:ext cx="16615410" cy="595122"/>
            <a:chOff x="0" y="0"/>
            <a:chExt cx="22153880" cy="793496"/>
          </a:xfrm>
        </p:grpSpPr>
        <p:sp>
          <p:nvSpPr>
            <p:cNvPr id="29" name="Freeform 29"/>
            <p:cNvSpPr/>
            <p:nvPr/>
          </p:nvSpPr>
          <p:spPr>
            <a:xfrm>
              <a:off x="0" y="0"/>
              <a:ext cx="22153880" cy="793496"/>
            </a:xfrm>
            <a:custGeom>
              <a:avLst/>
              <a:gdLst/>
              <a:ahLst/>
              <a:cxnLst/>
              <a:rect l="l" t="t" r="r" b="b"/>
              <a:pathLst>
                <a:path w="22153880" h="793496">
                  <a:moveTo>
                    <a:pt x="0" y="0"/>
                  </a:moveTo>
                  <a:lnTo>
                    <a:pt x="22153880" y="0"/>
                  </a:lnTo>
                  <a:lnTo>
                    <a:pt x="22153880" y="793496"/>
                  </a:lnTo>
                  <a:lnTo>
                    <a:pt x="0" y="793496"/>
                  </a:lnTo>
                  <a:close/>
                </a:path>
              </a:pathLst>
            </a:custGeom>
            <a:solidFill>
              <a:srgbClr val="F5F6FA"/>
            </a:solidFill>
            <a:ln w="19050" cap="sq">
              <a:solidFill>
                <a:srgbClr val="F5F6FA"/>
              </a:solidFill>
              <a:prstDash val="solid"/>
              <a:miter/>
            </a:ln>
          </p:spPr>
          <p:txBody>
            <a:bodyPr/>
            <a:lstStyle/>
            <a:p>
              <a:endParaRPr/>
            </a:p>
          </p:txBody>
        </p:sp>
      </p:grpSp>
      <p:grpSp>
        <p:nvGrpSpPr>
          <p:cNvPr id="30" name="Group 30"/>
          <p:cNvGrpSpPr/>
          <p:nvPr/>
        </p:nvGrpSpPr>
        <p:grpSpPr>
          <a:xfrm>
            <a:off x="960120" y="4306824"/>
            <a:ext cx="4732020" cy="610171"/>
            <a:chOff x="0" y="0"/>
            <a:chExt cx="6309360" cy="813562"/>
          </a:xfrm>
        </p:grpSpPr>
        <p:sp>
          <p:nvSpPr>
            <p:cNvPr id="31" name="Freeform 31"/>
            <p:cNvSpPr/>
            <p:nvPr/>
          </p:nvSpPr>
          <p:spPr>
            <a:xfrm>
              <a:off x="0" y="0"/>
              <a:ext cx="6309360" cy="813562"/>
            </a:xfrm>
            <a:custGeom>
              <a:avLst/>
              <a:gdLst/>
              <a:ahLst/>
              <a:cxnLst/>
              <a:rect l="l" t="t" r="r" b="b"/>
              <a:pathLst>
                <a:path w="6309360" h="813562">
                  <a:moveTo>
                    <a:pt x="0" y="0"/>
                  </a:moveTo>
                  <a:lnTo>
                    <a:pt x="6309360" y="0"/>
                  </a:lnTo>
                  <a:lnTo>
                    <a:pt x="6309360" y="813562"/>
                  </a:lnTo>
                  <a:lnTo>
                    <a:pt x="0" y="813562"/>
                  </a:lnTo>
                  <a:close/>
                </a:path>
              </a:pathLst>
            </a:custGeom>
            <a:blipFill>
              <a:blip r:embed="rId3">
                <a:alphaModFix amt="0"/>
              </a:blip>
              <a:stretch>
                <a:fillRect t="-103905" b="-98316"/>
              </a:stretch>
            </a:blipFill>
          </p:spPr>
          <p:txBody>
            <a:bodyPr/>
            <a:lstStyle/>
            <a:p>
              <a:endParaRPr/>
            </a:p>
          </p:txBody>
        </p:sp>
        <p:sp>
          <p:nvSpPr>
            <p:cNvPr id="32" name="TextBox 32"/>
            <p:cNvSpPr txBox="1"/>
            <p:nvPr/>
          </p:nvSpPr>
          <p:spPr>
            <a:xfrm>
              <a:off x="0" y="9525"/>
              <a:ext cx="6309360" cy="804037"/>
            </a:xfrm>
            <a:prstGeom prst="rect">
              <a:avLst/>
            </a:prstGeom>
          </p:spPr>
          <p:txBody>
            <a:bodyPr lIns="0" tIns="0" rIns="0" bIns="0" rtlCol="0" anchor="ctr"/>
            <a:lstStyle/>
            <a:p>
              <a:pPr algn="l">
                <a:lnSpc>
                  <a:spcPts val="1889"/>
                </a:lnSpc>
              </a:pPr>
              <a:r>
                <a:rPr lang="en-US" sz="1575" spc="6">
                  <a:solidFill>
                    <a:srgbClr val="333333"/>
                  </a:solidFill>
                  <a:latin typeface="Noto Sans Kr"/>
                  <a:ea typeface="Noto Sans Kr"/>
                  <a:cs typeface="Noto Sans Kr"/>
                  <a:sym typeface="Noto Sans Kr"/>
                </a:rPr>
                <a:t>3D 좌석 모드 · 좌석 배정 · 실시간 동기화</a:t>
              </a:r>
            </a:p>
          </p:txBody>
        </p:sp>
      </p:grpSp>
      <p:grpSp>
        <p:nvGrpSpPr>
          <p:cNvPr id="33" name="Group 33"/>
          <p:cNvGrpSpPr/>
          <p:nvPr/>
        </p:nvGrpSpPr>
        <p:grpSpPr>
          <a:xfrm>
            <a:off x="8988171" y="4434459"/>
            <a:ext cx="1994154" cy="320802"/>
            <a:chOff x="0" y="0"/>
            <a:chExt cx="2658872" cy="427736"/>
          </a:xfrm>
        </p:grpSpPr>
        <p:sp>
          <p:nvSpPr>
            <p:cNvPr id="34" name="Freeform 34"/>
            <p:cNvSpPr/>
            <p:nvPr/>
          </p:nvSpPr>
          <p:spPr>
            <a:xfrm>
              <a:off x="0" y="0"/>
              <a:ext cx="2658872" cy="427736"/>
            </a:xfrm>
            <a:custGeom>
              <a:avLst/>
              <a:gdLst/>
              <a:ahLst/>
              <a:cxnLst/>
              <a:rect l="l" t="t" r="r" b="b"/>
              <a:pathLst>
                <a:path w="2658872" h="427736">
                  <a:moveTo>
                    <a:pt x="0" y="116713"/>
                  </a:moveTo>
                  <a:cubicBezTo>
                    <a:pt x="0" y="52197"/>
                    <a:pt x="52197" y="0"/>
                    <a:pt x="116713" y="0"/>
                  </a:cubicBezTo>
                  <a:lnTo>
                    <a:pt x="2542159" y="0"/>
                  </a:lnTo>
                  <a:cubicBezTo>
                    <a:pt x="2606548" y="0"/>
                    <a:pt x="2658872" y="52197"/>
                    <a:pt x="2658872" y="116713"/>
                  </a:cubicBezTo>
                  <a:lnTo>
                    <a:pt x="2658872" y="311023"/>
                  </a:lnTo>
                  <a:cubicBezTo>
                    <a:pt x="2658872" y="375412"/>
                    <a:pt x="2606675" y="427736"/>
                    <a:pt x="2542159" y="427736"/>
                  </a:cubicBezTo>
                  <a:lnTo>
                    <a:pt x="116713" y="427736"/>
                  </a:lnTo>
                  <a:cubicBezTo>
                    <a:pt x="52197" y="427736"/>
                    <a:pt x="0" y="375539"/>
                    <a:pt x="0" y="311023"/>
                  </a:cubicBezTo>
                  <a:close/>
                </a:path>
              </a:pathLst>
            </a:custGeom>
            <a:solidFill>
              <a:srgbClr val="3C55CB"/>
            </a:solidFill>
            <a:ln w="19050" cap="sq">
              <a:solidFill>
                <a:srgbClr val="3C55CB"/>
              </a:solidFill>
              <a:prstDash val="solid"/>
              <a:miter/>
            </a:ln>
          </p:spPr>
          <p:txBody>
            <a:bodyPr/>
            <a:lstStyle/>
            <a:p>
              <a:endParaRPr/>
            </a:p>
          </p:txBody>
        </p:sp>
      </p:grpSp>
      <p:grpSp>
        <p:nvGrpSpPr>
          <p:cNvPr id="35" name="Group 35"/>
          <p:cNvGrpSpPr/>
          <p:nvPr/>
        </p:nvGrpSpPr>
        <p:grpSpPr>
          <a:xfrm>
            <a:off x="960120" y="4882896"/>
            <a:ext cx="4732020" cy="610171"/>
            <a:chOff x="0" y="0"/>
            <a:chExt cx="6309360" cy="813562"/>
          </a:xfrm>
        </p:grpSpPr>
        <p:sp>
          <p:nvSpPr>
            <p:cNvPr id="36" name="Freeform 36"/>
            <p:cNvSpPr/>
            <p:nvPr/>
          </p:nvSpPr>
          <p:spPr>
            <a:xfrm>
              <a:off x="0" y="0"/>
              <a:ext cx="6309360" cy="813562"/>
            </a:xfrm>
            <a:custGeom>
              <a:avLst/>
              <a:gdLst/>
              <a:ahLst/>
              <a:cxnLst/>
              <a:rect l="l" t="t" r="r" b="b"/>
              <a:pathLst>
                <a:path w="6309360" h="813562">
                  <a:moveTo>
                    <a:pt x="0" y="0"/>
                  </a:moveTo>
                  <a:lnTo>
                    <a:pt x="6309360" y="0"/>
                  </a:lnTo>
                  <a:lnTo>
                    <a:pt x="6309360" y="813562"/>
                  </a:lnTo>
                  <a:lnTo>
                    <a:pt x="0" y="813562"/>
                  </a:lnTo>
                  <a:close/>
                </a:path>
              </a:pathLst>
            </a:custGeom>
            <a:blipFill>
              <a:blip r:embed="rId3">
                <a:alphaModFix amt="0"/>
              </a:blip>
              <a:stretch>
                <a:fillRect t="-103905" b="-98316"/>
              </a:stretch>
            </a:blipFill>
          </p:spPr>
          <p:txBody>
            <a:bodyPr/>
            <a:lstStyle/>
            <a:p>
              <a:endParaRPr/>
            </a:p>
          </p:txBody>
        </p:sp>
        <p:sp>
          <p:nvSpPr>
            <p:cNvPr id="37" name="TextBox 37"/>
            <p:cNvSpPr txBox="1"/>
            <p:nvPr/>
          </p:nvSpPr>
          <p:spPr>
            <a:xfrm>
              <a:off x="0" y="9525"/>
              <a:ext cx="6309360" cy="804037"/>
            </a:xfrm>
            <a:prstGeom prst="rect">
              <a:avLst/>
            </a:prstGeom>
          </p:spPr>
          <p:txBody>
            <a:bodyPr lIns="0" tIns="0" rIns="0" bIns="0" rtlCol="0" anchor="ctr"/>
            <a:lstStyle/>
            <a:p>
              <a:pPr algn="l">
                <a:lnSpc>
                  <a:spcPts val="1889"/>
                </a:lnSpc>
              </a:pPr>
              <a:r>
                <a:rPr lang="en-US" sz="1575" spc="6">
                  <a:solidFill>
                    <a:srgbClr val="333333"/>
                  </a:solidFill>
                  <a:latin typeface="Noto Sans Kr"/>
                  <a:ea typeface="Noto Sans Kr"/>
                  <a:cs typeface="Noto Sans Kr"/>
                  <a:sym typeface="Noto Sans Kr"/>
                </a:rPr>
                <a:t>집중 판정 · 기기 감지 · 타이머 · 숨김 모드</a:t>
              </a:r>
            </a:p>
          </p:txBody>
        </p:sp>
      </p:grpSp>
      <p:grpSp>
        <p:nvGrpSpPr>
          <p:cNvPr id="38" name="Group 38"/>
          <p:cNvGrpSpPr/>
          <p:nvPr/>
        </p:nvGrpSpPr>
        <p:grpSpPr>
          <a:xfrm>
            <a:off x="8983980" y="5010531"/>
            <a:ext cx="3058668" cy="320802"/>
            <a:chOff x="0" y="0"/>
            <a:chExt cx="4078224" cy="427736"/>
          </a:xfrm>
        </p:grpSpPr>
        <p:sp>
          <p:nvSpPr>
            <p:cNvPr id="39" name="Freeform 39"/>
            <p:cNvSpPr/>
            <p:nvPr/>
          </p:nvSpPr>
          <p:spPr>
            <a:xfrm>
              <a:off x="0" y="0"/>
              <a:ext cx="4078224" cy="427736"/>
            </a:xfrm>
            <a:prstGeom prst="roundRect">
              <a:avLst>
                <a:gd name="adj" fmla="val 28000"/>
              </a:avLst>
            </a:prstGeom>
            <a:solidFill>
              <a:srgbClr val="3C55CB"/>
            </a:solidFill>
            <a:ln w="19050" cap="sq">
              <a:solidFill>
                <a:srgbClr val="3C55CB"/>
              </a:solidFill>
              <a:prstDash val="solid"/>
              <a:miter/>
            </a:ln>
          </p:spPr>
          <p:txBody>
            <a:bodyPr/>
            <a:lstStyle/>
            <a:p>
              <a:endParaRPr/>
            </a:p>
          </p:txBody>
        </p:sp>
      </p:grpSp>
      <p:grpSp>
        <p:nvGrpSpPr>
          <p:cNvPr id="40" name="Group 40"/>
          <p:cNvGrpSpPr/>
          <p:nvPr/>
        </p:nvGrpSpPr>
        <p:grpSpPr>
          <a:xfrm>
            <a:off x="813435" y="5449443"/>
            <a:ext cx="16615410" cy="595122"/>
            <a:chOff x="0" y="0"/>
            <a:chExt cx="22153880" cy="793496"/>
          </a:xfrm>
        </p:grpSpPr>
        <p:sp>
          <p:nvSpPr>
            <p:cNvPr id="41" name="Freeform 41"/>
            <p:cNvSpPr/>
            <p:nvPr/>
          </p:nvSpPr>
          <p:spPr>
            <a:xfrm>
              <a:off x="0" y="0"/>
              <a:ext cx="22153880" cy="793496"/>
            </a:xfrm>
            <a:custGeom>
              <a:avLst/>
              <a:gdLst/>
              <a:ahLst/>
              <a:cxnLst/>
              <a:rect l="l" t="t" r="r" b="b"/>
              <a:pathLst>
                <a:path w="22153880" h="793496">
                  <a:moveTo>
                    <a:pt x="0" y="0"/>
                  </a:moveTo>
                  <a:lnTo>
                    <a:pt x="22153880" y="0"/>
                  </a:lnTo>
                  <a:lnTo>
                    <a:pt x="22153880" y="793496"/>
                  </a:lnTo>
                  <a:lnTo>
                    <a:pt x="0" y="793496"/>
                  </a:lnTo>
                  <a:close/>
                </a:path>
              </a:pathLst>
            </a:custGeom>
            <a:solidFill>
              <a:srgbClr val="F5F6FA"/>
            </a:solidFill>
            <a:ln w="19050" cap="sq">
              <a:solidFill>
                <a:srgbClr val="F5F6FA"/>
              </a:solidFill>
              <a:prstDash val="solid"/>
              <a:miter/>
            </a:ln>
          </p:spPr>
          <p:txBody>
            <a:bodyPr/>
            <a:lstStyle/>
            <a:p>
              <a:endParaRPr/>
            </a:p>
          </p:txBody>
        </p:sp>
      </p:grpSp>
      <p:grpSp>
        <p:nvGrpSpPr>
          <p:cNvPr id="42" name="Group 42"/>
          <p:cNvGrpSpPr/>
          <p:nvPr/>
        </p:nvGrpSpPr>
        <p:grpSpPr>
          <a:xfrm>
            <a:off x="960120" y="5458968"/>
            <a:ext cx="4732020" cy="610171"/>
            <a:chOff x="0" y="0"/>
            <a:chExt cx="6309360" cy="813562"/>
          </a:xfrm>
        </p:grpSpPr>
        <p:sp>
          <p:nvSpPr>
            <p:cNvPr id="43" name="Freeform 43"/>
            <p:cNvSpPr/>
            <p:nvPr/>
          </p:nvSpPr>
          <p:spPr>
            <a:xfrm>
              <a:off x="0" y="0"/>
              <a:ext cx="6309360" cy="813562"/>
            </a:xfrm>
            <a:custGeom>
              <a:avLst/>
              <a:gdLst/>
              <a:ahLst/>
              <a:cxnLst/>
              <a:rect l="l" t="t" r="r" b="b"/>
              <a:pathLst>
                <a:path w="6309360" h="813562">
                  <a:moveTo>
                    <a:pt x="0" y="0"/>
                  </a:moveTo>
                  <a:lnTo>
                    <a:pt x="6309360" y="0"/>
                  </a:lnTo>
                  <a:lnTo>
                    <a:pt x="6309360" y="813562"/>
                  </a:lnTo>
                  <a:lnTo>
                    <a:pt x="0" y="813562"/>
                  </a:lnTo>
                  <a:close/>
                </a:path>
              </a:pathLst>
            </a:custGeom>
            <a:blipFill>
              <a:blip r:embed="rId3">
                <a:alphaModFix amt="0"/>
              </a:blip>
              <a:stretch>
                <a:fillRect t="-103905" b="-98316"/>
              </a:stretch>
            </a:blipFill>
          </p:spPr>
          <p:txBody>
            <a:bodyPr/>
            <a:lstStyle/>
            <a:p>
              <a:endParaRPr/>
            </a:p>
          </p:txBody>
        </p:sp>
        <p:sp>
          <p:nvSpPr>
            <p:cNvPr id="44" name="TextBox 44"/>
            <p:cNvSpPr txBox="1"/>
            <p:nvPr/>
          </p:nvSpPr>
          <p:spPr>
            <a:xfrm>
              <a:off x="0" y="9525"/>
              <a:ext cx="6309360" cy="804037"/>
            </a:xfrm>
            <a:prstGeom prst="rect">
              <a:avLst/>
            </a:prstGeom>
          </p:spPr>
          <p:txBody>
            <a:bodyPr lIns="0" tIns="0" rIns="0" bIns="0" rtlCol="0" anchor="ctr"/>
            <a:lstStyle/>
            <a:p>
              <a:pPr algn="l">
                <a:lnSpc>
                  <a:spcPts val="1889"/>
                </a:lnSpc>
              </a:pPr>
              <a:r>
                <a:rPr lang="en-US" sz="1575" spc="6">
                  <a:solidFill>
                    <a:srgbClr val="333333"/>
                  </a:solidFill>
                  <a:latin typeface="Noto Sans Kr"/>
                  <a:ea typeface="Noto Sans Kr"/>
                  <a:cs typeface="Noto Sans Kr"/>
                  <a:sym typeface="Noto Sans Kr"/>
                </a:rPr>
                <a:t>회의실 입장 · 정원 관리 (권장)</a:t>
              </a:r>
            </a:p>
          </p:txBody>
        </p:sp>
      </p:grpSp>
      <p:grpSp>
        <p:nvGrpSpPr>
          <p:cNvPr id="45" name="Group 45"/>
          <p:cNvGrpSpPr/>
          <p:nvPr/>
        </p:nvGrpSpPr>
        <p:grpSpPr>
          <a:xfrm>
            <a:off x="11096244" y="5586603"/>
            <a:ext cx="946404" cy="320802"/>
            <a:chOff x="0" y="0"/>
            <a:chExt cx="1261872" cy="427736"/>
          </a:xfrm>
        </p:grpSpPr>
        <p:sp>
          <p:nvSpPr>
            <p:cNvPr id="46" name="Freeform 46"/>
            <p:cNvSpPr/>
            <p:nvPr/>
          </p:nvSpPr>
          <p:spPr>
            <a:xfrm>
              <a:off x="0" y="0"/>
              <a:ext cx="1261872" cy="427736"/>
            </a:xfrm>
            <a:prstGeom prst="roundRect">
              <a:avLst>
                <a:gd name="adj" fmla="val 28000"/>
              </a:avLst>
            </a:prstGeom>
            <a:solidFill>
              <a:srgbClr val="C3CCF4"/>
            </a:solidFill>
            <a:ln w="19050" cap="sq">
              <a:solidFill>
                <a:srgbClr val="B7C2F1"/>
              </a:solidFill>
              <a:prstDash val="solid"/>
              <a:miter/>
            </a:ln>
          </p:spPr>
          <p:txBody>
            <a:bodyPr/>
            <a:lstStyle/>
            <a:p>
              <a:endParaRPr/>
            </a:p>
          </p:txBody>
        </p:sp>
      </p:grpSp>
      <p:grpSp>
        <p:nvGrpSpPr>
          <p:cNvPr id="47" name="Group 47"/>
          <p:cNvGrpSpPr/>
          <p:nvPr/>
        </p:nvGrpSpPr>
        <p:grpSpPr>
          <a:xfrm>
            <a:off x="960120" y="6035040"/>
            <a:ext cx="4732020" cy="610171"/>
            <a:chOff x="0" y="0"/>
            <a:chExt cx="6309360" cy="813562"/>
          </a:xfrm>
        </p:grpSpPr>
        <p:sp>
          <p:nvSpPr>
            <p:cNvPr id="48" name="Freeform 48"/>
            <p:cNvSpPr/>
            <p:nvPr/>
          </p:nvSpPr>
          <p:spPr>
            <a:xfrm>
              <a:off x="0" y="0"/>
              <a:ext cx="6309360" cy="813562"/>
            </a:xfrm>
            <a:custGeom>
              <a:avLst/>
              <a:gdLst/>
              <a:ahLst/>
              <a:cxnLst/>
              <a:rect l="l" t="t" r="r" b="b"/>
              <a:pathLst>
                <a:path w="6309360" h="813562">
                  <a:moveTo>
                    <a:pt x="0" y="0"/>
                  </a:moveTo>
                  <a:lnTo>
                    <a:pt x="6309360" y="0"/>
                  </a:lnTo>
                  <a:lnTo>
                    <a:pt x="6309360" y="813562"/>
                  </a:lnTo>
                  <a:lnTo>
                    <a:pt x="0" y="813562"/>
                  </a:lnTo>
                  <a:close/>
                </a:path>
              </a:pathLst>
            </a:custGeom>
            <a:blipFill>
              <a:blip r:embed="rId3">
                <a:alphaModFix amt="0"/>
              </a:blip>
              <a:stretch>
                <a:fillRect t="-103905" b="-98316"/>
              </a:stretch>
            </a:blipFill>
          </p:spPr>
          <p:txBody>
            <a:bodyPr/>
            <a:lstStyle/>
            <a:p>
              <a:endParaRPr/>
            </a:p>
          </p:txBody>
        </p:sp>
        <p:sp>
          <p:nvSpPr>
            <p:cNvPr id="49" name="TextBox 49"/>
            <p:cNvSpPr txBox="1"/>
            <p:nvPr/>
          </p:nvSpPr>
          <p:spPr>
            <a:xfrm>
              <a:off x="0" y="9525"/>
              <a:ext cx="6309360" cy="804037"/>
            </a:xfrm>
            <a:prstGeom prst="rect">
              <a:avLst/>
            </a:prstGeom>
          </p:spPr>
          <p:txBody>
            <a:bodyPr lIns="0" tIns="0" rIns="0" bIns="0" rtlCol="0" anchor="ctr"/>
            <a:lstStyle/>
            <a:p>
              <a:pPr algn="l">
                <a:lnSpc>
                  <a:spcPts val="1889"/>
                </a:lnSpc>
              </a:pPr>
              <a:r>
                <a:rPr lang="en-US" sz="1575" spc="6">
                  <a:solidFill>
                    <a:srgbClr val="333333"/>
                  </a:solidFill>
                  <a:latin typeface="Noto Sans Kr"/>
                  <a:ea typeface="Noto Sans Kr"/>
                  <a:cs typeface="Noto Sans Kr"/>
                  <a:sym typeface="Noto Sans Kr"/>
                </a:rPr>
                <a:t>통합 테스트 · 성능 측정 · 배포 · 파일럿 테스트</a:t>
              </a:r>
            </a:p>
          </p:txBody>
        </p:sp>
      </p:grpSp>
      <p:grpSp>
        <p:nvGrpSpPr>
          <p:cNvPr id="50" name="Group 50"/>
          <p:cNvGrpSpPr/>
          <p:nvPr/>
        </p:nvGrpSpPr>
        <p:grpSpPr>
          <a:xfrm>
            <a:off x="11096244" y="6162675"/>
            <a:ext cx="3058668" cy="320802"/>
            <a:chOff x="0" y="0"/>
            <a:chExt cx="4078224" cy="427736"/>
          </a:xfrm>
        </p:grpSpPr>
        <p:sp>
          <p:nvSpPr>
            <p:cNvPr id="51" name="Freeform 51"/>
            <p:cNvSpPr/>
            <p:nvPr/>
          </p:nvSpPr>
          <p:spPr>
            <a:xfrm>
              <a:off x="0" y="0"/>
              <a:ext cx="4078224" cy="427736"/>
            </a:xfrm>
            <a:prstGeom prst="roundRect">
              <a:avLst>
                <a:gd name="adj" fmla="val 28000"/>
              </a:avLst>
            </a:prstGeom>
            <a:solidFill>
              <a:srgbClr val="8A9AE3"/>
            </a:solidFill>
            <a:ln w="19050" cap="sq">
              <a:solidFill>
                <a:srgbClr val="8A9AE3"/>
              </a:solidFill>
              <a:prstDash val="solid"/>
              <a:miter/>
            </a:ln>
          </p:spPr>
          <p:txBody>
            <a:bodyPr/>
            <a:lstStyle/>
            <a:p>
              <a:endParaRPr/>
            </a:p>
          </p:txBody>
        </p:sp>
      </p:grpSp>
      <p:grpSp>
        <p:nvGrpSpPr>
          <p:cNvPr id="52" name="Group 52"/>
          <p:cNvGrpSpPr/>
          <p:nvPr/>
        </p:nvGrpSpPr>
        <p:grpSpPr>
          <a:xfrm>
            <a:off x="813435" y="6601587"/>
            <a:ext cx="16615410" cy="595122"/>
            <a:chOff x="0" y="0"/>
            <a:chExt cx="22153880" cy="793496"/>
          </a:xfrm>
        </p:grpSpPr>
        <p:sp>
          <p:nvSpPr>
            <p:cNvPr id="53" name="Freeform 53"/>
            <p:cNvSpPr/>
            <p:nvPr/>
          </p:nvSpPr>
          <p:spPr>
            <a:xfrm>
              <a:off x="0" y="0"/>
              <a:ext cx="22153880" cy="793496"/>
            </a:xfrm>
            <a:custGeom>
              <a:avLst/>
              <a:gdLst/>
              <a:ahLst/>
              <a:cxnLst/>
              <a:rect l="l" t="t" r="r" b="b"/>
              <a:pathLst>
                <a:path w="22153880" h="793496">
                  <a:moveTo>
                    <a:pt x="0" y="0"/>
                  </a:moveTo>
                  <a:lnTo>
                    <a:pt x="22153880" y="0"/>
                  </a:lnTo>
                  <a:lnTo>
                    <a:pt x="22153880" y="793496"/>
                  </a:lnTo>
                  <a:lnTo>
                    <a:pt x="0" y="793496"/>
                  </a:lnTo>
                  <a:close/>
                </a:path>
              </a:pathLst>
            </a:custGeom>
            <a:solidFill>
              <a:srgbClr val="F5F6FA"/>
            </a:solidFill>
            <a:ln w="19050" cap="sq">
              <a:solidFill>
                <a:srgbClr val="F5F6FA"/>
              </a:solidFill>
              <a:prstDash val="solid"/>
              <a:miter/>
            </a:ln>
          </p:spPr>
          <p:txBody>
            <a:bodyPr/>
            <a:lstStyle/>
            <a:p>
              <a:endParaRPr/>
            </a:p>
          </p:txBody>
        </p:sp>
      </p:grpSp>
      <p:grpSp>
        <p:nvGrpSpPr>
          <p:cNvPr id="54" name="Group 54"/>
          <p:cNvGrpSpPr/>
          <p:nvPr/>
        </p:nvGrpSpPr>
        <p:grpSpPr>
          <a:xfrm>
            <a:off x="960120" y="6611112"/>
            <a:ext cx="4732020" cy="610171"/>
            <a:chOff x="0" y="0"/>
            <a:chExt cx="6309360" cy="813562"/>
          </a:xfrm>
        </p:grpSpPr>
        <p:sp>
          <p:nvSpPr>
            <p:cNvPr id="55" name="Freeform 55"/>
            <p:cNvSpPr/>
            <p:nvPr/>
          </p:nvSpPr>
          <p:spPr>
            <a:xfrm>
              <a:off x="0" y="0"/>
              <a:ext cx="6309360" cy="813562"/>
            </a:xfrm>
            <a:custGeom>
              <a:avLst/>
              <a:gdLst/>
              <a:ahLst/>
              <a:cxnLst/>
              <a:rect l="l" t="t" r="r" b="b"/>
              <a:pathLst>
                <a:path w="6309360" h="813562">
                  <a:moveTo>
                    <a:pt x="0" y="0"/>
                  </a:moveTo>
                  <a:lnTo>
                    <a:pt x="6309360" y="0"/>
                  </a:lnTo>
                  <a:lnTo>
                    <a:pt x="6309360" y="813562"/>
                  </a:lnTo>
                  <a:lnTo>
                    <a:pt x="0" y="813562"/>
                  </a:lnTo>
                  <a:close/>
                </a:path>
              </a:pathLst>
            </a:custGeom>
            <a:blipFill>
              <a:blip r:embed="rId3">
                <a:alphaModFix amt="0"/>
              </a:blip>
              <a:stretch>
                <a:fillRect t="-103905" b="-98316"/>
              </a:stretch>
            </a:blipFill>
          </p:spPr>
          <p:txBody>
            <a:bodyPr/>
            <a:lstStyle/>
            <a:p>
              <a:endParaRPr/>
            </a:p>
          </p:txBody>
        </p:sp>
        <p:sp>
          <p:nvSpPr>
            <p:cNvPr id="56" name="TextBox 56"/>
            <p:cNvSpPr txBox="1"/>
            <p:nvPr/>
          </p:nvSpPr>
          <p:spPr>
            <a:xfrm>
              <a:off x="0" y="9525"/>
              <a:ext cx="6309360" cy="804037"/>
            </a:xfrm>
            <a:prstGeom prst="rect">
              <a:avLst/>
            </a:prstGeom>
          </p:spPr>
          <p:txBody>
            <a:bodyPr lIns="0" tIns="0" rIns="0" bIns="0" rtlCol="0" anchor="ctr"/>
            <a:lstStyle/>
            <a:p>
              <a:pPr algn="l">
                <a:lnSpc>
                  <a:spcPts val="1889"/>
                </a:lnSpc>
              </a:pPr>
              <a:r>
                <a:rPr lang="en-US" sz="1575" spc="6">
                  <a:solidFill>
                    <a:srgbClr val="333333"/>
                  </a:solidFill>
                  <a:latin typeface="Noto Sans Kr"/>
                  <a:ea typeface="Noto Sans Kr"/>
                  <a:cs typeface="Noto Sans Kr"/>
                  <a:sym typeface="Noto Sans Kr"/>
                </a:rPr>
                <a:t>사용자 비교 실험 (24명, 6개 조)</a:t>
              </a:r>
            </a:p>
          </p:txBody>
        </p:sp>
      </p:grpSp>
      <p:grpSp>
        <p:nvGrpSpPr>
          <p:cNvPr id="57" name="Group 57"/>
          <p:cNvGrpSpPr/>
          <p:nvPr/>
        </p:nvGrpSpPr>
        <p:grpSpPr>
          <a:xfrm>
            <a:off x="14268831" y="6738747"/>
            <a:ext cx="938022" cy="320802"/>
            <a:chOff x="0" y="0"/>
            <a:chExt cx="1250696" cy="427736"/>
          </a:xfrm>
        </p:grpSpPr>
        <p:sp>
          <p:nvSpPr>
            <p:cNvPr id="58" name="Freeform 58"/>
            <p:cNvSpPr/>
            <p:nvPr/>
          </p:nvSpPr>
          <p:spPr>
            <a:xfrm>
              <a:off x="0" y="0"/>
              <a:ext cx="1250696" cy="427736"/>
            </a:xfrm>
            <a:custGeom>
              <a:avLst/>
              <a:gdLst/>
              <a:ahLst/>
              <a:cxnLst/>
              <a:rect l="l" t="t" r="r" b="b"/>
              <a:pathLst>
                <a:path w="1250696" h="427736">
                  <a:moveTo>
                    <a:pt x="0" y="116713"/>
                  </a:moveTo>
                  <a:cubicBezTo>
                    <a:pt x="0" y="52197"/>
                    <a:pt x="52197" y="0"/>
                    <a:pt x="116713" y="0"/>
                  </a:cubicBezTo>
                  <a:lnTo>
                    <a:pt x="1133983" y="0"/>
                  </a:lnTo>
                  <a:cubicBezTo>
                    <a:pt x="1198372" y="0"/>
                    <a:pt x="1250696" y="52197"/>
                    <a:pt x="1250696" y="116713"/>
                  </a:cubicBezTo>
                  <a:lnTo>
                    <a:pt x="1250696" y="311023"/>
                  </a:lnTo>
                  <a:cubicBezTo>
                    <a:pt x="1250696" y="375412"/>
                    <a:pt x="1198499" y="427736"/>
                    <a:pt x="1133983" y="427736"/>
                  </a:cubicBezTo>
                  <a:lnTo>
                    <a:pt x="116713" y="427736"/>
                  </a:lnTo>
                  <a:cubicBezTo>
                    <a:pt x="52197" y="427736"/>
                    <a:pt x="0" y="375539"/>
                    <a:pt x="0" y="311023"/>
                  </a:cubicBezTo>
                  <a:close/>
                </a:path>
              </a:pathLst>
            </a:custGeom>
            <a:solidFill>
              <a:srgbClr val="1F2D86"/>
            </a:solidFill>
            <a:ln w="19050" cap="sq">
              <a:solidFill>
                <a:srgbClr val="3C55CB"/>
              </a:solidFill>
              <a:prstDash val="solid"/>
              <a:miter/>
            </a:ln>
          </p:spPr>
          <p:txBody>
            <a:bodyPr/>
            <a:lstStyle/>
            <a:p>
              <a:endParaRPr/>
            </a:p>
          </p:txBody>
        </p:sp>
      </p:grpSp>
      <p:grpSp>
        <p:nvGrpSpPr>
          <p:cNvPr id="59" name="Group 59"/>
          <p:cNvGrpSpPr/>
          <p:nvPr/>
        </p:nvGrpSpPr>
        <p:grpSpPr>
          <a:xfrm>
            <a:off x="960120" y="7187184"/>
            <a:ext cx="4732020" cy="610171"/>
            <a:chOff x="0" y="0"/>
            <a:chExt cx="6309360" cy="813562"/>
          </a:xfrm>
        </p:grpSpPr>
        <p:sp>
          <p:nvSpPr>
            <p:cNvPr id="60" name="Freeform 60"/>
            <p:cNvSpPr/>
            <p:nvPr/>
          </p:nvSpPr>
          <p:spPr>
            <a:xfrm>
              <a:off x="0" y="0"/>
              <a:ext cx="6309360" cy="813562"/>
            </a:xfrm>
            <a:custGeom>
              <a:avLst/>
              <a:gdLst/>
              <a:ahLst/>
              <a:cxnLst/>
              <a:rect l="l" t="t" r="r" b="b"/>
              <a:pathLst>
                <a:path w="6309360" h="813562">
                  <a:moveTo>
                    <a:pt x="0" y="0"/>
                  </a:moveTo>
                  <a:lnTo>
                    <a:pt x="6309360" y="0"/>
                  </a:lnTo>
                  <a:lnTo>
                    <a:pt x="6309360" y="813562"/>
                  </a:lnTo>
                  <a:lnTo>
                    <a:pt x="0" y="813562"/>
                  </a:lnTo>
                  <a:close/>
                </a:path>
              </a:pathLst>
            </a:custGeom>
            <a:blipFill>
              <a:blip r:embed="rId3">
                <a:alphaModFix amt="0"/>
              </a:blip>
              <a:stretch>
                <a:fillRect t="-103905" b="-98316"/>
              </a:stretch>
            </a:blipFill>
          </p:spPr>
          <p:txBody>
            <a:bodyPr/>
            <a:lstStyle/>
            <a:p>
              <a:endParaRPr/>
            </a:p>
          </p:txBody>
        </p:sp>
        <p:sp>
          <p:nvSpPr>
            <p:cNvPr id="61" name="TextBox 61"/>
            <p:cNvSpPr txBox="1"/>
            <p:nvPr/>
          </p:nvSpPr>
          <p:spPr>
            <a:xfrm>
              <a:off x="0" y="9525"/>
              <a:ext cx="6309360" cy="804037"/>
            </a:xfrm>
            <a:prstGeom prst="rect">
              <a:avLst/>
            </a:prstGeom>
          </p:spPr>
          <p:txBody>
            <a:bodyPr lIns="0" tIns="0" rIns="0" bIns="0" rtlCol="0" anchor="ctr"/>
            <a:lstStyle/>
            <a:p>
              <a:pPr algn="l">
                <a:lnSpc>
                  <a:spcPts val="1889"/>
                </a:lnSpc>
              </a:pPr>
              <a:r>
                <a:rPr lang="en-US" sz="1575" spc="6">
                  <a:solidFill>
                    <a:srgbClr val="333333"/>
                  </a:solidFill>
                  <a:latin typeface="Noto Sans Kr"/>
                  <a:ea typeface="Noto Sans Kr"/>
                  <a:cs typeface="Noto Sans Kr"/>
                  <a:sym typeface="Noto Sans Kr"/>
                </a:rPr>
                <a:t>버그 수정 · 결과 분석</a:t>
              </a:r>
            </a:p>
          </p:txBody>
        </p:sp>
      </p:grpSp>
      <p:grpSp>
        <p:nvGrpSpPr>
          <p:cNvPr id="62" name="Group 62"/>
          <p:cNvGrpSpPr/>
          <p:nvPr/>
        </p:nvGrpSpPr>
        <p:grpSpPr>
          <a:xfrm>
            <a:off x="14268831" y="7314819"/>
            <a:ext cx="1994154" cy="320802"/>
            <a:chOff x="0" y="0"/>
            <a:chExt cx="2658872" cy="427736"/>
          </a:xfrm>
        </p:grpSpPr>
        <p:sp>
          <p:nvSpPr>
            <p:cNvPr id="63" name="Freeform 63"/>
            <p:cNvSpPr/>
            <p:nvPr/>
          </p:nvSpPr>
          <p:spPr>
            <a:xfrm>
              <a:off x="0" y="0"/>
              <a:ext cx="2658872" cy="427736"/>
            </a:xfrm>
            <a:custGeom>
              <a:avLst/>
              <a:gdLst/>
              <a:ahLst/>
              <a:cxnLst/>
              <a:rect l="l" t="t" r="r" b="b"/>
              <a:pathLst>
                <a:path w="2658872" h="427736">
                  <a:moveTo>
                    <a:pt x="0" y="116713"/>
                  </a:moveTo>
                  <a:cubicBezTo>
                    <a:pt x="0" y="52197"/>
                    <a:pt x="52197" y="0"/>
                    <a:pt x="116713" y="0"/>
                  </a:cubicBezTo>
                  <a:lnTo>
                    <a:pt x="2542159" y="0"/>
                  </a:lnTo>
                  <a:cubicBezTo>
                    <a:pt x="2606548" y="0"/>
                    <a:pt x="2658872" y="52197"/>
                    <a:pt x="2658872" y="116713"/>
                  </a:cubicBezTo>
                  <a:lnTo>
                    <a:pt x="2658872" y="311023"/>
                  </a:lnTo>
                  <a:cubicBezTo>
                    <a:pt x="2658872" y="375412"/>
                    <a:pt x="2606675" y="427736"/>
                    <a:pt x="2542159" y="427736"/>
                  </a:cubicBezTo>
                  <a:lnTo>
                    <a:pt x="116713" y="427736"/>
                  </a:lnTo>
                  <a:cubicBezTo>
                    <a:pt x="52197" y="427736"/>
                    <a:pt x="0" y="375539"/>
                    <a:pt x="0" y="311023"/>
                  </a:cubicBezTo>
                  <a:close/>
                </a:path>
              </a:pathLst>
            </a:custGeom>
            <a:solidFill>
              <a:srgbClr val="8A9AE3"/>
            </a:solidFill>
            <a:ln w="19050" cap="sq">
              <a:solidFill>
                <a:srgbClr val="8A9AE3"/>
              </a:solidFill>
              <a:prstDash val="solid"/>
              <a:miter/>
            </a:ln>
          </p:spPr>
          <p:txBody>
            <a:bodyPr/>
            <a:lstStyle/>
            <a:p>
              <a:endParaRPr/>
            </a:p>
          </p:txBody>
        </p:sp>
      </p:grpSp>
      <p:grpSp>
        <p:nvGrpSpPr>
          <p:cNvPr id="64" name="Group 64"/>
          <p:cNvGrpSpPr/>
          <p:nvPr/>
        </p:nvGrpSpPr>
        <p:grpSpPr>
          <a:xfrm>
            <a:off x="813435" y="7753731"/>
            <a:ext cx="16615410" cy="595122"/>
            <a:chOff x="0" y="0"/>
            <a:chExt cx="22153880" cy="793496"/>
          </a:xfrm>
        </p:grpSpPr>
        <p:sp>
          <p:nvSpPr>
            <p:cNvPr id="65" name="Freeform 65"/>
            <p:cNvSpPr/>
            <p:nvPr/>
          </p:nvSpPr>
          <p:spPr>
            <a:xfrm>
              <a:off x="0" y="0"/>
              <a:ext cx="22153880" cy="793496"/>
            </a:xfrm>
            <a:custGeom>
              <a:avLst/>
              <a:gdLst/>
              <a:ahLst/>
              <a:cxnLst/>
              <a:rect l="l" t="t" r="r" b="b"/>
              <a:pathLst>
                <a:path w="22153880" h="793496">
                  <a:moveTo>
                    <a:pt x="0" y="0"/>
                  </a:moveTo>
                  <a:lnTo>
                    <a:pt x="22153880" y="0"/>
                  </a:lnTo>
                  <a:lnTo>
                    <a:pt x="22153880" y="793496"/>
                  </a:lnTo>
                  <a:lnTo>
                    <a:pt x="0" y="793496"/>
                  </a:lnTo>
                  <a:close/>
                </a:path>
              </a:pathLst>
            </a:custGeom>
            <a:solidFill>
              <a:srgbClr val="F5F6FA"/>
            </a:solidFill>
            <a:ln w="19050" cap="sq">
              <a:solidFill>
                <a:srgbClr val="F5F6FA"/>
              </a:solidFill>
              <a:prstDash val="solid"/>
              <a:miter/>
            </a:ln>
          </p:spPr>
          <p:txBody>
            <a:bodyPr/>
            <a:lstStyle/>
            <a:p>
              <a:endParaRPr/>
            </a:p>
          </p:txBody>
        </p:sp>
      </p:grpSp>
      <p:grpSp>
        <p:nvGrpSpPr>
          <p:cNvPr id="66" name="Group 66"/>
          <p:cNvGrpSpPr/>
          <p:nvPr/>
        </p:nvGrpSpPr>
        <p:grpSpPr>
          <a:xfrm>
            <a:off x="960120" y="7763256"/>
            <a:ext cx="4732020" cy="610171"/>
            <a:chOff x="0" y="0"/>
            <a:chExt cx="6309360" cy="813562"/>
          </a:xfrm>
        </p:grpSpPr>
        <p:sp>
          <p:nvSpPr>
            <p:cNvPr id="67" name="Freeform 67"/>
            <p:cNvSpPr/>
            <p:nvPr/>
          </p:nvSpPr>
          <p:spPr>
            <a:xfrm>
              <a:off x="0" y="0"/>
              <a:ext cx="6309360" cy="813562"/>
            </a:xfrm>
            <a:custGeom>
              <a:avLst/>
              <a:gdLst/>
              <a:ahLst/>
              <a:cxnLst/>
              <a:rect l="l" t="t" r="r" b="b"/>
              <a:pathLst>
                <a:path w="6309360" h="813562">
                  <a:moveTo>
                    <a:pt x="0" y="0"/>
                  </a:moveTo>
                  <a:lnTo>
                    <a:pt x="6309360" y="0"/>
                  </a:lnTo>
                  <a:lnTo>
                    <a:pt x="6309360" y="813562"/>
                  </a:lnTo>
                  <a:lnTo>
                    <a:pt x="0" y="813562"/>
                  </a:lnTo>
                  <a:close/>
                </a:path>
              </a:pathLst>
            </a:custGeom>
            <a:blipFill>
              <a:blip r:embed="rId3">
                <a:alphaModFix amt="0"/>
              </a:blip>
              <a:stretch>
                <a:fillRect t="-103905" b="-98316"/>
              </a:stretch>
            </a:blipFill>
          </p:spPr>
          <p:txBody>
            <a:bodyPr/>
            <a:lstStyle/>
            <a:p>
              <a:endParaRPr/>
            </a:p>
          </p:txBody>
        </p:sp>
        <p:sp>
          <p:nvSpPr>
            <p:cNvPr id="68" name="TextBox 68"/>
            <p:cNvSpPr txBox="1"/>
            <p:nvPr/>
          </p:nvSpPr>
          <p:spPr>
            <a:xfrm>
              <a:off x="0" y="9525"/>
              <a:ext cx="6309360" cy="804037"/>
            </a:xfrm>
            <a:prstGeom prst="rect">
              <a:avLst/>
            </a:prstGeom>
          </p:spPr>
          <p:txBody>
            <a:bodyPr lIns="0" tIns="0" rIns="0" bIns="0" rtlCol="0" anchor="ctr"/>
            <a:lstStyle/>
            <a:p>
              <a:pPr algn="l">
                <a:lnSpc>
                  <a:spcPts val="1889"/>
                </a:lnSpc>
              </a:pPr>
              <a:r>
                <a:rPr lang="en-US" sz="1575" spc="6">
                  <a:solidFill>
                    <a:srgbClr val="333333"/>
                  </a:solidFill>
                  <a:latin typeface="Noto Sans Kr"/>
                  <a:ea typeface="Noto Sans Kr"/>
                  <a:cs typeface="Noto Sans Kr"/>
                  <a:sym typeface="Noto Sans Kr"/>
                </a:rPr>
                <a:t>최종 보고서 · 발표 준비</a:t>
              </a:r>
            </a:p>
          </p:txBody>
        </p:sp>
      </p:grpSp>
      <p:grpSp>
        <p:nvGrpSpPr>
          <p:cNvPr id="69" name="Group 69"/>
          <p:cNvGrpSpPr/>
          <p:nvPr/>
        </p:nvGrpSpPr>
        <p:grpSpPr>
          <a:xfrm>
            <a:off x="15324963" y="7890891"/>
            <a:ext cx="1994154" cy="320802"/>
            <a:chOff x="0" y="0"/>
            <a:chExt cx="2658872" cy="427736"/>
          </a:xfrm>
        </p:grpSpPr>
        <p:sp>
          <p:nvSpPr>
            <p:cNvPr id="70" name="Freeform 70"/>
            <p:cNvSpPr/>
            <p:nvPr/>
          </p:nvSpPr>
          <p:spPr>
            <a:xfrm>
              <a:off x="0" y="0"/>
              <a:ext cx="2658872" cy="427736"/>
            </a:xfrm>
            <a:custGeom>
              <a:avLst/>
              <a:gdLst/>
              <a:ahLst/>
              <a:cxnLst/>
              <a:rect l="l" t="t" r="r" b="b"/>
              <a:pathLst>
                <a:path w="2658872" h="427736">
                  <a:moveTo>
                    <a:pt x="0" y="116713"/>
                  </a:moveTo>
                  <a:cubicBezTo>
                    <a:pt x="0" y="52197"/>
                    <a:pt x="52197" y="0"/>
                    <a:pt x="116713" y="0"/>
                  </a:cubicBezTo>
                  <a:lnTo>
                    <a:pt x="2542159" y="0"/>
                  </a:lnTo>
                  <a:cubicBezTo>
                    <a:pt x="2606548" y="0"/>
                    <a:pt x="2658872" y="52197"/>
                    <a:pt x="2658872" y="116713"/>
                  </a:cubicBezTo>
                  <a:lnTo>
                    <a:pt x="2658872" y="311023"/>
                  </a:lnTo>
                  <a:cubicBezTo>
                    <a:pt x="2658872" y="375412"/>
                    <a:pt x="2606675" y="427736"/>
                    <a:pt x="2542159" y="427736"/>
                  </a:cubicBezTo>
                  <a:lnTo>
                    <a:pt x="116713" y="427736"/>
                  </a:lnTo>
                  <a:cubicBezTo>
                    <a:pt x="52197" y="427736"/>
                    <a:pt x="0" y="375539"/>
                    <a:pt x="0" y="311023"/>
                  </a:cubicBezTo>
                  <a:close/>
                </a:path>
              </a:pathLst>
            </a:custGeom>
            <a:solidFill>
              <a:srgbClr val="8A9AE3"/>
            </a:solidFill>
            <a:ln w="19050" cap="sq">
              <a:solidFill>
                <a:srgbClr val="8A9AE3"/>
              </a:solidFill>
              <a:prstDash val="solid"/>
              <a:miter/>
            </a:ln>
          </p:spPr>
          <p:txBody>
            <a:bodyPr/>
            <a:lstStyle/>
            <a:p>
              <a:endParaRPr/>
            </a:p>
          </p:txBody>
        </p:sp>
      </p:grpSp>
      <p:grpSp>
        <p:nvGrpSpPr>
          <p:cNvPr id="71" name="Group 71"/>
          <p:cNvGrpSpPr/>
          <p:nvPr/>
        </p:nvGrpSpPr>
        <p:grpSpPr>
          <a:xfrm>
            <a:off x="7157085" y="8494395"/>
            <a:ext cx="375666" cy="375666"/>
            <a:chOff x="0" y="0"/>
            <a:chExt cx="500888" cy="500888"/>
          </a:xfrm>
        </p:grpSpPr>
        <p:sp>
          <p:nvSpPr>
            <p:cNvPr id="72" name="Freeform 72"/>
            <p:cNvSpPr/>
            <p:nvPr/>
          </p:nvSpPr>
          <p:spPr>
            <a:xfrm>
              <a:off x="0" y="0"/>
              <a:ext cx="500888" cy="500888"/>
            </a:xfrm>
            <a:custGeom>
              <a:avLst/>
              <a:gdLst/>
              <a:ahLst/>
              <a:cxnLst/>
              <a:rect l="l" t="t" r="r" b="b"/>
              <a:pathLst>
                <a:path w="500888" h="500888">
                  <a:moveTo>
                    <a:pt x="0" y="250444"/>
                  </a:moveTo>
                  <a:lnTo>
                    <a:pt x="250444" y="0"/>
                  </a:lnTo>
                  <a:lnTo>
                    <a:pt x="500888" y="250444"/>
                  </a:lnTo>
                  <a:lnTo>
                    <a:pt x="250444" y="500888"/>
                  </a:lnTo>
                  <a:close/>
                </a:path>
              </a:pathLst>
            </a:custGeom>
            <a:solidFill>
              <a:srgbClr val="E5484D"/>
            </a:solidFill>
            <a:ln w="19050" cap="sq">
              <a:solidFill>
                <a:srgbClr val="E5484D"/>
              </a:solidFill>
              <a:prstDash val="solid"/>
              <a:miter/>
            </a:ln>
          </p:spPr>
          <p:txBody>
            <a:bodyPr/>
            <a:lstStyle/>
            <a:p>
              <a:endParaRPr/>
            </a:p>
          </p:txBody>
        </p:sp>
      </p:grpSp>
      <p:sp>
        <p:nvSpPr>
          <p:cNvPr id="73" name="TextBox 73"/>
          <p:cNvSpPr txBox="1"/>
          <p:nvPr/>
        </p:nvSpPr>
        <p:spPr>
          <a:xfrm>
            <a:off x="6384798" y="8915400"/>
            <a:ext cx="1920240" cy="209550"/>
          </a:xfrm>
          <a:prstGeom prst="rect">
            <a:avLst/>
          </a:prstGeom>
        </p:spPr>
        <p:txBody>
          <a:bodyPr lIns="0" tIns="0" rIns="0" bIns="0" rtlCol="0" anchor="t">
            <a:spAutoFit/>
          </a:bodyPr>
          <a:lstStyle/>
          <a:p>
            <a:pPr algn="ctr">
              <a:lnSpc>
                <a:spcPts val="1709"/>
              </a:lnSpc>
            </a:pPr>
            <a:r>
              <a:rPr lang="en-US" sz="1425" b="1" spc="5">
                <a:solidFill>
                  <a:srgbClr val="E5484D"/>
                </a:solidFill>
                <a:latin typeface="Noto Sans Kr Bold"/>
                <a:ea typeface="Noto Sans Kr Bold"/>
                <a:cs typeface="Noto Sans Kr Bold"/>
                <a:sym typeface="Noto Sans Kr Bold"/>
              </a:rPr>
              <a:t>기술 검증 통합</a:t>
            </a:r>
          </a:p>
        </p:txBody>
      </p:sp>
      <p:grpSp>
        <p:nvGrpSpPr>
          <p:cNvPr id="74" name="Group 74"/>
          <p:cNvGrpSpPr/>
          <p:nvPr/>
        </p:nvGrpSpPr>
        <p:grpSpPr>
          <a:xfrm>
            <a:off x="11381613" y="8494395"/>
            <a:ext cx="375666" cy="375666"/>
            <a:chOff x="0" y="0"/>
            <a:chExt cx="500888" cy="500888"/>
          </a:xfrm>
        </p:grpSpPr>
        <p:sp>
          <p:nvSpPr>
            <p:cNvPr id="75" name="Freeform 75"/>
            <p:cNvSpPr/>
            <p:nvPr/>
          </p:nvSpPr>
          <p:spPr>
            <a:xfrm>
              <a:off x="0" y="0"/>
              <a:ext cx="500888" cy="500888"/>
            </a:xfrm>
            <a:custGeom>
              <a:avLst/>
              <a:gdLst/>
              <a:ahLst/>
              <a:cxnLst/>
              <a:rect l="l" t="t" r="r" b="b"/>
              <a:pathLst>
                <a:path w="500888" h="500888">
                  <a:moveTo>
                    <a:pt x="0" y="250444"/>
                  </a:moveTo>
                  <a:lnTo>
                    <a:pt x="250444" y="0"/>
                  </a:lnTo>
                  <a:lnTo>
                    <a:pt x="500888" y="250444"/>
                  </a:lnTo>
                  <a:lnTo>
                    <a:pt x="250444" y="500888"/>
                  </a:lnTo>
                  <a:close/>
                </a:path>
              </a:pathLst>
            </a:custGeom>
            <a:solidFill>
              <a:srgbClr val="E5484D"/>
            </a:solidFill>
            <a:ln w="19050" cap="sq">
              <a:solidFill>
                <a:srgbClr val="E5484D"/>
              </a:solidFill>
              <a:prstDash val="solid"/>
              <a:miter/>
            </a:ln>
          </p:spPr>
          <p:txBody>
            <a:bodyPr/>
            <a:lstStyle/>
            <a:p>
              <a:endParaRPr/>
            </a:p>
          </p:txBody>
        </p:sp>
      </p:grpSp>
      <p:sp>
        <p:nvSpPr>
          <p:cNvPr id="76" name="TextBox 76"/>
          <p:cNvSpPr txBox="1"/>
          <p:nvPr/>
        </p:nvSpPr>
        <p:spPr>
          <a:xfrm>
            <a:off x="10929366" y="8915400"/>
            <a:ext cx="1280160" cy="419100"/>
          </a:xfrm>
          <a:prstGeom prst="rect">
            <a:avLst/>
          </a:prstGeom>
        </p:spPr>
        <p:txBody>
          <a:bodyPr lIns="0" tIns="0" rIns="0" bIns="0" rtlCol="0" anchor="t">
            <a:spAutoFit/>
          </a:bodyPr>
          <a:lstStyle/>
          <a:p>
            <a:pPr algn="ctr">
              <a:lnSpc>
                <a:spcPts val="1709"/>
              </a:lnSpc>
            </a:pPr>
            <a:r>
              <a:rPr lang="en-US" sz="1425" b="1" spc="5">
                <a:solidFill>
                  <a:srgbClr val="E5484D"/>
                </a:solidFill>
                <a:latin typeface="Noto Sans Kr Bold"/>
                <a:ea typeface="Noto Sans Kr Bold"/>
                <a:cs typeface="Noto Sans Kr Bold"/>
                <a:sym typeface="Noto Sans Kr Bold"/>
              </a:rPr>
              <a:t>MUST 완료</a:t>
            </a:r>
          </a:p>
          <a:p>
            <a:pPr algn="ctr">
              <a:lnSpc>
                <a:spcPts val="1709"/>
              </a:lnSpc>
            </a:pPr>
            <a:r>
              <a:rPr lang="en-US" sz="1425" b="1" spc="5">
                <a:solidFill>
                  <a:srgbClr val="E5484D"/>
                </a:solidFill>
                <a:latin typeface="Noto Sans Kr Bold"/>
                <a:ea typeface="Noto Sans Kr Bold"/>
                <a:cs typeface="Noto Sans Kr Bold"/>
                <a:sym typeface="Noto Sans Kr Bold"/>
              </a:rPr>
              <a:t>기능 동결</a:t>
            </a:r>
          </a:p>
        </p:txBody>
      </p:sp>
      <p:grpSp>
        <p:nvGrpSpPr>
          <p:cNvPr id="77" name="Group 77"/>
          <p:cNvGrpSpPr/>
          <p:nvPr/>
        </p:nvGrpSpPr>
        <p:grpSpPr>
          <a:xfrm>
            <a:off x="12437745" y="8494395"/>
            <a:ext cx="375666" cy="375666"/>
            <a:chOff x="0" y="0"/>
            <a:chExt cx="500888" cy="500888"/>
          </a:xfrm>
        </p:grpSpPr>
        <p:sp>
          <p:nvSpPr>
            <p:cNvPr id="78" name="Freeform 78"/>
            <p:cNvSpPr/>
            <p:nvPr/>
          </p:nvSpPr>
          <p:spPr>
            <a:xfrm>
              <a:off x="0" y="0"/>
              <a:ext cx="500888" cy="500888"/>
            </a:xfrm>
            <a:custGeom>
              <a:avLst/>
              <a:gdLst/>
              <a:ahLst/>
              <a:cxnLst/>
              <a:rect l="l" t="t" r="r" b="b"/>
              <a:pathLst>
                <a:path w="500888" h="500888">
                  <a:moveTo>
                    <a:pt x="0" y="250444"/>
                  </a:moveTo>
                  <a:lnTo>
                    <a:pt x="250444" y="0"/>
                  </a:lnTo>
                  <a:lnTo>
                    <a:pt x="500888" y="250444"/>
                  </a:lnTo>
                  <a:lnTo>
                    <a:pt x="250444" y="500888"/>
                  </a:lnTo>
                  <a:close/>
                </a:path>
              </a:pathLst>
            </a:custGeom>
            <a:solidFill>
              <a:srgbClr val="E5484D"/>
            </a:solidFill>
            <a:ln w="19050" cap="sq">
              <a:solidFill>
                <a:srgbClr val="E5484D"/>
              </a:solidFill>
              <a:prstDash val="solid"/>
              <a:miter/>
            </a:ln>
          </p:spPr>
          <p:txBody>
            <a:bodyPr/>
            <a:lstStyle/>
            <a:p>
              <a:endParaRPr/>
            </a:p>
          </p:txBody>
        </p:sp>
      </p:grpSp>
      <p:sp>
        <p:nvSpPr>
          <p:cNvPr id="79" name="TextBox 79"/>
          <p:cNvSpPr txBox="1"/>
          <p:nvPr/>
        </p:nvSpPr>
        <p:spPr>
          <a:xfrm>
            <a:off x="12076938" y="8915400"/>
            <a:ext cx="1097280" cy="419100"/>
          </a:xfrm>
          <a:prstGeom prst="rect">
            <a:avLst/>
          </a:prstGeom>
        </p:spPr>
        <p:txBody>
          <a:bodyPr lIns="0" tIns="0" rIns="0" bIns="0" rtlCol="0" anchor="t">
            <a:spAutoFit/>
          </a:bodyPr>
          <a:lstStyle/>
          <a:p>
            <a:pPr algn="ctr">
              <a:lnSpc>
                <a:spcPts val="1709"/>
              </a:lnSpc>
            </a:pPr>
            <a:r>
              <a:rPr lang="en-US" sz="1425" b="1" spc="5">
                <a:solidFill>
                  <a:srgbClr val="E5484D"/>
                </a:solidFill>
                <a:latin typeface="Noto Sans Kr Bold"/>
                <a:ea typeface="Noto Sans Kr Bold"/>
                <a:cs typeface="Noto Sans Kr Bold"/>
                <a:sym typeface="Noto Sans Kr Bold"/>
              </a:rPr>
              <a:t>배포</a:t>
            </a:r>
          </a:p>
          <a:p>
            <a:pPr algn="ctr">
              <a:lnSpc>
                <a:spcPts val="1709"/>
              </a:lnSpc>
            </a:pPr>
            <a:r>
              <a:rPr lang="en-US" sz="1425" b="1" spc="5">
                <a:solidFill>
                  <a:srgbClr val="E5484D"/>
                </a:solidFill>
                <a:latin typeface="Noto Sans Kr Bold"/>
                <a:ea typeface="Noto Sans Kr Bold"/>
                <a:cs typeface="Noto Sans Kr Bold"/>
                <a:sym typeface="Noto Sans Kr Bold"/>
              </a:rPr>
              <a:t>파일럿</a:t>
            </a:r>
          </a:p>
        </p:txBody>
      </p:sp>
      <p:grpSp>
        <p:nvGrpSpPr>
          <p:cNvPr id="80" name="Group 80"/>
          <p:cNvGrpSpPr/>
          <p:nvPr/>
        </p:nvGrpSpPr>
        <p:grpSpPr>
          <a:xfrm>
            <a:off x="14550009" y="8494395"/>
            <a:ext cx="375666" cy="375666"/>
            <a:chOff x="0" y="0"/>
            <a:chExt cx="500888" cy="500888"/>
          </a:xfrm>
        </p:grpSpPr>
        <p:sp>
          <p:nvSpPr>
            <p:cNvPr id="81" name="Freeform 81"/>
            <p:cNvSpPr/>
            <p:nvPr/>
          </p:nvSpPr>
          <p:spPr>
            <a:xfrm>
              <a:off x="0" y="0"/>
              <a:ext cx="500888" cy="500888"/>
            </a:xfrm>
            <a:custGeom>
              <a:avLst/>
              <a:gdLst/>
              <a:ahLst/>
              <a:cxnLst/>
              <a:rect l="l" t="t" r="r" b="b"/>
              <a:pathLst>
                <a:path w="500888" h="500888">
                  <a:moveTo>
                    <a:pt x="0" y="250444"/>
                  </a:moveTo>
                  <a:lnTo>
                    <a:pt x="250444" y="0"/>
                  </a:lnTo>
                  <a:lnTo>
                    <a:pt x="500888" y="250444"/>
                  </a:lnTo>
                  <a:lnTo>
                    <a:pt x="250444" y="500888"/>
                  </a:lnTo>
                  <a:close/>
                </a:path>
              </a:pathLst>
            </a:custGeom>
            <a:solidFill>
              <a:srgbClr val="E5484D"/>
            </a:solidFill>
            <a:ln w="19050" cap="sq">
              <a:solidFill>
                <a:srgbClr val="E5484D"/>
              </a:solidFill>
              <a:prstDash val="solid"/>
              <a:miter/>
            </a:ln>
          </p:spPr>
          <p:txBody>
            <a:bodyPr/>
            <a:lstStyle/>
            <a:p>
              <a:endParaRPr/>
            </a:p>
          </p:txBody>
        </p:sp>
      </p:grpSp>
      <p:sp>
        <p:nvSpPr>
          <p:cNvPr id="82" name="TextBox 82"/>
          <p:cNvSpPr txBox="1"/>
          <p:nvPr/>
        </p:nvSpPr>
        <p:spPr>
          <a:xfrm>
            <a:off x="14189202" y="8915400"/>
            <a:ext cx="1097280" cy="419100"/>
          </a:xfrm>
          <a:prstGeom prst="rect">
            <a:avLst/>
          </a:prstGeom>
        </p:spPr>
        <p:txBody>
          <a:bodyPr lIns="0" tIns="0" rIns="0" bIns="0" rtlCol="0" anchor="t">
            <a:spAutoFit/>
          </a:bodyPr>
          <a:lstStyle/>
          <a:p>
            <a:pPr algn="ctr">
              <a:lnSpc>
                <a:spcPts val="1709"/>
              </a:lnSpc>
            </a:pPr>
            <a:r>
              <a:rPr lang="en-US" sz="1425" b="1" spc="5">
                <a:solidFill>
                  <a:srgbClr val="E5484D"/>
                </a:solidFill>
                <a:latin typeface="Noto Sans Kr Bold"/>
                <a:ea typeface="Noto Sans Kr Bold"/>
                <a:cs typeface="Noto Sans Kr Bold"/>
                <a:sym typeface="Noto Sans Kr Bold"/>
              </a:rPr>
              <a:t>사용자</a:t>
            </a:r>
          </a:p>
          <a:p>
            <a:pPr algn="ctr">
              <a:lnSpc>
                <a:spcPts val="1709"/>
              </a:lnSpc>
            </a:pPr>
            <a:r>
              <a:rPr lang="en-US" sz="1425" b="1" spc="5">
                <a:solidFill>
                  <a:srgbClr val="E5484D"/>
                </a:solidFill>
                <a:latin typeface="Noto Sans Kr Bold"/>
                <a:ea typeface="Noto Sans Kr Bold"/>
                <a:cs typeface="Noto Sans Kr Bold"/>
                <a:sym typeface="Noto Sans Kr Bold"/>
              </a:rPr>
              <a:t>실험</a:t>
            </a:r>
          </a:p>
        </p:txBody>
      </p:sp>
      <p:grpSp>
        <p:nvGrpSpPr>
          <p:cNvPr id="83" name="Group 83"/>
          <p:cNvGrpSpPr/>
          <p:nvPr/>
        </p:nvGrpSpPr>
        <p:grpSpPr>
          <a:xfrm>
            <a:off x="16662273" y="8494395"/>
            <a:ext cx="375666" cy="375666"/>
            <a:chOff x="0" y="0"/>
            <a:chExt cx="500888" cy="500888"/>
          </a:xfrm>
        </p:grpSpPr>
        <p:sp>
          <p:nvSpPr>
            <p:cNvPr id="84" name="Freeform 84"/>
            <p:cNvSpPr/>
            <p:nvPr/>
          </p:nvSpPr>
          <p:spPr>
            <a:xfrm>
              <a:off x="0" y="0"/>
              <a:ext cx="500888" cy="500888"/>
            </a:xfrm>
            <a:custGeom>
              <a:avLst/>
              <a:gdLst/>
              <a:ahLst/>
              <a:cxnLst/>
              <a:rect l="l" t="t" r="r" b="b"/>
              <a:pathLst>
                <a:path w="500888" h="500888">
                  <a:moveTo>
                    <a:pt x="0" y="250444"/>
                  </a:moveTo>
                  <a:lnTo>
                    <a:pt x="250444" y="0"/>
                  </a:lnTo>
                  <a:lnTo>
                    <a:pt x="500888" y="250444"/>
                  </a:lnTo>
                  <a:lnTo>
                    <a:pt x="250444" y="500888"/>
                  </a:lnTo>
                  <a:close/>
                </a:path>
              </a:pathLst>
            </a:custGeom>
            <a:solidFill>
              <a:srgbClr val="E5484D"/>
            </a:solidFill>
            <a:ln w="19050" cap="sq">
              <a:solidFill>
                <a:srgbClr val="E5484D"/>
              </a:solidFill>
              <a:prstDash val="solid"/>
              <a:miter/>
            </a:ln>
          </p:spPr>
          <p:txBody>
            <a:bodyPr/>
            <a:lstStyle/>
            <a:p>
              <a:endParaRPr/>
            </a:p>
          </p:txBody>
        </p:sp>
      </p:grpSp>
      <p:sp>
        <p:nvSpPr>
          <p:cNvPr id="85" name="TextBox 85"/>
          <p:cNvSpPr txBox="1"/>
          <p:nvPr/>
        </p:nvSpPr>
        <p:spPr>
          <a:xfrm>
            <a:off x="15889986" y="8915400"/>
            <a:ext cx="1920240" cy="209550"/>
          </a:xfrm>
          <a:prstGeom prst="rect">
            <a:avLst/>
          </a:prstGeom>
        </p:spPr>
        <p:txBody>
          <a:bodyPr lIns="0" tIns="0" rIns="0" bIns="0" rtlCol="0" anchor="t">
            <a:spAutoFit/>
          </a:bodyPr>
          <a:lstStyle/>
          <a:p>
            <a:pPr algn="ctr">
              <a:lnSpc>
                <a:spcPts val="1709"/>
              </a:lnSpc>
            </a:pPr>
            <a:r>
              <a:rPr lang="en-US" sz="1425" b="1" spc="5">
                <a:solidFill>
                  <a:srgbClr val="E5484D"/>
                </a:solidFill>
                <a:latin typeface="Noto Sans Kr Bold"/>
                <a:ea typeface="Noto Sans Kr Bold"/>
                <a:cs typeface="Noto Sans Kr Bold"/>
                <a:sym typeface="Noto Sans Kr Bold"/>
              </a:rPr>
              <a:t>최종 발표</a:t>
            </a:r>
          </a:p>
        </p:txBody>
      </p:sp>
      <p:sp>
        <p:nvSpPr>
          <p:cNvPr id="86" name="TextBox 86"/>
          <p:cNvSpPr txBox="1"/>
          <p:nvPr/>
        </p:nvSpPr>
        <p:spPr>
          <a:xfrm>
            <a:off x="960120" y="8513445"/>
            <a:ext cx="2743200" cy="228600"/>
          </a:xfrm>
          <a:prstGeom prst="rect">
            <a:avLst/>
          </a:prstGeom>
        </p:spPr>
        <p:txBody>
          <a:bodyPr lIns="0" tIns="0" rIns="0" bIns="0" rtlCol="0" anchor="t">
            <a:spAutoFit/>
          </a:bodyPr>
          <a:lstStyle/>
          <a:p>
            <a:pPr algn="l">
              <a:lnSpc>
                <a:spcPts val="1889"/>
              </a:lnSpc>
            </a:pPr>
            <a:r>
              <a:rPr lang="en-US" sz="1575" b="1" spc="6">
                <a:solidFill>
                  <a:srgbClr val="E5484D"/>
                </a:solidFill>
                <a:latin typeface="Noto Sans Kr Bold"/>
                <a:ea typeface="Noto Sans Kr Bold"/>
                <a:cs typeface="Noto Sans Kr Bold"/>
                <a:sym typeface="Noto Sans Kr Bold"/>
              </a:rPr>
              <a:t>Milestone</a:t>
            </a:r>
          </a:p>
        </p:txBody>
      </p:sp>
      <p:grpSp>
        <p:nvGrpSpPr>
          <p:cNvPr id="87" name="Group 87"/>
          <p:cNvGrpSpPr/>
          <p:nvPr/>
        </p:nvGrpSpPr>
        <p:grpSpPr>
          <a:xfrm>
            <a:off x="813435" y="2212467"/>
            <a:ext cx="320802" cy="265938"/>
            <a:chOff x="0" y="0"/>
            <a:chExt cx="427736" cy="354584"/>
          </a:xfrm>
        </p:grpSpPr>
        <p:sp>
          <p:nvSpPr>
            <p:cNvPr id="88" name="Freeform 88"/>
            <p:cNvSpPr/>
            <p:nvPr/>
          </p:nvSpPr>
          <p:spPr>
            <a:xfrm>
              <a:off x="0" y="0"/>
              <a:ext cx="427736" cy="354584"/>
            </a:xfrm>
            <a:custGeom>
              <a:avLst/>
              <a:gdLst/>
              <a:ahLst/>
              <a:cxnLst/>
              <a:rect l="l" t="t" r="r" b="b"/>
              <a:pathLst>
                <a:path w="427736" h="354584">
                  <a:moveTo>
                    <a:pt x="0" y="0"/>
                  </a:moveTo>
                  <a:lnTo>
                    <a:pt x="427736" y="0"/>
                  </a:lnTo>
                  <a:lnTo>
                    <a:pt x="427736" y="354584"/>
                  </a:lnTo>
                  <a:lnTo>
                    <a:pt x="0" y="354584"/>
                  </a:lnTo>
                  <a:close/>
                </a:path>
              </a:pathLst>
            </a:custGeom>
            <a:solidFill>
              <a:srgbClr val="3C55CB"/>
            </a:solidFill>
            <a:ln w="19050" cap="sq">
              <a:solidFill>
                <a:srgbClr val="3C55CB"/>
              </a:solidFill>
              <a:prstDash val="solid"/>
              <a:miter/>
            </a:ln>
          </p:spPr>
          <p:txBody>
            <a:bodyPr/>
            <a:lstStyle/>
            <a:p>
              <a:endParaRPr/>
            </a:p>
          </p:txBody>
        </p:sp>
      </p:grpSp>
      <p:grpSp>
        <p:nvGrpSpPr>
          <p:cNvPr id="89" name="Group 89"/>
          <p:cNvGrpSpPr/>
          <p:nvPr/>
        </p:nvGrpSpPr>
        <p:grpSpPr>
          <a:xfrm>
            <a:off x="1224915" y="2053971"/>
            <a:ext cx="1783080" cy="582930"/>
            <a:chOff x="0" y="0"/>
            <a:chExt cx="2377440" cy="777240"/>
          </a:xfrm>
        </p:grpSpPr>
        <p:sp>
          <p:nvSpPr>
            <p:cNvPr id="90" name="Freeform 90"/>
            <p:cNvSpPr/>
            <p:nvPr/>
          </p:nvSpPr>
          <p:spPr>
            <a:xfrm>
              <a:off x="0" y="0"/>
              <a:ext cx="2377440" cy="777240"/>
            </a:xfrm>
            <a:custGeom>
              <a:avLst/>
              <a:gdLst/>
              <a:ahLst/>
              <a:cxnLst/>
              <a:rect l="l" t="t" r="r" b="b"/>
              <a:pathLst>
                <a:path w="2377440" h="777240">
                  <a:moveTo>
                    <a:pt x="0" y="0"/>
                  </a:moveTo>
                  <a:lnTo>
                    <a:pt x="2377440" y="0"/>
                  </a:lnTo>
                  <a:lnTo>
                    <a:pt x="2377440" y="777240"/>
                  </a:lnTo>
                  <a:lnTo>
                    <a:pt x="0" y="777240"/>
                  </a:lnTo>
                  <a:close/>
                </a:path>
              </a:pathLst>
            </a:custGeom>
            <a:blipFill>
              <a:blip r:embed="rId3">
                <a:alphaModFix amt="0"/>
              </a:blip>
              <a:stretch>
                <a:fillRect t="-29013" b="9810"/>
              </a:stretch>
            </a:blipFill>
          </p:spPr>
          <p:txBody>
            <a:bodyPr/>
            <a:lstStyle/>
            <a:p>
              <a:endParaRPr/>
            </a:p>
          </p:txBody>
        </p:sp>
        <p:sp>
          <p:nvSpPr>
            <p:cNvPr id="91" name="TextBox 91"/>
            <p:cNvSpPr txBox="1"/>
            <p:nvPr/>
          </p:nvSpPr>
          <p:spPr>
            <a:xfrm>
              <a:off x="0" y="0"/>
              <a:ext cx="2377440" cy="777240"/>
            </a:xfrm>
            <a:prstGeom prst="rect">
              <a:avLst/>
            </a:prstGeom>
          </p:spPr>
          <p:txBody>
            <a:bodyPr lIns="0" tIns="0" rIns="0" bIns="0" rtlCol="0" anchor="ctr"/>
            <a:lstStyle/>
            <a:p>
              <a:pPr algn="l">
                <a:lnSpc>
                  <a:spcPts val="1800"/>
                </a:lnSpc>
              </a:pPr>
              <a:r>
                <a:rPr lang="en-US" sz="1500" spc="5">
                  <a:solidFill>
                    <a:srgbClr val="7F7F7F"/>
                  </a:solidFill>
                  <a:latin typeface="Noto Sans Kr"/>
                  <a:ea typeface="Noto Sans Kr"/>
                  <a:cs typeface="Noto Sans Kr"/>
                  <a:sym typeface="Noto Sans Kr"/>
                </a:rPr>
                <a:t>MUST</a:t>
              </a:r>
            </a:p>
          </p:txBody>
        </p:sp>
      </p:grpSp>
      <p:grpSp>
        <p:nvGrpSpPr>
          <p:cNvPr id="92" name="Group 92"/>
          <p:cNvGrpSpPr/>
          <p:nvPr/>
        </p:nvGrpSpPr>
        <p:grpSpPr>
          <a:xfrm>
            <a:off x="2059305" y="2212467"/>
            <a:ext cx="320802" cy="265938"/>
            <a:chOff x="0" y="0"/>
            <a:chExt cx="427736" cy="354584"/>
          </a:xfrm>
        </p:grpSpPr>
        <p:sp>
          <p:nvSpPr>
            <p:cNvPr id="93" name="Freeform 93"/>
            <p:cNvSpPr/>
            <p:nvPr/>
          </p:nvSpPr>
          <p:spPr>
            <a:xfrm>
              <a:off x="0" y="0"/>
              <a:ext cx="427736" cy="354584"/>
            </a:xfrm>
            <a:custGeom>
              <a:avLst/>
              <a:gdLst/>
              <a:ahLst/>
              <a:cxnLst/>
              <a:rect l="l" t="t" r="r" b="b"/>
              <a:pathLst>
                <a:path w="427736" h="354584">
                  <a:moveTo>
                    <a:pt x="0" y="0"/>
                  </a:moveTo>
                  <a:lnTo>
                    <a:pt x="427736" y="0"/>
                  </a:lnTo>
                  <a:lnTo>
                    <a:pt x="427736" y="354584"/>
                  </a:lnTo>
                  <a:lnTo>
                    <a:pt x="0" y="354584"/>
                  </a:lnTo>
                  <a:close/>
                </a:path>
              </a:pathLst>
            </a:custGeom>
            <a:solidFill>
              <a:srgbClr val="C3CCF4"/>
            </a:solidFill>
            <a:ln w="19050" cap="sq">
              <a:solidFill>
                <a:srgbClr val="B7C2F1"/>
              </a:solidFill>
              <a:prstDash val="solid"/>
              <a:miter/>
            </a:ln>
          </p:spPr>
          <p:txBody>
            <a:bodyPr/>
            <a:lstStyle/>
            <a:p>
              <a:endParaRPr/>
            </a:p>
          </p:txBody>
        </p:sp>
      </p:grpSp>
      <p:grpSp>
        <p:nvGrpSpPr>
          <p:cNvPr id="94" name="Group 94"/>
          <p:cNvGrpSpPr/>
          <p:nvPr/>
        </p:nvGrpSpPr>
        <p:grpSpPr>
          <a:xfrm>
            <a:off x="2470785" y="2053971"/>
            <a:ext cx="1783080" cy="582930"/>
            <a:chOff x="0" y="0"/>
            <a:chExt cx="2377440" cy="777240"/>
          </a:xfrm>
        </p:grpSpPr>
        <p:sp>
          <p:nvSpPr>
            <p:cNvPr id="95" name="Freeform 95"/>
            <p:cNvSpPr/>
            <p:nvPr/>
          </p:nvSpPr>
          <p:spPr>
            <a:xfrm>
              <a:off x="0" y="0"/>
              <a:ext cx="2377440" cy="777240"/>
            </a:xfrm>
            <a:custGeom>
              <a:avLst/>
              <a:gdLst/>
              <a:ahLst/>
              <a:cxnLst/>
              <a:rect l="l" t="t" r="r" b="b"/>
              <a:pathLst>
                <a:path w="2377440" h="777240">
                  <a:moveTo>
                    <a:pt x="0" y="0"/>
                  </a:moveTo>
                  <a:lnTo>
                    <a:pt x="2377440" y="0"/>
                  </a:lnTo>
                  <a:lnTo>
                    <a:pt x="2377440" y="777240"/>
                  </a:lnTo>
                  <a:lnTo>
                    <a:pt x="0" y="777240"/>
                  </a:lnTo>
                  <a:close/>
                </a:path>
              </a:pathLst>
            </a:custGeom>
            <a:blipFill>
              <a:blip r:embed="rId3">
                <a:alphaModFix amt="0"/>
              </a:blip>
              <a:stretch>
                <a:fillRect t="-29013" b="9810"/>
              </a:stretch>
            </a:blipFill>
          </p:spPr>
          <p:txBody>
            <a:bodyPr/>
            <a:lstStyle/>
            <a:p>
              <a:endParaRPr/>
            </a:p>
          </p:txBody>
        </p:sp>
        <p:sp>
          <p:nvSpPr>
            <p:cNvPr id="96" name="TextBox 96"/>
            <p:cNvSpPr txBox="1"/>
            <p:nvPr/>
          </p:nvSpPr>
          <p:spPr>
            <a:xfrm>
              <a:off x="0" y="0"/>
              <a:ext cx="2377440" cy="777240"/>
            </a:xfrm>
            <a:prstGeom prst="rect">
              <a:avLst/>
            </a:prstGeom>
          </p:spPr>
          <p:txBody>
            <a:bodyPr lIns="0" tIns="0" rIns="0" bIns="0" rtlCol="0" anchor="ctr"/>
            <a:lstStyle/>
            <a:p>
              <a:pPr algn="l">
                <a:lnSpc>
                  <a:spcPts val="1800"/>
                </a:lnSpc>
              </a:pPr>
              <a:r>
                <a:rPr lang="en-US" sz="1500" spc="5">
                  <a:solidFill>
                    <a:srgbClr val="7F7F7F"/>
                  </a:solidFill>
                  <a:latin typeface="Noto Sans Kr"/>
                  <a:ea typeface="Noto Sans Kr"/>
                  <a:cs typeface="Noto Sans Kr"/>
                  <a:sym typeface="Noto Sans Kr"/>
                </a:rPr>
                <a:t>권장</a:t>
              </a:r>
            </a:p>
          </p:txBody>
        </p:sp>
      </p:grpSp>
      <p:grpSp>
        <p:nvGrpSpPr>
          <p:cNvPr id="97" name="Group 97"/>
          <p:cNvGrpSpPr/>
          <p:nvPr/>
        </p:nvGrpSpPr>
        <p:grpSpPr>
          <a:xfrm>
            <a:off x="3200400" y="2212467"/>
            <a:ext cx="320802" cy="265938"/>
            <a:chOff x="0" y="0"/>
            <a:chExt cx="427736" cy="354584"/>
          </a:xfrm>
        </p:grpSpPr>
        <p:sp>
          <p:nvSpPr>
            <p:cNvPr id="98" name="Freeform 98"/>
            <p:cNvSpPr/>
            <p:nvPr/>
          </p:nvSpPr>
          <p:spPr>
            <a:xfrm>
              <a:off x="0" y="0"/>
              <a:ext cx="427736" cy="354584"/>
            </a:xfrm>
            <a:custGeom>
              <a:avLst/>
              <a:gdLst/>
              <a:ahLst/>
              <a:cxnLst/>
              <a:rect l="l" t="t" r="r" b="b"/>
              <a:pathLst>
                <a:path w="427736" h="354584">
                  <a:moveTo>
                    <a:pt x="0" y="0"/>
                  </a:moveTo>
                  <a:lnTo>
                    <a:pt x="427736" y="0"/>
                  </a:lnTo>
                  <a:lnTo>
                    <a:pt x="427736" y="354584"/>
                  </a:lnTo>
                  <a:lnTo>
                    <a:pt x="0" y="354584"/>
                  </a:lnTo>
                  <a:close/>
                </a:path>
              </a:pathLst>
            </a:custGeom>
            <a:solidFill>
              <a:srgbClr val="8A9AE3"/>
            </a:solidFill>
            <a:ln w="19050" cap="sq">
              <a:solidFill>
                <a:srgbClr val="8A9AE3"/>
              </a:solidFill>
              <a:prstDash val="solid"/>
              <a:miter/>
            </a:ln>
          </p:spPr>
          <p:txBody>
            <a:bodyPr/>
            <a:lstStyle/>
            <a:p>
              <a:endParaRPr/>
            </a:p>
          </p:txBody>
        </p:sp>
      </p:grpSp>
      <p:grpSp>
        <p:nvGrpSpPr>
          <p:cNvPr id="99" name="Group 99"/>
          <p:cNvGrpSpPr/>
          <p:nvPr/>
        </p:nvGrpSpPr>
        <p:grpSpPr>
          <a:xfrm>
            <a:off x="3657600" y="2053971"/>
            <a:ext cx="2452878" cy="582930"/>
            <a:chOff x="-893064" y="0"/>
            <a:chExt cx="3270504" cy="777240"/>
          </a:xfrm>
        </p:grpSpPr>
        <p:sp>
          <p:nvSpPr>
            <p:cNvPr id="100" name="Freeform 100"/>
            <p:cNvSpPr/>
            <p:nvPr/>
          </p:nvSpPr>
          <p:spPr>
            <a:xfrm>
              <a:off x="0" y="0"/>
              <a:ext cx="2377440" cy="777240"/>
            </a:xfrm>
            <a:custGeom>
              <a:avLst/>
              <a:gdLst/>
              <a:ahLst/>
              <a:cxnLst/>
              <a:rect l="l" t="t" r="r" b="b"/>
              <a:pathLst>
                <a:path w="2377440" h="777240">
                  <a:moveTo>
                    <a:pt x="0" y="0"/>
                  </a:moveTo>
                  <a:lnTo>
                    <a:pt x="2377440" y="0"/>
                  </a:lnTo>
                  <a:lnTo>
                    <a:pt x="2377440" y="777240"/>
                  </a:lnTo>
                  <a:lnTo>
                    <a:pt x="0" y="777240"/>
                  </a:lnTo>
                  <a:close/>
                </a:path>
              </a:pathLst>
            </a:custGeom>
            <a:blipFill>
              <a:blip r:embed="rId3">
                <a:alphaModFix amt="0"/>
              </a:blip>
              <a:stretch>
                <a:fillRect t="-29013" b="9810"/>
              </a:stretch>
            </a:blipFill>
          </p:spPr>
          <p:txBody>
            <a:bodyPr/>
            <a:lstStyle/>
            <a:p>
              <a:endParaRPr/>
            </a:p>
          </p:txBody>
        </p:sp>
        <p:sp>
          <p:nvSpPr>
            <p:cNvPr id="101" name="TextBox 101"/>
            <p:cNvSpPr txBox="1"/>
            <p:nvPr/>
          </p:nvSpPr>
          <p:spPr>
            <a:xfrm>
              <a:off x="-893064" y="0"/>
              <a:ext cx="2377440" cy="777240"/>
            </a:xfrm>
            <a:prstGeom prst="rect">
              <a:avLst/>
            </a:prstGeom>
          </p:spPr>
          <p:txBody>
            <a:bodyPr lIns="0" tIns="0" rIns="0" bIns="0" rtlCol="0" anchor="ctr"/>
            <a:lstStyle/>
            <a:p>
              <a:pPr algn="l">
                <a:lnSpc>
                  <a:spcPts val="1800"/>
                </a:lnSpc>
              </a:pPr>
              <a:r>
                <a:rPr lang="en-US" sz="1500" spc="5" dirty="0" err="1">
                  <a:solidFill>
                    <a:srgbClr val="7F7F7F"/>
                  </a:solidFill>
                  <a:latin typeface="Noto Sans Kr"/>
                  <a:ea typeface="Noto Sans Kr"/>
                  <a:cs typeface="Noto Sans Kr"/>
                  <a:sym typeface="Noto Sans Kr"/>
                </a:rPr>
                <a:t>통합</a:t>
              </a:r>
              <a:r>
                <a:rPr lang="en-US" sz="1500" spc="5" dirty="0">
                  <a:solidFill>
                    <a:srgbClr val="7F7F7F"/>
                  </a:solidFill>
                  <a:latin typeface="Noto Sans Kr"/>
                  <a:ea typeface="Noto Sans Kr"/>
                  <a:cs typeface="Noto Sans Kr"/>
                  <a:sym typeface="Noto Sans Kr"/>
                </a:rPr>
                <a:t> · </a:t>
              </a:r>
              <a:r>
                <a:rPr lang="en-US" sz="1500" spc="5" dirty="0" err="1">
                  <a:solidFill>
                    <a:srgbClr val="7F7F7F"/>
                  </a:solidFill>
                  <a:latin typeface="Noto Sans Kr"/>
                  <a:ea typeface="Noto Sans Kr"/>
                  <a:cs typeface="Noto Sans Kr"/>
                  <a:sym typeface="Noto Sans Kr"/>
                </a:rPr>
                <a:t>평가</a:t>
              </a:r>
              <a:endParaRPr lang="en-US" sz="1500" spc="5" dirty="0">
                <a:solidFill>
                  <a:srgbClr val="7F7F7F"/>
                </a:solidFill>
                <a:latin typeface="Noto Sans Kr"/>
                <a:ea typeface="Noto Sans Kr"/>
                <a:cs typeface="Noto Sans Kr"/>
                <a:sym typeface="Noto Sans Kr"/>
              </a:endParaRPr>
            </a:p>
          </p:txBody>
        </p:sp>
      </p:grpSp>
      <p:grpSp>
        <p:nvGrpSpPr>
          <p:cNvPr id="102" name="Group 102"/>
          <p:cNvGrpSpPr/>
          <p:nvPr/>
        </p:nvGrpSpPr>
        <p:grpSpPr>
          <a:xfrm>
            <a:off x="4876800" y="2212467"/>
            <a:ext cx="320802" cy="265938"/>
            <a:chOff x="0" y="0"/>
            <a:chExt cx="427736" cy="354584"/>
          </a:xfrm>
        </p:grpSpPr>
        <p:sp>
          <p:nvSpPr>
            <p:cNvPr id="103" name="Freeform 103"/>
            <p:cNvSpPr/>
            <p:nvPr/>
          </p:nvSpPr>
          <p:spPr>
            <a:xfrm>
              <a:off x="0" y="0"/>
              <a:ext cx="427736" cy="354584"/>
            </a:xfrm>
            <a:custGeom>
              <a:avLst/>
              <a:gdLst/>
              <a:ahLst/>
              <a:cxnLst/>
              <a:rect l="l" t="t" r="r" b="b"/>
              <a:pathLst>
                <a:path w="427736" h="354584">
                  <a:moveTo>
                    <a:pt x="0" y="0"/>
                  </a:moveTo>
                  <a:lnTo>
                    <a:pt x="427736" y="0"/>
                  </a:lnTo>
                  <a:lnTo>
                    <a:pt x="427736" y="354584"/>
                  </a:lnTo>
                  <a:lnTo>
                    <a:pt x="0" y="354584"/>
                  </a:lnTo>
                  <a:close/>
                </a:path>
              </a:pathLst>
            </a:custGeom>
            <a:solidFill>
              <a:srgbClr val="1F2D86"/>
            </a:solidFill>
            <a:ln w="19050" cap="sq">
              <a:solidFill>
                <a:srgbClr val="3C55CB"/>
              </a:solidFill>
              <a:prstDash val="solid"/>
              <a:miter/>
            </a:ln>
          </p:spPr>
          <p:txBody>
            <a:bodyPr/>
            <a:lstStyle/>
            <a:p>
              <a:endParaRPr/>
            </a:p>
          </p:txBody>
        </p:sp>
      </p:grpSp>
      <p:grpSp>
        <p:nvGrpSpPr>
          <p:cNvPr id="104" name="Group 104"/>
          <p:cNvGrpSpPr/>
          <p:nvPr/>
        </p:nvGrpSpPr>
        <p:grpSpPr>
          <a:xfrm>
            <a:off x="5334000" y="2053971"/>
            <a:ext cx="1783080" cy="582930"/>
            <a:chOff x="0" y="0"/>
            <a:chExt cx="2377440" cy="777240"/>
          </a:xfrm>
        </p:grpSpPr>
        <p:sp>
          <p:nvSpPr>
            <p:cNvPr id="105" name="Freeform 105"/>
            <p:cNvSpPr/>
            <p:nvPr/>
          </p:nvSpPr>
          <p:spPr>
            <a:xfrm>
              <a:off x="0" y="0"/>
              <a:ext cx="2377440" cy="777240"/>
            </a:xfrm>
            <a:custGeom>
              <a:avLst/>
              <a:gdLst/>
              <a:ahLst/>
              <a:cxnLst/>
              <a:rect l="l" t="t" r="r" b="b"/>
              <a:pathLst>
                <a:path w="2377440" h="777240">
                  <a:moveTo>
                    <a:pt x="0" y="0"/>
                  </a:moveTo>
                  <a:lnTo>
                    <a:pt x="2377440" y="0"/>
                  </a:lnTo>
                  <a:lnTo>
                    <a:pt x="2377440" y="777240"/>
                  </a:lnTo>
                  <a:lnTo>
                    <a:pt x="0" y="777240"/>
                  </a:lnTo>
                  <a:close/>
                </a:path>
              </a:pathLst>
            </a:custGeom>
            <a:blipFill>
              <a:blip r:embed="rId3">
                <a:alphaModFix amt="0"/>
              </a:blip>
              <a:stretch>
                <a:fillRect t="-29013" b="9810"/>
              </a:stretch>
            </a:blipFill>
          </p:spPr>
          <p:txBody>
            <a:bodyPr/>
            <a:lstStyle/>
            <a:p>
              <a:endParaRPr/>
            </a:p>
          </p:txBody>
        </p:sp>
        <p:sp>
          <p:nvSpPr>
            <p:cNvPr id="106" name="TextBox 106"/>
            <p:cNvSpPr txBox="1"/>
            <p:nvPr/>
          </p:nvSpPr>
          <p:spPr>
            <a:xfrm>
              <a:off x="0" y="0"/>
              <a:ext cx="2377440" cy="777240"/>
            </a:xfrm>
            <a:prstGeom prst="rect">
              <a:avLst/>
            </a:prstGeom>
          </p:spPr>
          <p:txBody>
            <a:bodyPr lIns="0" tIns="0" rIns="0" bIns="0" rtlCol="0" anchor="ctr"/>
            <a:lstStyle/>
            <a:p>
              <a:pPr algn="l">
                <a:lnSpc>
                  <a:spcPts val="1800"/>
                </a:lnSpc>
              </a:pPr>
              <a:r>
                <a:rPr lang="en-US" sz="1500" spc="5" dirty="0" err="1">
                  <a:solidFill>
                    <a:srgbClr val="7F7F7F"/>
                  </a:solidFill>
                  <a:latin typeface="Noto Sans Kr"/>
                  <a:ea typeface="Noto Sans Kr"/>
                  <a:cs typeface="Noto Sans Kr"/>
                  <a:sym typeface="Noto Sans Kr"/>
                </a:rPr>
                <a:t>사용자</a:t>
              </a:r>
              <a:r>
                <a:rPr lang="en-US" sz="1500" spc="5" dirty="0">
                  <a:solidFill>
                    <a:srgbClr val="7F7F7F"/>
                  </a:solidFill>
                  <a:latin typeface="Noto Sans Kr"/>
                  <a:ea typeface="Noto Sans Kr"/>
                  <a:cs typeface="Noto Sans Kr"/>
                  <a:sym typeface="Noto Sans Kr"/>
                </a:rPr>
                <a:t> </a:t>
              </a:r>
              <a:r>
                <a:rPr lang="en-US" sz="1500" spc="5" dirty="0" err="1">
                  <a:solidFill>
                    <a:srgbClr val="7F7F7F"/>
                  </a:solidFill>
                  <a:latin typeface="Noto Sans Kr"/>
                  <a:ea typeface="Noto Sans Kr"/>
                  <a:cs typeface="Noto Sans Kr"/>
                  <a:sym typeface="Noto Sans Kr"/>
                </a:rPr>
                <a:t>실험</a:t>
              </a:r>
              <a:endParaRPr lang="en-US" sz="1500" spc="5" dirty="0">
                <a:solidFill>
                  <a:srgbClr val="7F7F7F"/>
                </a:solidFill>
                <a:latin typeface="Noto Sans Kr"/>
                <a:ea typeface="Noto Sans Kr"/>
                <a:cs typeface="Noto Sans Kr"/>
                <a:sym typeface="Noto Sans Kr"/>
              </a:endParaRPr>
            </a:p>
          </p:txBody>
        </p:sp>
      </p:grpSp>
      <p:sp>
        <p:nvSpPr>
          <p:cNvPr id="107" name="TextBox 107"/>
          <p:cNvSpPr txBox="1"/>
          <p:nvPr/>
        </p:nvSpPr>
        <p:spPr>
          <a:xfrm>
            <a:off x="822960" y="9638157"/>
            <a:ext cx="15636240" cy="228600"/>
          </a:xfrm>
          <a:prstGeom prst="rect">
            <a:avLst/>
          </a:prstGeom>
        </p:spPr>
        <p:txBody>
          <a:bodyPr lIns="0" tIns="0" rIns="0" bIns="0" rtlCol="0" anchor="t">
            <a:spAutoFit/>
          </a:bodyPr>
          <a:lstStyle/>
          <a:p>
            <a:pPr algn="l">
              <a:lnSpc>
                <a:spcPts val="1889"/>
              </a:lnSpc>
            </a:pPr>
            <a:r>
              <a:rPr lang="en-US" sz="1575" b="1" spc="6">
                <a:solidFill>
                  <a:srgbClr val="3C55CB"/>
                </a:solidFill>
                <a:latin typeface="Noto Sans Kr Bold"/>
                <a:ea typeface="Noto Sans Kr Bold"/>
                <a:cs typeface="Noto Sans Kr Bold"/>
                <a:sym typeface="Noto Sans Kr Bold"/>
              </a:rPr>
              <a:t>지연 시 미루는 순서  </a:t>
            </a:r>
            <a:r>
              <a:rPr lang="en-US" sz="1575" spc="6">
                <a:solidFill>
                  <a:srgbClr val="333333"/>
                </a:solidFill>
                <a:latin typeface="Noto Sans Kr"/>
                <a:ea typeface="Noto Sans Kr"/>
                <a:cs typeface="Noto Sans Kr"/>
                <a:sym typeface="Noto Sans Kr"/>
              </a:rPr>
              <a:t>지점 추가 → 회의실   |   끝까지 지킬 것: 2D 이동, 좌석 배정, 3D 좌석, 트래킹, 전자기기 감지, 자동 기록</a:t>
            </a:r>
          </a:p>
        </p:txBody>
      </p:sp>
      <p:sp>
        <p:nvSpPr>
          <p:cNvPr id="108" name="TextBox 2">
            <a:extLst>
              <a:ext uri="{FF2B5EF4-FFF2-40B4-BE49-F238E27FC236}">
                <a16:creationId xmlns:a16="http://schemas.microsoft.com/office/drawing/2014/main" id="{EE0FF350-2079-E128-CDA0-EBB1B4DCF6E7}"/>
              </a:ext>
            </a:extLst>
          </p:cNvPr>
          <p:cNvSpPr txBox="1"/>
          <p:nvPr/>
        </p:nvSpPr>
        <p:spPr>
          <a:xfrm>
            <a:off x="822960" y="548640"/>
            <a:ext cx="10972800" cy="266676"/>
          </a:xfrm>
          <a:prstGeom prst="rect">
            <a:avLst/>
          </a:prstGeom>
        </p:spPr>
        <p:txBody>
          <a:bodyPr lIns="0" tIns="0" rIns="0" bIns="0" rtlCol="0" anchor="t">
            <a:spAutoFit/>
          </a:bodyPr>
          <a:lstStyle/>
          <a:p>
            <a:pPr>
              <a:lnSpc>
                <a:spcPts val="2160"/>
              </a:lnSpc>
            </a:pPr>
            <a:r>
              <a:rPr lang="en-US" altLang="ko-KR" spc="8" dirty="0">
                <a:solidFill>
                  <a:schemeClr val="bg1">
                    <a:lumMod val="50000"/>
                  </a:schemeClr>
                </a:solidFill>
                <a:latin typeface="Noto Sans Kr Bold"/>
                <a:ea typeface="Noto Sans Kr Bold"/>
                <a:cs typeface="Noto Sans Kr Bold"/>
                <a:sym typeface="Noto Sans Kr Bold"/>
              </a:rPr>
              <a:t>2026-2 </a:t>
            </a:r>
            <a:r>
              <a:rPr lang="en-US" altLang="ko-KR" spc="8" dirty="0" err="1">
                <a:solidFill>
                  <a:schemeClr val="bg1">
                    <a:lumMod val="50000"/>
                  </a:schemeClr>
                </a:solidFill>
                <a:latin typeface="Noto Sans Kr Bold"/>
                <a:ea typeface="Noto Sans Kr Bold"/>
                <a:cs typeface="Noto Sans Kr Bold"/>
                <a:sym typeface="Noto Sans Kr Bold"/>
              </a:rPr>
              <a:t>융합캡스톤디자인</a:t>
            </a:r>
            <a:r>
              <a:rPr lang="en-US" altLang="ko-KR" spc="8" dirty="0">
                <a:solidFill>
                  <a:schemeClr val="bg1">
                    <a:lumMod val="50000"/>
                  </a:schemeClr>
                </a:solidFill>
                <a:latin typeface="Noto Sans Kr Bold"/>
                <a:ea typeface="Noto Sans Kr Bold"/>
                <a:cs typeface="Noto Sans Kr Bold"/>
                <a:sym typeface="Noto Sans Kr Bold"/>
              </a:rPr>
              <a:t> </a:t>
            </a:r>
            <a:r>
              <a:rPr lang="en-US" altLang="ko-KR" spc="8" dirty="0" err="1">
                <a:solidFill>
                  <a:schemeClr val="bg1">
                    <a:lumMod val="50000"/>
                  </a:schemeClr>
                </a:solidFill>
                <a:latin typeface="Noto Sans Kr Bold"/>
                <a:ea typeface="Noto Sans Kr Bold"/>
                <a:cs typeface="Noto Sans Kr Bold"/>
                <a:sym typeface="Noto Sans Kr Bold"/>
              </a:rPr>
              <a:t>제안발표</a:t>
            </a:r>
            <a:endParaRPr lang="en-US" sz="1800" spc="6" dirty="0">
              <a:solidFill>
                <a:schemeClr val="bg1">
                  <a:lumMod val="50000"/>
                </a:schemeClr>
              </a:solidFill>
              <a:latin typeface="Noto Sans Kr Bold"/>
              <a:ea typeface="Noto Sans Kr Bold"/>
              <a:cs typeface="Noto Sans Kr Bold"/>
              <a:sym typeface="Noto Sans Kr Bold"/>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3"/>
          <p:cNvSpPr txBox="1"/>
          <p:nvPr/>
        </p:nvSpPr>
        <p:spPr>
          <a:xfrm>
            <a:off x="822960" y="987552"/>
            <a:ext cx="16596360" cy="638175"/>
          </a:xfrm>
          <a:prstGeom prst="rect">
            <a:avLst/>
          </a:prstGeom>
        </p:spPr>
        <p:txBody>
          <a:bodyPr lIns="0" tIns="0" rIns="0" bIns="0" rtlCol="0" anchor="t">
            <a:spAutoFit/>
          </a:bodyPr>
          <a:lstStyle/>
          <a:p>
            <a:pPr algn="l">
              <a:lnSpc>
                <a:spcPts val="5040"/>
              </a:lnSpc>
            </a:pPr>
            <a:r>
              <a:rPr lang="en-US" altLang="ko-KR" sz="4200" b="1" spc="16" dirty="0">
                <a:solidFill>
                  <a:srgbClr val="3C55CB"/>
                </a:solidFill>
                <a:latin typeface="Noto Sans Kr Bold"/>
                <a:ea typeface="Noto Sans Kr Bold"/>
                <a:cs typeface="Noto Sans Kr Bold"/>
                <a:sym typeface="Noto Sans Kr Bold"/>
              </a:rPr>
              <a:t>08</a:t>
            </a:r>
            <a:r>
              <a:rPr lang="ko-KR" altLang="en-US" sz="4200" b="1" spc="16" dirty="0">
                <a:solidFill>
                  <a:srgbClr val="333333"/>
                </a:solidFill>
                <a:latin typeface="Noto Sans Kr Bold"/>
                <a:ea typeface="Noto Sans Kr Bold"/>
                <a:cs typeface="Noto Sans Kr Bold"/>
                <a:sym typeface="Noto Sans Kr Bold"/>
              </a:rPr>
              <a:t> 평가 계획 및 사용자 비교 실험</a:t>
            </a:r>
            <a:endParaRPr lang="en-US" sz="4200" b="1" spc="16" dirty="0">
              <a:solidFill>
                <a:srgbClr val="333333"/>
              </a:solidFill>
              <a:latin typeface="Noto Sans Kr Bold"/>
              <a:ea typeface="Noto Sans Kr Bold"/>
              <a:cs typeface="Noto Sans Kr Bold"/>
              <a:sym typeface="Noto Sans Kr Bold"/>
            </a:endParaRPr>
          </a:p>
        </p:txBody>
      </p:sp>
      <p:sp>
        <p:nvSpPr>
          <p:cNvPr id="5021" name="Title Rule"/>
          <p:cNvSpPr/>
          <p:nvPr/>
        </p:nvSpPr>
        <p:spPr>
          <a:xfrm>
            <a:off x="822960" y="1719072"/>
            <a:ext cx="16642080" cy="12700"/>
          </a:xfrm>
          <a:prstGeom prst="rect">
            <a:avLst/>
          </a:prstGeom>
          <a:solidFill>
            <a:srgbClr val="D4D6DC"/>
          </a:solidFill>
          <a:ln>
            <a:noFill/>
          </a:ln>
        </p:spPr>
        <p:txBody>
          <a:bodyPr/>
          <a:lstStyle/>
          <a:p>
            <a:endParaRPr lang="ko-KR"/>
          </a:p>
        </p:txBody>
      </p:sp>
      <p:sp>
        <p:nvSpPr>
          <p:cNvPr id="5020" name="Title Accent"/>
          <p:cNvSpPr/>
          <p:nvPr/>
        </p:nvSpPr>
        <p:spPr>
          <a:xfrm>
            <a:off x="802960" y="1707072"/>
            <a:ext cx="676656" cy="59436"/>
          </a:xfrm>
          <a:prstGeom prst="roundRect">
            <a:avLst>
              <a:gd name="adj" fmla="val 50000"/>
            </a:avLst>
          </a:prstGeom>
          <a:solidFill>
            <a:srgbClr val="3C55CB"/>
          </a:solidFill>
          <a:ln>
            <a:noFill/>
          </a:ln>
        </p:spPr>
        <p:txBody>
          <a:bodyPr/>
          <a:lstStyle/>
          <a:p>
            <a:endParaRPr lang="ko-KR"/>
          </a:p>
        </p:txBody>
      </p:sp>
      <p:sp>
        <p:nvSpPr>
          <p:cNvPr id="4" name="TextBox 4"/>
          <p:cNvSpPr txBox="1"/>
          <p:nvPr/>
        </p:nvSpPr>
        <p:spPr>
          <a:xfrm>
            <a:off x="8778240" y="9601200"/>
            <a:ext cx="731520" cy="228600"/>
          </a:xfrm>
          <a:prstGeom prst="rect">
            <a:avLst/>
          </a:prstGeom>
        </p:spPr>
        <p:txBody>
          <a:bodyPr lIns="0" tIns="0" rIns="0" bIns="0" rtlCol="0" anchor="t">
            <a:spAutoFit/>
          </a:bodyPr>
          <a:lstStyle/>
          <a:p>
            <a:pPr algn="ctr">
              <a:lnSpc>
                <a:spcPts val="1800"/>
              </a:lnSpc>
            </a:pPr>
            <a:r>
              <a:rPr lang="en-US" sz="1500" spc="5">
                <a:solidFill>
                  <a:srgbClr val="555555"/>
                </a:solidFill>
                <a:latin typeface="Noto Sans Kr"/>
                <a:ea typeface="Noto Sans Kr"/>
                <a:cs typeface="Noto Sans Kr"/>
                <a:sym typeface="Noto Sans Kr"/>
              </a:rPr>
              <a:t>10</a:t>
            </a:r>
          </a:p>
        </p:txBody>
      </p:sp>
      <p:grpSp>
        <p:nvGrpSpPr>
          <p:cNvPr id="5" name="Group 5"/>
          <p:cNvGrpSpPr/>
          <p:nvPr/>
        </p:nvGrpSpPr>
        <p:grpSpPr>
          <a:xfrm>
            <a:off x="813435" y="2253615"/>
            <a:ext cx="2652522" cy="2007870"/>
            <a:chOff x="0" y="0"/>
            <a:chExt cx="3536696" cy="2677160"/>
          </a:xfrm>
        </p:grpSpPr>
        <p:sp>
          <p:nvSpPr>
            <p:cNvPr id="6" name="Freeform 6"/>
            <p:cNvSpPr/>
            <p:nvPr/>
          </p:nvSpPr>
          <p:spPr>
            <a:xfrm>
              <a:off x="0" y="0"/>
              <a:ext cx="3536696" cy="2677160"/>
            </a:xfrm>
            <a:custGeom>
              <a:avLst/>
              <a:gdLst/>
              <a:ahLst/>
              <a:cxnLst/>
              <a:rect l="l" t="t" r="r" b="b"/>
              <a:pathLst>
                <a:path w="3536696" h="2677160">
                  <a:moveTo>
                    <a:pt x="0" y="147701"/>
                  </a:moveTo>
                  <a:cubicBezTo>
                    <a:pt x="0" y="66167"/>
                    <a:pt x="66167" y="0"/>
                    <a:pt x="147701" y="0"/>
                  </a:cubicBezTo>
                  <a:lnTo>
                    <a:pt x="3388995" y="0"/>
                  </a:lnTo>
                  <a:cubicBezTo>
                    <a:pt x="3470529" y="0"/>
                    <a:pt x="3536696" y="66167"/>
                    <a:pt x="3536696" y="147701"/>
                  </a:cubicBezTo>
                  <a:lnTo>
                    <a:pt x="3536696" y="2529459"/>
                  </a:lnTo>
                  <a:cubicBezTo>
                    <a:pt x="3536696" y="2610993"/>
                    <a:pt x="3470529" y="2677160"/>
                    <a:pt x="3388995" y="2677160"/>
                  </a:cubicBezTo>
                  <a:lnTo>
                    <a:pt x="147701" y="2677160"/>
                  </a:lnTo>
                  <a:cubicBezTo>
                    <a:pt x="66167" y="2677160"/>
                    <a:pt x="0" y="2610993"/>
                    <a:pt x="0" y="2529459"/>
                  </a:cubicBezTo>
                  <a:close/>
                </a:path>
              </a:pathLst>
            </a:custGeom>
            <a:solidFill>
              <a:srgbClr val="FFFFFF"/>
            </a:solidFill>
            <a:ln w="19050" cap="sq">
              <a:solidFill>
                <a:srgbClr val="ECEEF3"/>
              </a:solidFill>
              <a:prstDash val="solid"/>
              <a:miter/>
            </a:ln>
            <a:effectLst>
              <a:outerShdw blurRad="228600" dist="38100" dir="5400000" algn="t" rotWithShape="0">
                <a:srgbClr val="1F2A5A">
                  <a:alpha val="11000"/>
                </a:srgbClr>
              </a:outerShdw>
            </a:effectLst>
          </p:spPr>
          <p:txBody>
            <a:bodyPr/>
            <a:lstStyle/>
            <a:p>
              <a:endParaRPr/>
            </a:p>
          </p:txBody>
        </p:sp>
      </p:grpSp>
      <p:sp>
        <p:nvSpPr>
          <p:cNvPr id="7" name="TextBox 7"/>
          <p:cNvSpPr txBox="1"/>
          <p:nvPr/>
        </p:nvSpPr>
        <p:spPr>
          <a:xfrm>
            <a:off x="1069848" y="2368677"/>
            <a:ext cx="822960" cy="581025"/>
          </a:xfrm>
          <a:prstGeom prst="rect">
            <a:avLst/>
          </a:prstGeom>
        </p:spPr>
        <p:txBody>
          <a:bodyPr lIns="0" tIns="0" rIns="0" bIns="0" rtlCol="0" anchor="t">
            <a:spAutoFit/>
          </a:bodyPr>
          <a:lstStyle/>
          <a:p>
            <a:pPr algn="l">
              <a:lnSpc>
                <a:spcPts val="4680"/>
              </a:lnSpc>
            </a:pPr>
            <a:r>
              <a:rPr lang="en-US" sz="3900" b="1" spc="15">
                <a:solidFill>
                  <a:srgbClr val="3C55CB"/>
                </a:solidFill>
                <a:latin typeface="Noto Sans Kr Bold"/>
                <a:ea typeface="Noto Sans Kr Bold"/>
                <a:cs typeface="Noto Sans Kr Bold"/>
                <a:sym typeface="Noto Sans Kr Bold"/>
              </a:rPr>
              <a:t>A</a:t>
            </a:r>
          </a:p>
        </p:txBody>
      </p:sp>
      <p:grpSp>
        <p:nvGrpSpPr>
          <p:cNvPr id="8" name="Group 8"/>
          <p:cNvGrpSpPr/>
          <p:nvPr/>
        </p:nvGrpSpPr>
        <p:grpSpPr>
          <a:xfrm>
            <a:off x="1559052" y="2249234"/>
            <a:ext cx="1645920" cy="810387"/>
            <a:chOff x="0" y="0"/>
            <a:chExt cx="2194560" cy="1080516"/>
          </a:xfrm>
        </p:grpSpPr>
        <p:sp>
          <p:nvSpPr>
            <p:cNvPr id="9" name="Freeform 9"/>
            <p:cNvSpPr/>
            <p:nvPr/>
          </p:nvSpPr>
          <p:spPr>
            <a:xfrm>
              <a:off x="0" y="0"/>
              <a:ext cx="2194560" cy="1080516"/>
            </a:xfrm>
            <a:custGeom>
              <a:avLst/>
              <a:gdLst/>
              <a:ahLst/>
              <a:cxnLst/>
              <a:rect l="l" t="t" r="r" b="b"/>
              <a:pathLst>
                <a:path w="2194560" h="1080516">
                  <a:moveTo>
                    <a:pt x="0" y="0"/>
                  </a:moveTo>
                  <a:lnTo>
                    <a:pt x="2194560" y="0"/>
                  </a:lnTo>
                  <a:lnTo>
                    <a:pt x="2194560" y="1080516"/>
                  </a:lnTo>
                  <a:lnTo>
                    <a:pt x="0" y="1080516"/>
                  </a:lnTo>
                  <a:close/>
                </a:path>
              </a:pathLst>
            </a:custGeom>
            <a:blipFill>
              <a:blip r:embed="rId3">
                <a:alphaModFix amt="0"/>
              </a:blip>
              <a:stretch>
                <a:fillRect t="-5724" b="26574"/>
              </a:stretch>
            </a:blipFill>
          </p:spPr>
          <p:txBody>
            <a:bodyPr/>
            <a:lstStyle/>
            <a:p>
              <a:endParaRPr/>
            </a:p>
          </p:txBody>
        </p:sp>
        <p:sp>
          <p:nvSpPr>
            <p:cNvPr id="10" name="TextBox 10"/>
            <p:cNvSpPr txBox="1"/>
            <p:nvPr/>
          </p:nvSpPr>
          <p:spPr>
            <a:xfrm>
              <a:off x="0" y="0"/>
              <a:ext cx="2194560" cy="1080516"/>
            </a:xfrm>
            <a:prstGeom prst="rect">
              <a:avLst/>
            </a:prstGeom>
          </p:spPr>
          <p:txBody>
            <a:bodyPr lIns="0" tIns="0" rIns="0" bIns="0" rtlCol="0" anchor="ctr"/>
            <a:lstStyle/>
            <a:p>
              <a:pPr algn="l">
                <a:lnSpc>
                  <a:spcPts val="2520"/>
                </a:lnSpc>
              </a:pPr>
              <a:r>
                <a:rPr lang="en-US" sz="2100" b="1" spc="8">
                  <a:solidFill>
                    <a:srgbClr val="333333"/>
                  </a:solidFill>
                  <a:latin typeface="Noto Sans Kr Bold"/>
                  <a:ea typeface="Noto Sans Kr Bold"/>
                  <a:cs typeface="Noto Sans Kr Bold"/>
                  <a:sym typeface="Noto Sans Kr Bold"/>
                </a:rPr>
                <a:t>캠 ON</a:t>
              </a:r>
            </a:p>
          </p:txBody>
        </p:sp>
      </p:grpSp>
      <p:sp>
        <p:nvSpPr>
          <p:cNvPr id="11" name="TextBox 11"/>
          <p:cNvSpPr txBox="1"/>
          <p:nvPr/>
        </p:nvSpPr>
        <p:spPr>
          <a:xfrm>
            <a:off x="1069848" y="3194685"/>
            <a:ext cx="2221992" cy="523875"/>
          </a:xfrm>
          <a:prstGeom prst="rect">
            <a:avLst/>
          </a:prstGeom>
        </p:spPr>
        <p:txBody>
          <a:bodyPr lIns="0" tIns="0" rIns="0" bIns="0" rtlCol="0" anchor="t">
            <a:spAutoFit/>
          </a:bodyPr>
          <a:lstStyle/>
          <a:p>
            <a:pPr algn="l">
              <a:lnSpc>
                <a:spcPts val="2100"/>
              </a:lnSpc>
            </a:pPr>
            <a:r>
              <a:rPr lang="en-US" sz="1500" spc="5">
                <a:solidFill>
                  <a:srgbClr val="4B4B4B"/>
                </a:solidFill>
                <a:latin typeface="Noto Sans Kr"/>
                <a:ea typeface="Noto Sans Kr"/>
                <a:cs typeface="Noto Sans Kr"/>
                <a:sym typeface="Noto Sans Kr"/>
              </a:rPr>
              <a:t>Zoom에서 모두 카메라 켜고 공부</a:t>
            </a:r>
          </a:p>
        </p:txBody>
      </p:sp>
      <p:grpSp>
        <p:nvGrpSpPr>
          <p:cNvPr id="12" name="Group 12"/>
          <p:cNvGrpSpPr/>
          <p:nvPr/>
        </p:nvGrpSpPr>
        <p:grpSpPr>
          <a:xfrm>
            <a:off x="3652647" y="2253615"/>
            <a:ext cx="2652522" cy="2007870"/>
            <a:chOff x="0" y="0"/>
            <a:chExt cx="3536696" cy="2677160"/>
          </a:xfrm>
        </p:grpSpPr>
        <p:sp>
          <p:nvSpPr>
            <p:cNvPr id="13" name="Freeform 13"/>
            <p:cNvSpPr/>
            <p:nvPr/>
          </p:nvSpPr>
          <p:spPr>
            <a:xfrm>
              <a:off x="0" y="0"/>
              <a:ext cx="3536696" cy="2677160"/>
            </a:xfrm>
            <a:custGeom>
              <a:avLst/>
              <a:gdLst/>
              <a:ahLst/>
              <a:cxnLst/>
              <a:rect l="l" t="t" r="r" b="b"/>
              <a:pathLst>
                <a:path w="3536696" h="2677160">
                  <a:moveTo>
                    <a:pt x="0" y="147701"/>
                  </a:moveTo>
                  <a:cubicBezTo>
                    <a:pt x="0" y="66167"/>
                    <a:pt x="66167" y="0"/>
                    <a:pt x="147701" y="0"/>
                  </a:cubicBezTo>
                  <a:lnTo>
                    <a:pt x="3388995" y="0"/>
                  </a:lnTo>
                  <a:cubicBezTo>
                    <a:pt x="3470529" y="0"/>
                    <a:pt x="3536696" y="66167"/>
                    <a:pt x="3536696" y="147701"/>
                  </a:cubicBezTo>
                  <a:lnTo>
                    <a:pt x="3536696" y="2529459"/>
                  </a:lnTo>
                  <a:cubicBezTo>
                    <a:pt x="3536696" y="2610993"/>
                    <a:pt x="3470529" y="2677160"/>
                    <a:pt x="3388995" y="2677160"/>
                  </a:cubicBezTo>
                  <a:lnTo>
                    <a:pt x="147701" y="2677160"/>
                  </a:lnTo>
                  <a:cubicBezTo>
                    <a:pt x="66167" y="2677160"/>
                    <a:pt x="0" y="2610993"/>
                    <a:pt x="0" y="2529459"/>
                  </a:cubicBezTo>
                  <a:close/>
                </a:path>
              </a:pathLst>
            </a:custGeom>
            <a:solidFill>
              <a:srgbClr val="FFFFFF"/>
            </a:solidFill>
            <a:ln w="19050" cap="sq">
              <a:solidFill>
                <a:srgbClr val="ECEEF3"/>
              </a:solidFill>
              <a:prstDash val="solid"/>
              <a:miter/>
            </a:ln>
            <a:effectLst>
              <a:outerShdw blurRad="228600" dist="38100" dir="5400000" algn="t" rotWithShape="0">
                <a:srgbClr val="1F2A5A">
                  <a:alpha val="11000"/>
                </a:srgbClr>
              </a:outerShdw>
            </a:effectLst>
          </p:spPr>
          <p:txBody>
            <a:bodyPr/>
            <a:lstStyle/>
            <a:p>
              <a:endParaRPr/>
            </a:p>
          </p:txBody>
        </p:sp>
      </p:grpSp>
      <p:sp>
        <p:nvSpPr>
          <p:cNvPr id="14" name="TextBox 14"/>
          <p:cNvSpPr txBox="1"/>
          <p:nvPr/>
        </p:nvSpPr>
        <p:spPr>
          <a:xfrm>
            <a:off x="3909060" y="2368677"/>
            <a:ext cx="822960" cy="581025"/>
          </a:xfrm>
          <a:prstGeom prst="rect">
            <a:avLst/>
          </a:prstGeom>
        </p:spPr>
        <p:txBody>
          <a:bodyPr lIns="0" tIns="0" rIns="0" bIns="0" rtlCol="0" anchor="t">
            <a:spAutoFit/>
          </a:bodyPr>
          <a:lstStyle/>
          <a:p>
            <a:pPr algn="l">
              <a:lnSpc>
                <a:spcPts val="4680"/>
              </a:lnSpc>
            </a:pPr>
            <a:r>
              <a:rPr lang="en-US" sz="3900" b="1" spc="15">
                <a:solidFill>
                  <a:srgbClr val="3C55CB"/>
                </a:solidFill>
                <a:latin typeface="Noto Sans Kr Bold"/>
                <a:ea typeface="Noto Sans Kr Bold"/>
                <a:cs typeface="Noto Sans Kr Bold"/>
                <a:sym typeface="Noto Sans Kr Bold"/>
              </a:rPr>
              <a:t>B</a:t>
            </a:r>
          </a:p>
        </p:txBody>
      </p:sp>
      <p:grpSp>
        <p:nvGrpSpPr>
          <p:cNvPr id="15" name="Group 15"/>
          <p:cNvGrpSpPr/>
          <p:nvPr/>
        </p:nvGrpSpPr>
        <p:grpSpPr>
          <a:xfrm>
            <a:off x="4485132" y="2279523"/>
            <a:ext cx="1645920" cy="810387"/>
            <a:chOff x="0" y="0"/>
            <a:chExt cx="2194560" cy="1080516"/>
          </a:xfrm>
        </p:grpSpPr>
        <p:sp>
          <p:nvSpPr>
            <p:cNvPr id="16" name="Freeform 16"/>
            <p:cNvSpPr/>
            <p:nvPr/>
          </p:nvSpPr>
          <p:spPr>
            <a:xfrm>
              <a:off x="0" y="0"/>
              <a:ext cx="2194560" cy="1080516"/>
            </a:xfrm>
            <a:custGeom>
              <a:avLst/>
              <a:gdLst/>
              <a:ahLst/>
              <a:cxnLst/>
              <a:rect l="l" t="t" r="r" b="b"/>
              <a:pathLst>
                <a:path w="2194560" h="1080516">
                  <a:moveTo>
                    <a:pt x="0" y="0"/>
                  </a:moveTo>
                  <a:lnTo>
                    <a:pt x="2194560" y="0"/>
                  </a:lnTo>
                  <a:lnTo>
                    <a:pt x="2194560" y="1080516"/>
                  </a:lnTo>
                  <a:lnTo>
                    <a:pt x="0" y="1080516"/>
                  </a:lnTo>
                  <a:close/>
                </a:path>
              </a:pathLst>
            </a:custGeom>
            <a:blipFill>
              <a:blip r:embed="rId3">
                <a:alphaModFix amt="0"/>
              </a:blip>
              <a:stretch>
                <a:fillRect t="-5724" b="26574"/>
              </a:stretch>
            </a:blipFill>
          </p:spPr>
          <p:txBody>
            <a:bodyPr/>
            <a:lstStyle/>
            <a:p>
              <a:endParaRPr/>
            </a:p>
          </p:txBody>
        </p:sp>
        <p:sp>
          <p:nvSpPr>
            <p:cNvPr id="17" name="TextBox 17"/>
            <p:cNvSpPr txBox="1"/>
            <p:nvPr/>
          </p:nvSpPr>
          <p:spPr>
            <a:xfrm>
              <a:off x="0" y="0"/>
              <a:ext cx="2194560" cy="1080516"/>
            </a:xfrm>
            <a:prstGeom prst="rect">
              <a:avLst/>
            </a:prstGeom>
          </p:spPr>
          <p:txBody>
            <a:bodyPr lIns="0" tIns="0" rIns="0" bIns="0" rtlCol="0" anchor="ctr"/>
            <a:lstStyle/>
            <a:p>
              <a:pPr algn="l">
                <a:lnSpc>
                  <a:spcPts val="2520"/>
                </a:lnSpc>
              </a:pPr>
              <a:r>
                <a:rPr lang="en-US" sz="2100" b="1" spc="8">
                  <a:solidFill>
                    <a:srgbClr val="333333"/>
                  </a:solidFill>
                  <a:latin typeface="Noto Sans Kr Bold"/>
                  <a:ea typeface="Noto Sans Kr Bold"/>
                  <a:cs typeface="Noto Sans Kr Bold"/>
                  <a:sym typeface="Noto Sans Kr Bold"/>
                </a:rPr>
                <a:t>캠 OFF</a:t>
              </a:r>
            </a:p>
          </p:txBody>
        </p:sp>
      </p:grpSp>
      <p:sp>
        <p:nvSpPr>
          <p:cNvPr id="18" name="TextBox 18"/>
          <p:cNvSpPr txBox="1"/>
          <p:nvPr/>
        </p:nvSpPr>
        <p:spPr>
          <a:xfrm>
            <a:off x="3909060" y="3194685"/>
            <a:ext cx="2221992" cy="523875"/>
          </a:xfrm>
          <a:prstGeom prst="rect">
            <a:avLst/>
          </a:prstGeom>
        </p:spPr>
        <p:txBody>
          <a:bodyPr lIns="0" tIns="0" rIns="0" bIns="0" rtlCol="0" anchor="t">
            <a:spAutoFit/>
          </a:bodyPr>
          <a:lstStyle/>
          <a:p>
            <a:pPr algn="l">
              <a:lnSpc>
                <a:spcPts val="2100"/>
              </a:lnSpc>
            </a:pPr>
            <a:r>
              <a:rPr lang="en-US" sz="1500" spc="5">
                <a:solidFill>
                  <a:srgbClr val="4B4B4B"/>
                </a:solidFill>
                <a:latin typeface="Noto Sans Kr"/>
                <a:ea typeface="Noto Sans Kr"/>
                <a:cs typeface="Noto Sans Kr"/>
                <a:sym typeface="Noto Sans Kr"/>
              </a:rPr>
              <a:t>본 서비스에서 캐릭터 숨김, 접속 인원 수만 표시</a:t>
            </a:r>
          </a:p>
        </p:txBody>
      </p:sp>
      <p:grpSp>
        <p:nvGrpSpPr>
          <p:cNvPr id="19" name="Group 19"/>
          <p:cNvGrpSpPr/>
          <p:nvPr/>
        </p:nvGrpSpPr>
        <p:grpSpPr>
          <a:xfrm>
            <a:off x="6491859" y="2253615"/>
            <a:ext cx="2652522" cy="2007870"/>
            <a:chOff x="0" y="0"/>
            <a:chExt cx="3536696" cy="2677160"/>
          </a:xfrm>
        </p:grpSpPr>
        <p:sp>
          <p:nvSpPr>
            <p:cNvPr id="20" name="Freeform 20"/>
            <p:cNvSpPr/>
            <p:nvPr/>
          </p:nvSpPr>
          <p:spPr>
            <a:xfrm>
              <a:off x="0" y="0"/>
              <a:ext cx="3536696" cy="2677160"/>
            </a:xfrm>
            <a:custGeom>
              <a:avLst/>
              <a:gdLst/>
              <a:ahLst/>
              <a:cxnLst/>
              <a:rect l="l" t="t" r="r" b="b"/>
              <a:pathLst>
                <a:path w="3536696" h="2677160">
                  <a:moveTo>
                    <a:pt x="0" y="147701"/>
                  </a:moveTo>
                  <a:cubicBezTo>
                    <a:pt x="0" y="66167"/>
                    <a:pt x="66167" y="0"/>
                    <a:pt x="147701" y="0"/>
                  </a:cubicBezTo>
                  <a:lnTo>
                    <a:pt x="3388995" y="0"/>
                  </a:lnTo>
                  <a:cubicBezTo>
                    <a:pt x="3470529" y="0"/>
                    <a:pt x="3536696" y="66167"/>
                    <a:pt x="3536696" y="147701"/>
                  </a:cubicBezTo>
                  <a:lnTo>
                    <a:pt x="3536696" y="2529459"/>
                  </a:lnTo>
                  <a:cubicBezTo>
                    <a:pt x="3536696" y="2610993"/>
                    <a:pt x="3470529" y="2677160"/>
                    <a:pt x="3388995" y="2677160"/>
                  </a:cubicBezTo>
                  <a:lnTo>
                    <a:pt x="147701" y="2677160"/>
                  </a:lnTo>
                  <a:cubicBezTo>
                    <a:pt x="66167" y="2677160"/>
                    <a:pt x="0" y="2610993"/>
                    <a:pt x="0" y="2529459"/>
                  </a:cubicBezTo>
                  <a:close/>
                </a:path>
              </a:pathLst>
            </a:custGeom>
            <a:solidFill>
              <a:srgbClr val="3C55CB"/>
            </a:solidFill>
            <a:ln w="19050" cap="sq">
              <a:solidFill>
                <a:srgbClr val="3C55CB"/>
              </a:solidFill>
              <a:prstDash val="solid"/>
              <a:miter/>
            </a:ln>
          </p:spPr>
          <p:txBody>
            <a:bodyPr/>
            <a:lstStyle/>
            <a:p>
              <a:endParaRPr/>
            </a:p>
          </p:txBody>
        </p:sp>
      </p:grpSp>
      <p:sp>
        <p:nvSpPr>
          <p:cNvPr id="21" name="TextBox 21"/>
          <p:cNvSpPr txBox="1"/>
          <p:nvPr/>
        </p:nvSpPr>
        <p:spPr>
          <a:xfrm>
            <a:off x="6748272" y="2368677"/>
            <a:ext cx="822960" cy="581025"/>
          </a:xfrm>
          <a:prstGeom prst="rect">
            <a:avLst/>
          </a:prstGeom>
        </p:spPr>
        <p:txBody>
          <a:bodyPr lIns="0" tIns="0" rIns="0" bIns="0" rtlCol="0" anchor="t">
            <a:spAutoFit/>
          </a:bodyPr>
          <a:lstStyle/>
          <a:p>
            <a:pPr algn="l">
              <a:lnSpc>
                <a:spcPts val="4680"/>
              </a:lnSpc>
            </a:pPr>
            <a:r>
              <a:rPr lang="en-US" sz="3900" b="1" spc="15">
                <a:solidFill>
                  <a:srgbClr val="D6DDF8"/>
                </a:solidFill>
                <a:latin typeface="Noto Sans Kr Bold"/>
                <a:ea typeface="Noto Sans Kr Bold"/>
                <a:cs typeface="Noto Sans Kr Bold"/>
                <a:sym typeface="Noto Sans Kr Bold"/>
              </a:rPr>
              <a:t>C</a:t>
            </a:r>
          </a:p>
        </p:txBody>
      </p:sp>
      <p:grpSp>
        <p:nvGrpSpPr>
          <p:cNvPr id="22" name="Group 22"/>
          <p:cNvGrpSpPr/>
          <p:nvPr/>
        </p:nvGrpSpPr>
        <p:grpSpPr>
          <a:xfrm>
            <a:off x="7338060" y="2249234"/>
            <a:ext cx="1645920" cy="810387"/>
            <a:chOff x="0" y="0"/>
            <a:chExt cx="2194560" cy="1080516"/>
          </a:xfrm>
        </p:grpSpPr>
        <p:sp>
          <p:nvSpPr>
            <p:cNvPr id="23" name="Freeform 23"/>
            <p:cNvSpPr/>
            <p:nvPr/>
          </p:nvSpPr>
          <p:spPr>
            <a:xfrm>
              <a:off x="0" y="0"/>
              <a:ext cx="2194560" cy="1080516"/>
            </a:xfrm>
            <a:custGeom>
              <a:avLst/>
              <a:gdLst/>
              <a:ahLst/>
              <a:cxnLst/>
              <a:rect l="l" t="t" r="r" b="b"/>
              <a:pathLst>
                <a:path w="2194560" h="1080516">
                  <a:moveTo>
                    <a:pt x="0" y="0"/>
                  </a:moveTo>
                  <a:lnTo>
                    <a:pt x="2194560" y="0"/>
                  </a:lnTo>
                  <a:lnTo>
                    <a:pt x="2194560" y="1080516"/>
                  </a:lnTo>
                  <a:lnTo>
                    <a:pt x="0" y="1080516"/>
                  </a:lnTo>
                  <a:close/>
                </a:path>
              </a:pathLst>
            </a:custGeom>
            <a:blipFill>
              <a:blip r:embed="rId3">
                <a:alphaModFix amt="0"/>
              </a:blip>
              <a:stretch>
                <a:fillRect t="-5724" b="26574"/>
              </a:stretch>
            </a:blipFill>
          </p:spPr>
          <p:txBody>
            <a:bodyPr/>
            <a:lstStyle/>
            <a:p>
              <a:endParaRPr/>
            </a:p>
          </p:txBody>
        </p:sp>
        <p:sp>
          <p:nvSpPr>
            <p:cNvPr id="24" name="TextBox 24"/>
            <p:cNvSpPr txBox="1"/>
            <p:nvPr/>
          </p:nvSpPr>
          <p:spPr>
            <a:xfrm>
              <a:off x="0" y="0"/>
              <a:ext cx="2194560" cy="1080516"/>
            </a:xfrm>
            <a:prstGeom prst="rect">
              <a:avLst/>
            </a:prstGeom>
          </p:spPr>
          <p:txBody>
            <a:bodyPr lIns="0" tIns="0" rIns="0" bIns="0" rtlCol="0" anchor="ctr"/>
            <a:lstStyle/>
            <a:p>
              <a:pPr algn="l">
                <a:lnSpc>
                  <a:spcPts val="2520"/>
                </a:lnSpc>
              </a:pPr>
              <a:r>
                <a:rPr lang="en-US" sz="2100" b="1" spc="8">
                  <a:solidFill>
                    <a:srgbClr val="FFFFFF"/>
                  </a:solidFill>
                  <a:latin typeface="Noto Sans Kr Bold"/>
                  <a:ea typeface="Noto Sans Kr Bold"/>
                  <a:cs typeface="Noto Sans Kr Bold"/>
                  <a:sym typeface="Noto Sans Kr Bold"/>
                </a:rPr>
                <a:t>본 서비스</a:t>
              </a:r>
            </a:p>
          </p:txBody>
        </p:sp>
      </p:grpSp>
      <p:sp>
        <p:nvSpPr>
          <p:cNvPr id="25" name="TextBox 25"/>
          <p:cNvSpPr txBox="1"/>
          <p:nvPr/>
        </p:nvSpPr>
        <p:spPr>
          <a:xfrm>
            <a:off x="6748272" y="3194685"/>
            <a:ext cx="2221992" cy="523875"/>
          </a:xfrm>
          <a:prstGeom prst="rect">
            <a:avLst/>
          </a:prstGeom>
        </p:spPr>
        <p:txBody>
          <a:bodyPr lIns="0" tIns="0" rIns="0" bIns="0" rtlCol="0" anchor="t">
            <a:spAutoFit/>
          </a:bodyPr>
          <a:lstStyle/>
          <a:p>
            <a:pPr algn="l">
              <a:lnSpc>
                <a:spcPts val="2100"/>
              </a:lnSpc>
            </a:pPr>
            <a:r>
              <a:rPr lang="en-US" sz="1500" spc="5">
                <a:solidFill>
                  <a:srgbClr val="E4E8FB"/>
                </a:solidFill>
                <a:latin typeface="Noto Sans Kr"/>
                <a:ea typeface="Noto Sans Kr"/>
                <a:cs typeface="Noto Sans Kr"/>
                <a:sym typeface="Noto Sans Kr"/>
              </a:rPr>
              <a:t>같은 지점 라운지, 3D 좌석 모드 (캐릭터 보임)</a:t>
            </a:r>
          </a:p>
        </p:txBody>
      </p:sp>
      <p:sp>
        <p:nvSpPr>
          <p:cNvPr id="26" name="TextBox 26"/>
          <p:cNvSpPr txBox="1"/>
          <p:nvPr/>
        </p:nvSpPr>
        <p:spPr>
          <a:xfrm>
            <a:off x="822960" y="4594860"/>
            <a:ext cx="4114800" cy="295275"/>
          </a:xfrm>
          <a:prstGeom prst="rect">
            <a:avLst/>
          </a:prstGeom>
        </p:spPr>
        <p:txBody>
          <a:bodyPr lIns="0" tIns="0" rIns="0" bIns="0" rtlCol="0" anchor="t">
            <a:spAutoFit/>
          </a:bodyPr>
          <a:lstStyle/>
          <a:p>
            <a:pPr algn="l">
              <a:lnSpc>
                <a:spcPts val="2340"/>
              </a:lnSpc>
            </a:pPr>
            <a:r>
              <a:rPr lang="en-US" sz="1950" b="1" spc="7">
                <a:solidFill>
                  <a:srgbClr val="333333"/>
                </a:solidFill>
                <a:latin typeface="Noto Sans Kr Bold"/>
                <a:ea typeface="Noto Sans Kr Bold"/>
                <a:cs typeface="Noto Sans Kr Bold"/>
                <a:sym typeface="Noto Sans Kr Bold"/>
              </a:rPr>
              <a:t>가설</a:t>
            </a:r>
          </a:p>
        </p:txBody>
      </p:sp>
      <p:grpSp>
        <p:nvGrpSpPr>
          <p:cNvPr id="27" name="Group 27"/>
          <p:cNvGrpSpPr/>
          <p:nvPr/>
        </p:nvGrpSpPr>
        <p:grpSpPr>
          <a:xfrm>
            <a:off x="813435" y="5092827"/>
            <a:ext cx="8317230" cy="1006602"/>
            <a:chOff x="0" y="0"/>
            <a:chExt cx="11089640" cy="1342136"/>
          </a:xfrm>
        </p:grpSpPr>
        <p:sp>
          <p:nvSpPr>
            <p:cNvPr id="28" name="Freeform 28"/>
            <p:cNvSpPr/>
            <p:nvPr/>
          </p:nvSpPr>
          <p:spPr>
            <a:xfrm>
              <a:off x="0" y="0"/>
              <a:ext cx="11089640" cy="1342136"/>
            </a:xfrm>
            <a:custGeom>
              <a:avLst/>
              <a:gdLst/>
              <a:ahLst/>
              <a:cxnLst/>
              <a:rect l="l" t="t" r="r" b="b"/>
              <a:pathLst>
                <a:path w="11089640" h="1342136">
                  <a:moveTo>
                    <a:pt x="0" y="149098"/>
                  </a:moveTo>
                  <a:cubicBezTo>
                    <a:pt x="0" y="66802"/>
                    <a:pt x="66802" y="0"/>
                    <a:pt x="149098" y="0"/>
                  </a:cubicBezTo>
                  <a:lnTo>
                    <a:pt x="10940542" y="0"/>
                  </a:lnTo>
                  <a:cubicBezTo>
                    <a:pt x="11022838" y="0"/>
                    <a:pt x="11089640" y="66802"/>
                    <a:pt x="11089640" y="149098"/>
                  </a:cubicBezTo>
                  <a:lnTo>
                    <a:pt x="11089640" y="1193038"/>
                  </a:lnTo>
                  <a:cubicBezTo>
                    <a:pt x="11089640" y="1275334"/>
                    <a:pt x="11022838" y="1342136"/>
                    <a:pt x="10940542" y="1342136"/>
                  </a:cubicBezTo>
                  <a:lnTo>
                    <a:pt x="149098" y="1342136"/>
                  </a:lnTo>
                  <a:cubicBezTo>
                    <a:pt x="66802" y="1342136"/>
                    <a:pt x="0" y="1275334"/>
                    <a:pt x="0" y="1193038"/>
                  </a:cubicBezTo>
                  <a:close/>
                </a:path>
              </a:pathLst>
            </a:custGeom>
            <a:solidFill>
              <a:srgbClr val="FFFFFF"/>
            </a:solidFill>
            <a:ln w="19050" cap="sq">
              <a:solidFill>
                <a:srgbClr val="ECEEF3"/>
              </a:solidFill>
              <a:prstDash val="solid"/>
              <a:miter/>
            </a:ln>
            <a:effectLst>
              <a:outerShdw blurRad="228600" dist="38100" dir="5400000" algn="t" rotWithShape="0">
                <a:srgbClr val="1F2A5A">
                  <a:alpha val="11000"/>
                </a:srgbClr>
              </a:outerShdw>
            </a:effectLst>
          </p:spPr>
          <p:txBody>
            <a:bodyPr/>
            <a:lstStyle/>
            <a:p>
              <a:endParaRPr/>
            </a:p>
          </p:txBody>
        </p:sp>
      </p:grpSp>
      <p:grpSp>
        <p:nvGrpSpPr>
          <p:cNvPr id="29" name="Group 29"/>
          <p:cNvGrpSpPr/>
          <p:nvPr/>
        </p:nvGrpSpPr>
        <p:grpSpPr>
          <a:xfrm>
            <a:off x="1097280" y="5102352"/>
            <a:ext cx="822960" cy="987552"/>
            <a:chOff x="0" y="0"/>
            <a:chExt cx="1097280" cy="1316736"/>
          </a:xfrm>
        </p:grpSpPr>
        <p:sp>
          <p:nvSpPr>
            <p:cNvPr id="30" name="Freeform 30"/>
            <p:cNvSpPr/>
            <p:nvPr/>
          </p:nvSpPr>
          <p:spPr>
            <a:xfrm>
              <a:off x="0" y="0"/>
              <a:ext cx="1097280" cy="1316736"/>
            </a:xfrm>
            <a:custGeom>
              <a:avLst/>
              <a:gdLst/>
              <a:ahLst/>
              <a:cxnLst/>
              <a:rect l="l" t="t" r="r" b="b"/>
              <a:pathLst>
                <a:path w="1097280" h="1316736">
                  <a:moveTo>
                    <a:pt x="0" y="0"/>
                  </a:moveTo>
                  <a:lnTo>
                    <a:pt x="1097280" y="0"/>
                  </a:lnTo>
                  <a:lnTo>
                    <a:pt x="1097280" y="1316736"/>
                  </a:lnTo>
                  <a:lnTo>
                    <a:pt x="0" y="1316736"/>
                  </a:lnTo>
                  <a:close/>
                </a:path>
              </a:pathLst>
            </a:custGeom>
            <a:blipFill>
              <a:blip r:embed="rId3">
                <a:alphaModFix amt="0"/>
              </a:blip>
              <a:stretch>
                <a:fillRect l="-103964" r="-103964"/>
              </a:stretch>
            </a:blipFill>
          </p:spPr>
          <p:txBody>
            <a:bodyPr/>
            <a:lstStyle/>
            <a:p>
              <a:endParaRPr/>
            </a:p>
          </p:txBody>
        </p:sp>
        <p:sp>
          <p:nvSpPr>
            <p:cNvPr id="31" name="TextBox 31"/>
            <p:cNvSpPr txBox="1"/>
            <p:nvPr/>
          </p:nvSpPr>
          <p:spPr>
            <a:xfrm>
              <a:off x="0" y="0"/>
              <a:ext cx="1097280" cy="1316736"/>
            </a:xfrm>
            <a:prstGeom prst="rect">
              <a:avLst/>
            </a:prstGeom>
          </p:spPr>
          <p:txBody>
            <a:bodyPr lIns="0" tIns="0" rIns="0" bIns="0" rtlCol="0" anchor="ctr"/>
            <a:lstStyle/>
            <a:p>
              <a:pPr algn="l">
                <a:lnSpc>
                  <a:spcPts val="2879"/>
                </a:lnSpc>
              </a:pPr>
              <a:r>
                <a:rPr lang="en-US" sz="2400" b="1" spc="9">
                  <a:solidFill>
                    <a:srgbClr val="3C55CB"/>
                  </a:solidFill>
                  <a:latin typeface="Noto Sans Kr Bold"/>
                  <a:ea typeface="Noto Sans Kr Bold"/>
                  <a:cs typeface="Noto Sans Kr Bold"/>
                  <a:sym typeface="Noto Sans Kr Bold"/>
                </a:rPr>
                <a:t>H1</a:t>
              </a:r>
            </a:p>
          </p:txBody>
        </p:sp>
      </p:grpSp>
      <p:grpSp>
        <p:nvGrpSpPr>
          <p:cNvPr id="32" name="Group 32"/>
          <p:cNvGrpSpPr/>
          <p:nvPr/>
        </p:nvGrpSpPr>
        <p:grpSpPr>
          <a:xfrm>
            <a:off x="1988820" y="5102352"/>
            <a:ext cx="6995160" cy="987552"/>
            <a:chOff x="0" y="0"/>
            <a:chExt cx="9326880" cy="1316736"/>
          </a:xfrm>
        </p:grpSpPr>
        <p:sp>
          <p:nvSpPr>
            <p:cNvPr id="33" name="Freeform 33"/>
            <p:cNvSpPr/>
            <p:nvPr/>
          </p:nvSpPr>
          <p:spPr>
            <a:xfrm>
              <a:off x="0" y="0"/>
              <a:ext cx="9326880" cy="1316736"/>
            </a:xfrm>
            <a:custGeom>
              <a:avLst/>
              <a:gdLst/>
              <a:ahLst/>
              <a:cxnLst/>
              <a:rect l="l" t="t" r="r" b="b"/>
              <a:pathLst>
                <a:path w="9326880" h="1316736">
                  <a:moveTo>
                    <a:pt x="0" y="0"/>
                  </a:moveTo>
                  <a:lnTo>
                    <a:pt x="9326880" y="0"/>
                  </a:lnTo>
                  <a:lnTo>
                    <a:pt x="9326880" y="1316736"/>
                  </a:lnTo>
                  <a:lnTo>
                    <a:pt x="0" y="1316736"/>
                  </a:lnTo>
                  <a:close/>
                </a:path>
              </a:pathLst>
            </a:custGeom>
            <a:blipFill>
              <a:blip r:embed="rId3">
                <a:alphaModFix amt="0"/>
              </a:blip>
              <a:stretch>
                <a:fillRect t="-88019" b="-88019"/>
              </a:stretch>
            </a:blipFill>
          </p:spPr>
          <p:txBody>
            <a:bodyPr/>
            <a:lstStyle/>
            <a:p>
              <a:endParaRPr/>
            </a:p>
          </p:txBody>
        </p:sp>
        <p:sp>
          <p:nvSpPr>
            <p:cNvPr id="34" name="TextBox 34"/>
            <p:cNvSpPr txBox="1"/>
            <p:nvPr/>
          </p:nvSpPr>
          <p:spPr>
            <a:xfrm>
              <a:off x="0" y="0"/>
              <a:ext cx="9326880" cy="1316736"/>
            </a:xfrm>
            <a:prstGeom prst="rect">
              <a:avLst/>
            </a:prstGeom>
          </p:spPr>
          <p:txBody>
            <a:bodyPr lIns="0" tIns="0" rIns="0" bIns="0" rtlCol="0" anchor="ctr"/>
            <a:lstStyle/>
            <a:p>
              <a:pPr algn="l">
                <a:lnSpc>
                  <a:spcPts val="2160"/>
                </a:lnSpc>
              </a:pPr>
              <a:r>
                <a:rPr lang="en-US" sz="1800" b="1" spc="6">
                  <a:solidFill>
                    <a:srgbClr val="333333"/>
                  </a:solidFill>
                  <a:latin typeface="Noto Sans Kr Bold"/>
                  <a:ea typeface="Noto Sans Kr Bold"/>
                  <a:cs typeface="Noto Sans Kr Bold"/>
                  <a:sym typeface="Noto Sans Kr Bold"/>
                </a:rPr>
                <a:t>노출 부담</a:t>
              </a:r>
            </a:p>
            <a:p>
              <a:pPr algn="l">
                <a:lnSpc>
                  <a:spcPts val="1980"/>
                </a:lnSpc>
              </a:pPr>
              <a:r>
                <a:rPr lang="en-US" sz="1650" spc="6">
                  <a:solidFill>
                    <a:srgbClr val="4B4B4B"/>
                  </a:solidFill>
                  <a:latin typeface="Noto Sans Kr"/>
                  <a:ea typeface="Noto Sans Kr"/>
                  <a:cs typeface="Noto Sans Kr"/>
                  <a:sym typeface="Noto Sans Kr"/>
                </a:rPr>
                <a:t>C는 A보다 “내 모습이 신경 쓰였다” 점수가 낮다</a:t>
              </a:r>
            </a:p>
          </p:txBody>
        </p:sp>
      </p:grpSp>
      <p:grpSp>
        <p:nvGrpSpPr>
          <p:cNvPr id="35" name="Group 35"/>
          <p:cNvGrpSpPr/>
          <p:nvPr/>
        </p:nvGrpSpPr>
        <p:grpSpPr>
          <a:xfrm>
            <a:off x="813435" y="6231255"/>
            <a:ext cx="8317230" cy="1006602"/>
            <a:chOff x="0" y="0"/>
            <a:chExt cx="11089640" cy="1342136"/>
          </a:xfrm>
        </p:grpSpPr>
        <p:sp>
          <p:nvSpPr>
            <p:cNvPr id="36" name="Freeform 36"/>
            <p:cNvSpPr/>
            <p:nvPr/>
          </p:nvSpPr>
          <p:spPr>
            <a:xfrm>
              <a:off x="0" y="0"/>
              <a:ext cx="11089640" cy="1342136"/>
            </a:xfrm>
            <a:custGeom>
              <a:avLst/>
              <a:gdLst/>
              <a:ahLst/>
              <a:cxnLst/>
              <a:rect l="l" t="t" r="r" b="b"/>
              <a:pathLst>
                <a:path w="11089640" h="1342136">
                  <a:moveTo>
                    <a:pt x="0" y="149098"/>
                  </a:moveTo>
                  <a:cubicBezTo>
                    <a:pt x="0" y="66802"/>
                    <a:pt x="66802" y="0"/>
                    <a:pt x="149098" y="0"/>
                  </a:cubicBezTo>
                  <a:lnTo>
                    <a:pt x="10940542" y="0"/>
                  </a:lnTo>
                  <a:cubicBezTo>
                    <a:pt x="11022838" y="0"/>
                    <a:pt x="11089640" y="66802"/>
                    <a:pt x="11089640" y="149098"/>
                  </a:cubicBezTo>
                  <a:lnTo>
                    <a:pt x="11089640" y="1193038"/>
                  </a:lnTo>
                  <a:cubicBezTo>
                    <a:pt x="11089640" y="1275334"/>
                    <a:pt x="11022838" y="1342136"/>
                    <a:pt x="10940542" y="1342136"/>
                  </a:cubicBezTo>
                  <a:lnTo>
                    <a:pt x="149098" y="1342136"/>
                  </a:lnTo>
                  <a:cubicBezTo>
                    <a:pt x="66802" y="1342136"/>
                    <a:pt x="0" y="1275334"/>
                    <a:pt x="0" y="1193038"/>
                  </a:cubicBezTo>
                  <a:close/>
                </a:path>
              </a:pathLst>
            </a:custGeom>
            <a:solidFill>
              <a:srgbClr val="FFFFFF"/>
            </a:solidFill>
            <a:ln w="19050" cap="sq">
              <a:solidFill>
                <a:srgbClr val="ECEEF3"/>
              </a:solidFill>
              <a:prstDash val="solid"/>
              <a:miter/>
            </a:ln>
            <a:effectLst>
              <a:outerShdw blurRad="228600" dist="38100" dir="5400000" algn="t" rotWithShape="0">
                <a:srgbClr val="1F2A5A">
                  <a:alpha val="11000"/>
                </a:srgbClr>
              </a:outerShdw>
            </a:effectLst>
          </p:spPr>
          <p:txBody>
            <a:bodyPr/>
            <a:lstStyle/>
            <a:p>
              <a:endParaRPr/>
            </a:p>
          </p:txBody>
        </p:sp>
      </p:grpSp>
      <p:grpSp>
        <p:nvGrpSpPr>
          <p:cNvPr id="37" name="Group 37"/>
          <p:cNvGrpSpPr/>
          <p:nvPr/>
        </p:nvGrpSpPr>
        <p:grpSpPr>
          <a:xfrm>
            <a:off x="1097280" y="6240780"/>
            <a:ext cx="822960" cy="987552"/>
            <a:chOff x="0" y="0"/>
            <a:chExt cx="1097280" cy="1316736"/>
          </a:xfrm>
        </p:grpSpPr>
        <p:sp>
          <p:nvSpPr>
            <p:cNvPr id="38" name="Freeform 38"/>
            <p:cNvSpPr/>
            <p:nvPr/>
          </p:nvSpPr>
          <p:spPr>
            <a:xfrm>
              <a:off x="0" y="0"/>
              <a:ext cx="1097280" cy="1316736"/>
            </a:xfrm>
            <a:custGeom>
              <a:avLst/>
              <a:gdLst/>
              <a:ahLst/>
              <a:cxnLst/>
              <a:rect l="l" t="t" r="r" b="b"/>
              <a:pathLst>
                <a:path w="1097280" h="1316736">
                  <a:moveTo>
                    <a:pt x="0" y="0"/>
                  </a:moveTo>
                  <a:lnTo>
                    <a:pt x="1097280" y="0"/>
                  </a:lnTo>
                  <a:lnTo>
                    <a:pt x="1097280" y="1316736"/>
                  </a:lnTo>
                  <a:lnTo>
                    <a:pt x="0" y="1316736"/>
                  </a:lnTo>
                  <a:close/>
                </a:path>
              </a:pathLst>
            </a:custGeom>
            <a:blipFill>
              <a:blip r:embed="rId3">
                <a:alphaModFix amt="0"/>
              </a:blip>
              <a:stretch>
                <a:fillRect l="-103964" r="-103964"/>
              </a:stretch>
            </a:blipFill>
          </p:spPr>
          <p:txBody>
            <a:bodyPr/>
            <a:lstStyle/>
            <a:p>
              <a:endParaRPr/>
            </a:p>
          </p:txBody>
        </p:sp>
        <p:sp>
          <p:nvSpPr>
            <p:cNvPr id="39" name="TextBox 39"/>
            <p:cNvSpPr txBox="1"/>
            <p:nvPr/>
          </p:nvSpPr>
          <p:spPr>
            <a:xfrm>
              <a:off x="0" y="0"/>
              <a:ext cx="1097280" cy="1316736"/>
            </a:xfrm>
            <a:prstGeom prst="rect">
              <a:avLst/>
            </a:prstGeom>
          </p:spPr>
          <p:txBody>
            <a:bodyPr lIns="0" tIns="0" rIns="0" bIns="0" rtlCol="0" anchor="ctr"/>
            <a:lstStyle/>
            <a:p>
              <a:pPr algn="l">
                <a:lnSpc>
                  <a:spcPts val="2879"/>
                </a:lnSpc>
              </a:pPr>
              <a:r>
                <a:rPr lang="en-US" sz="2400" b="1" spc="9">
                  <a:solidFill>
                    <a:srgbClr val="3C55CB"/>
                  </a:solidFill>
                  <a:latin typeface="Noto Sans Kr Bold"/>
                  <a:ea typeface="Noto Sans Kr Bold"/>
                  <a:cs typeface="Noto Sans Kr Bold"/>
                  <a:sym typeface="Noto Sans Kr Bold"/>
                </a:rPr>
                <a:t>H2</a:t>
              </a:r>
            </a:p>
          </p:txBody>
        </p:sp>
      </p:grpSp>
      <p:grpSp>
        <p:nvGrpSpPr>
          <p:cNvPr id="40" name="Group 40"/>
          <p:cNvGrpSpPr/>
          <p:nvPr/>
        </p:nvGrpSpPr>
        <p:grpSpPr>
          <a:xfrm>
            <a:off x="1988820" y="6240780"/>
            <a:ext cx="6995160" cy="987552"/>
            <a:chOff x="0" y="0"/>
            <a:chExt cx="9326880" cy="1316736"/>
          </a:xfrm>
        </p:grpSpPr>
        <p:sp>
          <p:nvSpPr>
            <p:cNvPr id="41" name="Freeform 41"/>
            <p:cNvSpPr/>
            <p:nvPr/>
          </p:nvSpPr>
          <p:spPr>
            <a:xfrm>
              <a:off x="0" y="0"/>
              <a:ext cx="9326880" cy="1316736"/>
            </a:xfrm>
            <a:custGeom>
              <a:avLst/>
              <a:gdLst/>
              <a:ahLst/>
              <a:cxnLst/>
              <a:rect l="l" t="t" r="r" b="b"/>
              <a:pathLst>
                <a:path w="9326880" h="1316736">
                  <a:moveTo>
                    <a:pt x="0" y="0"/>
                  </a:moveTo>
                  <a:lnTo>
                    <a:pt x="9326880" y="0"/>
                  </a:lnTo>
                  <a:lnTo>
                    <a:pt x="9326880" y="1316736"/>
                  </a:lnTo>
                  <a:lnTo>
                    <a:pt x="0" y="1316736"/>
                  </a:lnTo>
                  <a:close/>
                </a:path>
              </a:pathLst>
            </a:custGeom>
            <a:blipFill>
              <a:blip r:embed="rId3">
                <a:alphaModFix amt="0"/>
              </a:blip>
              <a:stretch>
                <a:fillRect t="-88019" b="-88019"/>
              </a:stretch>
            </a:blipFill>
          </p:spPr>
          <p:txBody>
            <a:bodyPr/>
            <a:lstStyle/>
            <a:p>
              <a:endParaRPr/>
            </a:p>
          </p:txBody>
        </p:sp>
        <p:sp>
          <p:nvSpPr>
            <p:cNvPr id="42" name="TextBox 42"/>
            <p:cNvSpPr txBox="1"/>
            <p:nvPr/>
          </p:nvSpPr>
          <p:spPr>
            <a:xfrm>
              <a:off x="0" y="0"/>
              <a:ext cx="9326880" cy="1316736"/>
            </a:xfrm>
            <a:prstGeom prst="rect">
              <a:avLst/>
            </a:prstGeom>
          </p:spPr>
          <p:txBody>
            <a:bodyPr lIns="0" tIns="0" rIns="0" bIns="0" rtlCol="0" anchor="ctr"/>
            <a:lstStyle/>
            <a:p>
              <a:pPr algn="l">
                <a:lnSpc>
                  <a:spcPts val="2160"/>
                </a:lnSpc>
              </a:pPr>
              <a:r>
                <a:rPr lang="en-US" sz="1800" b="1" spc="6">
                  <a:solidFill>
                    <a:srgbClr val="333333"/>
                  </a:solidFill>
                  <a:latin typeface="Noto Sans Kr Bold"/>
                  <a:ea typeface="Noto Sans Kr Bold"/>
                  <a:cs typeface="Noto Sans Kr Bold"/>
                  <a:sym typeface="Noto Sans Kr Bold"/>
                </a:rPr>
                <a:t>함께 공부 효과</a:t>
              </a:r>
            </a:p>
            <a:p>
              <a:pPr algn="l">
                <a:lnSpc>
                  <a:spcPts val="1980"/>
                </a:lnSpc>
              </a:pPr>
              <a:r>
                <a:rPr lang="en-US" sz="1650" spc="6">
                  <a:solidFill>
                    <a:srgbClr val="4B4B4B"/>
                  </a:solidFill>
                  <a:latin typeface="Noto Sans Kr"/>
                  <a:ea typeface="Noto Sans Kr"/>
                  <a:cs typeface="Noto Sans Kr"/>
                  <a:sym typeface="Noto Sans Kr"/>
                </a:rPr>
                <a:t>C는 B보다 초록불 비율·사회적 존재감이 높고 딴짓이 적다</a:t>
              </a:r>
            </a:p>
          </p:txBody>
        </p:sp>
      </p:grpSp>
      <p:grpSp>
        <p:nvGrpSpPr>
          <p:cNvPr id="43" name="Group 43"/>
          <p:cNvGrpSpPr/>
          <p:nvPr/>
        </p:nvGrpSpPr>
        <p:grpSpPr>
          <a:xfrm>
            <a:off x="813435" y="7369683"/>
            <a:ext cx="8317230" cy="1006602"/>
            <a:chOff x="0" y="0"/>
            <a:chExt cx="11089640" cy="1342136"/>
          </a:xfrm>
        </p:grpSpPr>
        <p:sp>
          <p:nvSpPr>
            <p:cNvPr id="44" name="Freeform 44"/>
            <p:cNvSpPr/>
            <p:nvPr/>
          </p:nvSpPr>
          <p:spPr>
            <a:xfrm>
              <a:off x="0" y="0"/>
              <a:ext cx="11089640" cy="1342136"/>
            </a:xfrm>
            <a:custGeom>
              <a:avLst/>
              <a:gdLst/>
              <a:ahLst/>
              <a:cxnLst/>
              <a:rect l="l" t="t" r="r" b="b"/>
              <a:pathLst>
                <a:path w="11089640" h="1342136">
                  <a:moveTo>
                    <a:pt x="0" y="149098"/>
                  </a:moveTo>
                  <a:cubicBezTo>
                    <a:pt x="0" y="66802"/>
                    <a:pt x="66802" y="0"/>
                    <a:pt x="149098" y="0"/>
                  </a:cubicBezTo>
                  <a:lnTo>
                    <a:pt x="10940542" y="0"/>
                  </a:lnTo>
                  <a:cubicBezTo>
                    <a:pt x="11022838" y="0"/>
                    <a:pt x="11089640" y="66802"/>
                    <a:pt x="11089640" y="149098"/>
                  </a:cubicBezTo>
                  <a:lnTo>
                    <a:pt x="11089640" y="1193038"/>
                  </a:lnTo>
                  <a:cubicBezTo>
                    <a:pt x="11089640" y="1275334"/>
                    <a:pt x="11022838" y="1342136"/>
                    <a:pt x="10940542" y="1342136"/>
                  </a:cubicBezTo>
                  <a:lnTo>
                    <a:pt x="149098" y="1342136"/>
                  </a:lnTo>
                  <a:cubicBezTo>
                    <a:pt x="66802" y="1342136"/>
                    <a:pt x="0" y="1275334"/>
                    <a:pt x="0" y="1193038"/>
                  </a:cubicBezTo>
                  <a:close/>
                </a:path>
              </a:pathLst>
            </a:custGeom>
            <a:solidFill>
              <a:srgbClr val="FFFFFF"/>
            </a:solidFill>
            <a:ln w="19050" cap="sq">
              <a:solidFill>
                <a:srgbClr val="ECEEF3"/>
              </a:solidFill>
              <a:prstDash val="solid"/>
              <a:miter/>
            </a:ln>
            <a:effectLst>
              <a:outerShdw blurRad="228600" dist="38100" dir="5400000" algn="t" rotWithShape="0">
                <a:srgbClr val="1F2A5A">
                  <a:alpha val="11000"/>
                </a:srgbClr>
              </a:outerShdw>
            </a:effectLst>
          </p:spPr>
          <p:txBody>
            <a:bodyPr/>
            <a:lstStyle/>
            <a:p>
              <a:endParaRPr/>
            </a:p>
          </p:txBody>
        </p:sp>
      </p:grpSp>
      <p:grpSp>
        <p:nvGrpSpPr>
          <p:cNvPr id="45" name="Group 45"/>
          <p:cNvGrpSpPr/>
          <p:nvPr/>
        </p:nvGrpSpPr>
        <p:grpSpPr>
          <a:xfrm>
            <a:off x="1097280" y="7379208"/>
            <a:ext cx="822960" cy="987552"/>
            <a:chOff x="0" y="0"/>
            <a:chExt cx="1097280" cy="1316736"/>
          </a:xfrm>
        </p:grpSpPr>
        <p:sp>
          <p:nvSpPr>
            <p:cNvPr id="46" name="Freeform 46"/>
            <p:cNvSpPr/>
            <p:nvPr/>
          </p:nvSpPr>
          <p:spPr>
            <a:xfrm>
              <a:off x="0" y="0"/>
              <a:ext cx="1097280" cy="1316736"/>
            </a:xfrm>
            <a:custGeom>
              <a:avLst/>
              <a:gdLst/>
              <a:ahLst/>
              <a:cxnLst/>
              <a:rect l="l" t="t" r="r" b="b"/>
              <a:pathLst>
                <a:path w="1097280" h="1316736">
                  <a:moveTo>
                    <a:pt x="0" y="0"/>
                  </a:moveTo>
                  <a:lnTo>
                    <a:pt x="1097280" y="0"/>
                  </a:lnTo>
                  <a:lnTo>
                    <a:pt x="1097280" y="1316736"/>
                  </a:lnTo>
                  <a:lnTo>
                    <a:pt x="0" y="1316736"/>
                  </a:lnTo>
                  <a:close/>
                </a:path>
              </a:pathLst>
            </a:custGeom>
            <a:blipFill>
              <a:blip r:embed="rId3">
                <a:alphaModFix amt="0"/>
              </a:blip>
              <a:stretch>
                <a:fillRect l="-103964" r="-103964"/>
              </a:stretch>
            </a:blipFill>
          </p:spPr>
          <p:txBody>
            <a:bodyPr/>
            <a:lstStyle/>
            <a:p>
              <a:endParaRPr/>
            </a:p>
          </p:txBody>
        </p:sp>
        <p:sp>
          <p:nvSpPr>
            <p:cNvPr id="47" name="TextBox 47"/>
            <p:cNvSpPr txBox="1"/>
            <p:nvPr/>
          </p:nvSpPr>
          <p:spPr>
            <a:xfrm>
              <a:off x="0" y="0"/>
              <a:ext cx="1097280" cy="1316736"/>
            </a:xfrm>
            <a:prstGeom prst="rect">
              <a:avLst/>
            </a:prstGeom>
          </p:spPr>
          <p:txBody>
            <a:bodyPr lIns="0" tIns="0" rIns="0" bIns="0" rtlCol="0" anchor="ctr"/>
            <a:lstStyle/>
            <a:p>
              <a:pPr algn="l">
                <a:lnSpc>
                  <a:spcPts val="2879"/>
                </a:lnSpc>
              </a:pPr>
              <a:r>
                <a:rPr lang="en-US" sz="2400" b="1" spc="9">
                  <a:solidFill>
                    <a:srgbClr val="3C55CB"/>
                  </a:solidFill>
                  <a:latin typeface="Noto Sans Kr Bold"/>
                  <a:ea typeface="Noto Sans Kr Bold"/>
                  <a:cs typeface="Noto Sans Kr Bold"/>
                  <a:sym typeface="Noto Sans Kr Bold"/>
                </a:rPr>
                <a:t>H3</a:t>
              </a:r>
            </a:p>
          </p:txBody>
        </p:sp>
      </p:grpSp>
      <p:grpSp>
        <p:nvGrpSpPr>
          <p:cNvPr id="48" name="Group 48"/>
          <p:cNvGrpSpPr/>
          <p:nvPr/>
        </p:nvGrpSpPr>
        <p:grpSpPr>
          <a:xfrm>
            <a:off x="1988820" y="7379208"/>
            <a:ext cx="6995160" cy="987552"/>
            <a:chOff x="0" y="0"/>
            <a:chExt cx="9326880" cy="1316736"/>
          </a:xfrm>
        </p:grpSpPr>
        <p:sp>
          <p:nvSpPr>
            <p:cNvPr id="49" name="Freeform 49"/>
            <p:cNvSpPr/>
            <p:nvPr/>
          </p:nvSpPr>
          <p:spPr>
            <a:xfrm>
              <a:off x="0" y="0"/>
              <a:ext cx="9326880" cy="1316736"/>
            </a:xfrm>
            <a:custGeom>
              <a:avLst/>
              <a:gdLst/>
              <a:ahLst/>
              <a:cxnLst/>
              <a:rect l="l" t="t" r="r" b="b"/>
              <a:pathLst>
                <a:path w="9326880" h="1316736">
                  <a:moveTo>
                    <a:pt x="0" y="0"/>
                  </a:moveTo>
                  <a:lnTo>
                    <a:pt x="9326880" y="0"/>
                  </a:lnTo>
                  <a:lnTo>
                    <a:pt x="9326880" y="1316736"/>
                  </a:lnTo>
                  <a:lnTo>
                    <a:pt x="0" y="1316736"/>
                  </a:lnTo>
                  <a:close/>
                </a:path>
              </a:pathLst>
            </a:custGeom>
            <a:blipFill>
              <a:blip r:embed="rId3">
                <a:alphaModFix amt="0"/>
              </a:blip>
              <a:stretch>
                <a:fillRect t="-88019" b="-88019"/>
              </a:stretch>
            </a:blipFill>
          </p:spPr>
          <p:txBody>
            <a:bodyPr/>
            <a:lstStyle/>
            <a:p>
              <a:endParaRPr/>
            </a:p>
          </p:txBody>
        </p:sp>
        <p:sp>
          <p:nvSpPr>
            <p:cNvPr id="50" name="TextBox 50"/>
            <p:cNvSpPr txBox="1"/>
            <p:nvPr/>
          </p:nvSpPr>
          <p:spPr>
            <a:xfrm>
              <a:off x="0" y="0"/>
              <a:ext cx="9326880" cy="1316736"/>
            </a:xfrm>
            <a:prstGeom prst="rect">
              <a:avLst/>
            </a:prstGeom>
          </p:spPr>
          <p:txBody>
            <a:bodyPr lIns="0" tIns="0" rIns="0" bIns="0" rtlCol="0" anchor="ctr"/>
            <a:lstStyle/>
            <a:p>
              <a:pPr algn="l">
                <a:lnSpc>
                  <a:spcPts val="2160"/>
                </a:lnSpc>
              </a:pPr>
              <a:r>
                <a:rPr lang="en-US" sz="1800" b="1" spc="6">
                  <a:solidFill>
                    <a:srgbClr val="333333"/>
                  </a:solidFill>
                  <a:latin typeface="Noto Sans Kr Bold"/>
                  <a:ea typeface="Noto Sans Kr Bold"/>
                  <a:cs typeface="Noto Sans Kr Bold"/>
                  <a:sym typeface="Noto Sans Kr Bold"/>
                </a:rPr>
                <a:t>공부 성과</a:t>
              </a:r>
            </a:p>
            <a:p>
              <a:pPr algn="l">
                <a:lnSpc>
                  <a:spcPts val="1980"/>
                </a:lnSpc>
              </a:pPr>
              <a:r>
                <a:rPr lang="en-US" sz="1650" spc="6">
                  <a:solidFill>
                    <a:srgbClr val="4B4B4B"/>
                  </a:solidFill>
                  <a:latin typeface="Noto Sans Kr"/>
                  <a:ea typeface="Noto Sans Kr"/>
                  <a:cs typeface="Noto Sans Kr"/>
                  <a:sym typeface="Noto Sans Kr"/>
                </a:rPr>
                <a:t>C는 B보다 성과가 같거나 높고, A와 비슷하거나 높다</a:t>
              </a:r>
            </a:p>
          </p:txBody>
        </p:sp>
      </p:grpSp>
      <p:sp>
        <p:nvSpPr>
          <p:cNvPr id="51" name="TextBox 51"/>
          <p:cNvSpPr txBox="1"/>
          <p:nvPr/>
        </p:nvSpPr>
        <p:spPr>
          <a:xfrm>
            <a:off x="9669780" y="2221992"/>
            <a:ext cx="7818120" cy="295275"/>
          </a:xfrm>
          <a:prstGeom prst="rect">
            <a:avLst/>
          </a:prstGeom>
        </p:spPr>
        <p:txBody>
          <a:bodyPr lIns="0" tIns="0" rIns="0" bIns="0" rtlCol="0" anchor="t">
            <a:spAutoFit/>
          </a:bodyPr>
          <a:lstStyle/>
          <a:p>
            <a:pPr algn="l">
              <a:lnSpc>
                <a:spcPts val="2340"/>
              </a:lnSpc>
            </a:pPr>
            <a:r>
              <a:rPr lang="en-US" sz="1950" b="1" spc="7">
                <a:solidFill>
                  <a:srgbClr val="333333"/>
                </a:solidFill>
                <a:latin typeface="Noto Sans Kr Bold"/>
                <a:ea typeface="Noto Sans Kr Bold"/>
                <a:cs typeface="Noto Sans Kr Bold"/>
                <a:sym typeface="Noto Sans Kr Bold"/>
              </a:rPr>
              <a:t>실험 설계 — 참가자 내 설계, 대학생 24명</a:t>
            </a:r>
          </a:p>
        </p:txBody>
      </p:sp>
      <p:sp>
        <p:nvSpPr>
          <p:cNvPr id="52" name="TextBox 52"/>
          <p:cNvSpPr txBox="1"/>
          <p:nvPr/>
        </p:nvSpPr>
        <p:spPr>
          <a:xfrm>
            <a:off x="9669780" y="2715768"/>
            <a:ext cx="7749540" cy="1005840"/>
          </a:xfrm>
          <a:prstGeom prst="rect">
            <a:avLst/>
          </a:prstGeom>
        </p:spPr>
        <p:txBody>
          <a:bodyPr lIns="0" tIns="0" rIns="0" bIns="0" rtlCol="0" anchor="t">
            <a:spAutoFit/>
          </a:bodyPr>
          <a:lstStyle/>
          <a:p>
            <a:pPr marL="298609" lvl="1" indent="-149304" algn="l">
              <a:lnSpc>
                <a:spcPts val="1980"/>
              </a:lnSpc>
              <a:buFont typeface="Arial"/>
              <a:buChar char="•"/>
            </a:pPr>
            <a:r>
              <a:rPr lang="en-US" sz="1650" spc="6">
                <a:solidFill>
                  <a:srgbClr val="4B4B4B"/>
                </a:solidFill>
                <a:latin typeface="Noto Sans Kr"/>
                <a:ea typeface="Noto Sans Kr"/>
                <a:cs typeface="Noto Sans Kr"/>
                <a:sym typeface="Noto Sans Kr"/>
              </a:rPr>
              <a:t>6개 조가 같은 시간·공간에 모여 실제로 “함께” 공부</a:t>
            </a:r>
          </a:p>
          <a:p>
            <a:pPr marL="298609" lvl="1" indent="-149304" algn="l">
              <a:lnSpc>
                <a:spcPts val="1980"/>
              </a:lnSpc>
              <a:buFont typeface="Arial"/>
              <a:buChar char="•"/>
            </a:pPr>
            <a:r>
              <a:rPr lang="en-US" sz="1650" spc="6">
                <a:solidFill>
                  <a:srgbClr val="4B4B4B"/>
                </a:solidFill>
                <a:latin typeface="Noto Sans Kr"/>
                <a:ea typeface="Noto Sans Kr"/>
                <a:cs typeface="Noto Sans Kr"/>
                <a:sym typeface="Noto Sans Kr"/>
              </a:rPr>
              <a:t>세 조건의 6가지 순서를 조마다 하나씩 → 위치 효과 · 이월 효과 상쇄</a:t>
            </a:r>
          </a:p>
          <a:p>
            <a:pPr marL="298609" lvl="1" indent="-149304" algn="l">
              <a:lnSpc>
                <a:spcPts val="1980"/>
              </a:lnSpc>
              <a:buFont typeface="Arial"/>
              <a:buChar char="•"/>
            </a:pPr>
            <a:r>
              <a:rPr lang="en-US" sz="1650" spc="6">
                <a:solidFill>
                  <a:srgbClr val="4B4B4B"/>
                </a:solidFill>
                <a:latin typeface="Noto Sans Kr"/>
                <a:ea typeface="Noto Sans Kr"/>
                <a:cs typeface="Noto Sans Kr"/>
                <a:sym typeface="Noto Sans Kr"/>
              </a:rPr>
              <a:t>B·C는 화면·트래킹이 같고 캐릭터 노출만 달라 “함께 공부 효과”를 분리</a:t>
            </a:r>
          </a:p>
          <a:p>
            <a:pPr marL="298609" lvl="1" indent="-149304" algn="l">
              <a:lnSpc>
                <a:spcPts val="1980"/>
              </a:lnSpc>
              <a:buFont typeface="Arial"/>
              <a:buChar char="•"/>
            </a:pPr>
            <a:r>
              <a:rPr lang="en-US" sz="1650" spc="6">
                <a:solidFill>
                  <a:srgbClr val="4B4B4B"/>
                </a:solidFill>
                <a:latin typeface="Noto Sans Kr"/>
                <a:ea typeface="Noto Sans Kr"/>
                <a:cs typeface="Noto Sans Kr"/>
                <a:sym typeface="Noto Sans Kr"/>
              </a:rPr>
              <a:t>전원 학습 기기 ‘미사용’ · A(Zoom)는 설문·공부 성과로만 비교</a:t>
            </a:r>
          </a:p>
        </p:txBody>
      </p:sp>
      <p:graphicFrame>
        <p:nvGraphicFramePr>
          <p:cNvPr id="53" name="Table 53"/>
          <p:cNvGraphicFramePr>
            <a:graphicFrameLocks noGrp="1"/>
          </p:cNvGraphicFramePr>
          <p:nvPr/>
        </p:nvGraphicFramePr>
        <p:xfrm>
          <a:off x="9669780" y="3968877"/>
          <a:ext cx="7696200" cy="2524124"/>
        </p:xfrm>
        <a:graphic>
          <a:graphicData uri="http://schemas.openxmlformats.org/drawingml/2006/table">
            <a:tbl>
              <a:tblPr/>
              <a:tblGrid>
                <a:gridCol w="827369">
                  <a:extLst>
                    <a:ext uri="{9D8B030D-6E8A-4147-A177-3AD203B41FA5}">
                      <a16:colId xmlns:a16="http://schemas.microsoft.com/office/drawing/2014/main" val="20000"/>
                    </a:ext>
                  </a:extLst>
                </a:gridCol>
                <a:gridCol w="894003">
                  <a:extLst>
                    <a:ext uri="{9D8B030D-6E8A-4147-A177-3AD203B41FA5}">
                      <a16:colId xmlns:a16="http://schemas.microsoft.com/office/drawing/2014/main" val="20001"/>
                    </a:ext>
                  </a:extLst>
                </a:gridCol>
                <a:gridCol w="2126728">
                  <a:extLst>
                    <a:ext uri="{9D8B030D-6E8A-4147-A177-3AD203B41FA5}">
                      <a16:colId xmlns:a16="http://schemas.microsoft.com/office/drawing/2014/main" val="20002"/>
                    </a:ext>
                  </a:extLst>
                </a:gridCol>
                <a:gridCol w="827369">
                  <a:extLst>
                    <a:ext uri="{9D8B030D-6E8A-4147-A177-3AD203B41FA5}">
                      <a16:colId xmlns:a16="http://schemas.microsoft.com/office/drawing/2014/main" val="20003"/>
                    </a:ext>
                  </a:extLst>
                </a:gridCol>
                <a:gridCol w="894003">
                  <a:extLst>
                    <a:ext uri="{9D8B030D-6E8A-4147-A177-3AD203B41FA5}">
                      <a16:colId xmlns:a16="http://schemas.microsoft.com/office/drawing/2014/main" val="20004"/>
                    </a:ext>
                  </a:extLst>
                </a:gridCol>
                <a:gridCol w="2126728">
                  <a:extLst>
                    <a:ext uri="{9D8B030D-6E8A-4147-A177-3AD203B41FA5}">
                      <a16:colId xmlns:a16="http://schemas.microsoft.com/office/drawing/2014/main" val="20005"/>
                    </a:ext>
                  </a:extLst>
                </a:gridCol>
              </a:tblGrid>
              <a:tr h="631031">
                <a:tc>
                  <a:txBody>
                    <a:bodyPr/>
                    <a:lstStyle/>
                    <a:p>
                      <a:pPr algn="ctr">
                        <a:lnSpc>
                          <a:spcPts val="1889"/>
                        </a:lnSpc>
                        <a:defRPr/>
                      </a:pPr>
                      <a:r>
                        <a:rPr lang="en-US" sz="1575" b="1" spc="6">
                          <a:solidFill>
                            <a:srgbClr val="FFFFFF"/>
                          </a:solidFill>
                          <a:latin typeface="Noto Sans Kr Bold"/>
                          <a:ea typeface="Noto Sans Kr Bold"/>
                          <a:cs typeface="Noto Sans Kr Bold"/>
                          <a:sym typeface="Noto Sans Kr Bold"/>
                        </a:rPr>
                        <a:t>조</a:t>
                      </a:r>
                      <a:endParaRPr lang="en-US" sz="1100"/>
                    </a:p>
                  </a:txBody>
                  <a:tcPr marL="0" marR="0" marT="0" marB="0" anchor="ctr">
                    <a:lnL w="9525" cap="flat" cmpd="sng" algn="ctr">
                      <a:solidFill>
                        <a:srgbClr val="DDE0E6"/>
                      </a:solidFill>
                      <a:prstDash val="solid"/>
                      <a:round/>
                      <a:headEnd type="none" w="med" len="med"/>
                      <a:tailEnd type="none" w="med" len="med"/>
                    </a:lnL>
                    <a:lnR w="9525" cap="flat" cmpd="sng" algn="ctr">
                      <a:solidFill>
                        <a:srgbClr val="DDE0E6"/>
                      </a:solidFill>
                      <a:prstDash val="solid"/>
                      <a:round/>
                      <a:headEnd type="none" w="med" len="med"/>
                      <a:tailEnd type="none" w="med" len="med"/>
                    </a:lnR>
                    <a:lnT w="9525" cap="flat" cmpd="sng" algn="ctr">
                      <a:solidFill>
                        <a:srgbClr val="DDE0E6"/>
                      </a:solidFill>
                      <a:prstDash val="solid"/>
                      <a:round/>
                      <a:headEnd type="none" w="med" len="med"/>
                      <a:tailEnd type="none" w="med" len="med"/>
                    </a:lnT>
                    <a:lnB w="9525" cap="flat" cmpd="sng" algn="ctr">
                      <a:solidFill>
                        <a:srgbClr val="DDE0E6"/>
                      </a:solidFill>
                      <a:prstDash val="solid"/>
                      <a:round/>
                      <a:headEnd type="none" w="med" len="med"/>
                      <a:tailEnd type="none" w="med" len="med"/>
                    </a:lnB>
                    <a:solidFill>
                      <a:srgbClr val="3C55CB"/>
                    </a:solidFill>
                  </a:tcPr>
                </a:tc>
                <a:tc>
                  <a:txBody>
                    <a:bodyPr/>
                    <a:lstStyle/>
                    <a:p>
                      <a:pPr algn="ctr">
                        <a:lnSpc>
                          <a:spcPts val="1889"/>
                        </a:lnSpc>
                        <a:defRPr/>
                      </a:pPr>
                      <a:r>
                        <a:rPr lang="en-US" sz="1575" b="1" spc="6">
                          <a:solidFill>
                            <a:srgbClr val="FFFFFF"/>
                          </a:solidFill>
                          <a:latin typeface="Noto Sans Kr Bold"/>
                          <a:ea typeface="Noto Sans Kr Bold"/>
                          <a:cs typeface="Noto Sans Kr Bold"/>
                          <a:sym typeface="Noto Sans Kr Bold"/>
                        </a:rPr>
                        <a:t>인원</a:t>
                      </a:r>
                      <a:endParaRPr lang="en-US" sz="1100"/>
                    </a:p>
                  </a:txBody>
                  <a:tcPr marL="0" marR="0" marT="0" marB="0" anchor="ctr">
                    <a:lnL w="9525" cap="flat" cmpd="sng" algn="ctr">
                      <a:solidFill>
                        <a:srgbClr val="DDE0E6"/>
                      </a:solidFill>
                      <a:prstDash val="solid"/>
                      <a:round/>
                      <a:headEnd type="none" w="med" len="med"/>
                      <a:tailEnd type="none" w="med" len="med"/>
                    </a:lnL>
                    <a:lnR w="9525" cap="flat" cmpd="sng" algn="ctr">
                      <a:solidFill>
                        <a:srgbClr val="DDE0E6"/>
                      </a:solidFill>
                      <a:prstDash val="solid"/>
                      <a:round/>
                      <a:headEnd type="none" w="med" len="med"/>
                      <a:tailEnd type="none" w="med" len="med"/>
                    </a:lnR>
                    <a:lnT w="9525" cap="flat" cmpd="sng" algn="ctr">
                      <a:solidFill>
                        <a:srgbClr val="DDE0E6"/>
                      </a:solidFill>
                      <a:prstDash val="solid"/>
                      <a:round/>
                      <a:headEnd type="none" w="med" len="med"/>
                      <a:tailEnd type="none" w="med" len="med"/>
                    </a:lnT>
                    <a:lnB w="9525" cap="flat" cmpd="sng" algn="ctr">
                      <a:solidFill>
                        <a:srgbClr val="DDE0E6"/>
                      </a:solidFill>
                      <a:prstDash val="solid"/>
                      <a:round/>
                      <a:headEnd type="none" w="med" len="med"/>
                      <a:tailEnd type="none" w="med" len="med"/>
                    </a:lnB>
                    <a:solidFill>
                      <a:srgbClr val="3C55CB"/>
                    </a:solidFill>
                  </a:tcPr>
                </a:tc>
                <a:tc>
                  <a:txBody>
                    <a:bodyPr/>
                    <a:lstStyle/>
                    <a:p>
                      <a:pPr algn="ctr">
                        <a:lnSpc>
                          <a:spcPts val="1889"/>
                        </a:lnSpc>
                        <a:defRPr/>
                      </a:pPr>
                      <a:r>
                        <a:rPr lang="en-US" sz="1575" b="1" spc="6">
                          <a:solidFill>
                            <a:srgbClr val="FFFFFF"/>
                          </a:solidFill>
                          <a:latin typeface="Noto Sans Kr Bold"/>
                          <a:ea typeface="Noto Sans Kr Bold"/>
                          <a:cs typeface="Noto Sans Kr Bold"/>
                          <a:sym typeface="Noto Sans Kr Bold"/>
                        </a:rPr>
                        <a:t>조건 순서</a:t>
                      </a:r>
                      <a:endParaRPr lang="en-US" sz="1100"/>
                    </a:p>
                  </a:txBody>
                  <a:tcPr marL="0" marR="0" marT="0" marB="0" anchor="ctr">
                    <a:lnL w="9525" cap="flat" cmpd="sng" algn="ctr">
                      <a:solidFill>
                        <a:srgbClr val="DDE0E6"/>
                      </a:solidFill>
                      <a:prstDash val="solid"/>
                      <a:round/>
                      <a:headEnd type="none" w="med" len="med"/>
                      <a:tailEnd type="none" w="med" len="med"/>
                    </a:lnL>
                    <a:lnR w="9525" cap="flat" cmpd="sng" algn="ctr">
                      <a:solidFill>
                        <a:srgbClr val="DDE0E6"/>
                      </a:solidFill>
                      <a:prstDash val="solid"/>
                      <a:round/>
                      <a:headEnd type="none" w="med" len="med"/>
                      <a:tailEnd type="none" w="med" len="med"/>
                    </a:lnR>
                    <a:lnT w="9525" cap="flat" cmpd="sng" algn="ctr">
                      <a:solidFill>
                        <a:srgbClr val="DDE0E6"/>
                      </a:solidFill>
                      <a:prstDash val="solid"/>
                      <a:round/>
                      <a:headEnd type="none" w="med" len="med"/>
                      <a:tailEnd type="none" w="med" len="med"/>
                    </a:lnT>
                    <a:lnB w="9525" cap="flat" cmpd="sng" algn="ctr">
                      <a:solidFill>
                        <a:srgbClr val="DDE0E6"/>
                      </a:solidFill>
                      <a:prstDash val="solid"/>
                      <a:round/>
                      <a:headEnd type="none" w="med" len="med"/>
                      <a:tailEnd type="none" w="med" len="med"/>
                    </a:lnB>
                    <a:solidFill>
                      <a:srgbClr val="3C55CB"/>
                    </a:solidFill>
                  </a:tcPr>
                </a:tc>
                <a:tc>
                  <a:txBody>
                    <a:bodyPr/>
                    <a:lstStyle/>
                    <a:p>
                      <a:pPr algn="ctr">
                        <a:lnSpc>
                          <a:spcPts val="1889"/>
                        </a:lnSpc>
                        <a:defRPr/>
                      </a:pPr>
                      <a:r>
                        <a:rPr lang="en-US" sz="1575" b="1" spc="6">
                          <a:solidFill>
                            <a:srgbClr val="FFFFFF"/>
                          </a:solidFill>
                          <a:latin typeface="Noto Sans Kr Bold"/>
                          <a:ea typeface="Noto Sans Kr Bold"/>
                          <a:cs typeface="Noto Sans Kr Bold"/>
                          <a:sym typeface="Noto Sans Kr Bold"/>
                        </a:rPr>
                        <a:t>조</a:t>
                      </a:r>
                      <a:endParaRPr lang="en-US" sz="1100"/>
                    </a:p>
                  </a:txBody>
                  <a:tcPr marL="0" marR="0" marT="0" marB="0" anchor="ctr">
                    <a:lnL w="9525" cap="flat" cmpd="sng" algn="ctr">
                      <a:solidFill>
                        <a:srgbClr val="DDE0E6"/>
                      </a:solidFill>
                      <a:prstDash val="solid"/>
                      <a:round/>
                      <a:headEnd type="none" w="med" len="med"/>
                      <a:tailEnd type="none" w="med" len="med"/>
                    </a:lnL>
                    <a:lnR w="9525" cap="flat" cmpd="sng" algn="ctr">
                      <a:solidFill>
                        <a:srgbClr val="DDE0E6"/>
                      </a:solidFill>
                      <a:prstDash val="solid"/>
                      <a:round/>
                      <a:headEnd type="none" w="med" len="med"/>
                      <a:tailEnd type="none" w="med" len="med"/>
                    </a:lnR>
                    <a:lnT w="9525" cap="flat" cmpd="sng" algn="ctr">
                      <a:solidFill>
                        <a:srgbClr val="DDE0E6"/>
                      </a:solidFill>
                      <a:prstDash val="solid"/>
                      <a:round/>
                      <a:headEnd type="none" w="med" len="med"/>
                      <a:tailEnd type="none" w="med" len="med"/>
                    </a:lnT>
                    <a:lnB w="9525" cap="flat" cmpd="sng" algn="ctr">
                      <a:solidFill>
                        <a:srgbClr val="DDE0E6"/>
                      </a:solidFill>
                      <a:prstDash val="solid"/>
                      <a:round/>
                      <a:headEnd type="none" w="med" len="med"/>
                      <a:tailEnd type="none" w="med" len="med"/>
                    </a:lnB>
                    <a:solidFill>
                      <a:srgbClr val="3C55CB"/>
                    </a:solidFill>
                  </a:tcPr>
                </a:tc>
                <a:tc>
                  <a:txBody>
                    <a:bodyPr/>
                    <a:lstStyle/>
                    <a:p>
                      <a:pPr algn="ctr">
                        <a:lnSpc>
                          <a:spcPts val="1889"/>
                        </a:lnSpc>
                        <a:defRPr/>
                      </a:pPr>
                      <a:r>
                        <a:rPr lang="en-US" sz="1575" b="1" spc="6">
                          <a:solidFill>
                            <a:srgbClr val="FFFFFF"/>
                          </a:solidFill>
                          <a:latin typeface="Noto Sans Kr Bold"/>
                          <a:ea typeface="Noto Sans Kr Bold"/>
                          <a:cs typeface="Noto Sans Kr Bold"/>
                          <a:sym typeface="Noto Sans Kr Bold"/>
                        </a:rPr>
                        <a:t>인원</a:t>
                      </a:r>
                      <a:endParaRPr lang="en-US" sz="1100"/>
                    </a:p>
                  </a:txBody>
                  <a:tcPr marL="0" marR="0" marT="0" marB="0" anchor="ctr">
                    <a:lnL w="9525" cap="flat" cmpd="sng" algn="ctr">
                      <a:solidFill>
                        <a:srgbClr val="DDE0E6"/>
                      </a:solidFill>
                      <a:prstDash val="solid"/>
                      <a:round/>
                      <a:headEnd type="none" w="med" len="med"/>
                      <a:tailEnd type="none" w="med" len="med"/>
                    </a:lnL>
                    <a:lnR w="9525" cap="flat" cmpd="sng" algn="ctr">
                      <a:solidFill>
                        <a:srgbClr val="DDE0E6"/>
                      </a:solidFill>
                      <a:prstDash val="solid"/>
                      <a:round/>
                      <a:headEnd type="none" w="med" len="med"/>
                      <a:tailEnd type="none" w="med" len="med"/>
                    </a:lnR>
                    <a:lnT w="9525" cap="flat" cmpd="sng" algn="ctr">
                      <a:solidFill>
                        <a:srgbClr val="DDE0E6"/>
                      </a:solidFill>
                      <a:prstDash val="solid"/>
                      <a:round/>
                      <a:headEnd type="none" w="med" len="med"/>
                      <a:tailEnd type="none" w="med" len="med"/>
                    </a:lnT>
                    <a:lnB w="9525" cap="flat" cmpd="sng" algn="ctr">
                      <a:solidFill>
                        <a:srgbClr val="DDE0E6"/>
                      </a:solidFill>
                      <a:prstDash val="solid"/>
                      <a:round/>
                      <a:headEnd type="none" w="med" len="med"/>
                      <a:tailEnd type="none" w="med" len="med"/>
                    </a:lnB>
                    <a:solidFill>
                      <a:srgbClr val="3C55CB"/>
                    </a:solidFill>
                  </a:tcPr>
                </a:tc>
                <a:tc>
                  <a:txBody>
                    <a:bodyPr/>
                    <a:lstStyle/>
                    <a:p>
                      <a:pPr algn="ctr">
                        <a:lnSpc>
                          <a:spcPts val="1889"/>
                        </a:lnSpc>
                        <a:defRPr/>
                      </a:pPr>
                      <a:r>
                        <a:rPr lang="en-US" sz="1575" b="1" spc="6">
                          <a:solidFill>
                            <a:srgbClr val="FFFFFF"/>
                          </a:solidFill>
                          <a:latin typeface="Noto Sans Kr Bold"/>
                          <a:ea typeface="Noto Sans Kr Bold"/>
                          <a:cs typeface="Noto Sans Kr Bold"/>
                          <a:sym typeface="Noto Sans Kr Bold"/>
                        </a:rPr>
                        <a:t>조건 순서</a:t>
                      </a:r>
                      <a:endParaRPr lang="en-US" sz="1100"/>
                    </a:p>
                  </a:txBody>
                  <a:tcPr marL="0" marR="0" marT="0" marB="0" anchor="ctr">
                    <a:lnL w="9525" cap="flat" cmpd="sng" algn="ctr">
                      <a:solidFill>
                        <a:srgbClr val="DDE0E6"/>
                      </a:solidFill>
                      <a:prstDash val="solid"/>
                      <a:round/>
                      <a:headEnd type="none" w="med" len="med"/>
                      <a:tailEnd type="none" w="med" len="med"/>
                    </a:lnL>
                    <a:lnR w="9525" cap="flat" cmpd="sng" algn="ctr">
                      <a:solidFill>
                        <a:srgbClr val="DDE0E6"/>
                      </a:solidFill>
                      <a:prstDash val="solid"/>
                      <a:round/>
                      <a:headEnd type="none" w="med" len="med"/>
                      <a:tailEnd type="none" w="med" len="med"/>
                    </a:lnR>
                    <a:lnT w="9525" cap="flat" cmpd="sng" algn="ctr">
                      <a:solidFill>
                        <a:srgbClr val="DDE0E6"/>
                      </a:solidFill>
                      <a:prstDash val="solid"/>
                      <a:round/>
                      <a:headEnd type="none" w="med" len="med"/>
                      <a:tailEnd type="none" w="med" len="med"/>
                    </a:lnT>
                    <a:lnB w="9525" cap="flat" cmpd="sng" algn="ctr">
                      <a:solidFill>
                        <a:srgbClr val="DDE0E6"/>
                      </a:solidFill>
                      <a:prstDash val="solid"/>
                      <a:round/>
                      <a:headEnd type="none" w="med" len="med"/>
                      <a:tailEnd type="none" w="med" len="med"/>
                    </a:lnB>
                    <a:solidFill>
                      <a:srgbClr val="3C55CB"/>
                    </a:solidFill>
                  </a:tcPr>
                </a:tc>
                <a:extLst>
                  <a:ext uri="{0D108BD9-81ED-4DB2-BD59-A6C34878D82A}">
                    <a16:rowId xmlns:a16="http://schemas.microsoft.com/office/drawing/2014/main" val="10000"/>
                  </a:ext>
                </a:extLst>
              </a:tr>
              <a:tr h="631031">
                <a:tc>
                  <a:txBody>
                    <a:bodyPr/>
                    <a:lstStyle/>
                    <a:p>
                      <a:pPr algn="ctr">
                        <a:lnSpc>
                          <a:spcPts val="1889"/>
                        </a:lnSpc>
                        <a:defRPr/>
                      </a:pPr>
                      <a:r>
                        <a:rPr lang="en-US" sz="1575" spc="6">
                          <a:solidFill>
                            <a:srgbClr val="333333"/>
                          </a:solidFill>
                          <a:latin typeface="Noto Sans Kr"/>
                          <a:ea typeface="Noto Sans Kr"/>
                          <a:cs typeface="Noto Sans Kr"/>
                          <a:sym typeface="Noto Sans Kr"/>
                        </a:rPr>
                        <a:t>1조</a:t>
                      </a:r>
                      <a:endParaRPr lang="en-US" sz="1100"/>
                    </a:p>
                  </a:txBody>
                  <a:tcPr marL="0" marR="0" marT="0" marB="0" anchor="ctr">
                    <a:lnL w="9525" cap="flat" cmpd="sng" algn="ctr">
                      <a:solidFill>
                        <a:srgbClr val="DDE0E6"/>
                      </a:solidFill>
                      <a:prstDash val="solid"/>
                      <a:round/>
                      <a:headEnd type="none" w="med" len="med"/>
                      <a:tailEnd type="none" w="med" len="med"/>
                    </a:lnL>
                    <a:lnR w="9525" cap="flat" cmpd="sng" algn="ctr">
                      <a:solidFill>
                        <a:srgbClr val="DDE0E6"/>
                      </a:solidFill>
                      <a:prstDash val="solid"/>
                      <a:round/>
                      <a:headEnd type="none" w="med" len="med"/>
                      <a:tailEnd type="none" w="med" len="med"/>
                    </a:lnR>
                    <a:lnT w="9525" cap="flat" cmpd="sng" algn="ctr">
                      <a:solidFill>
                        <a:srgbClr val="DDE0E6"/>
                      </a:solidFill>
                      <a:prstDash val="solid"/>
                      <a:round/>
                      <a:headEnd type="none" w="med" len="med"/>
                      <a:tailEnd type="none" w="med" len="med"/>
                    </a:lnT>
                    <a:lnB w="9525" cap="flat" cmpd="sng" algn="ctr">
                      <a:solidFill>
                        <a:srgbClr val="DDE0E6"/>
                      </a:solidFill>
                      <a:prstDash val="solid"/>
                      <a:round/>
                      <a:headEnd type="none" w="med" len="med"/>
                      <a:tailEnd type="none" w="med" len="med"/>
                    </a:lnB>
                    <a:solidFill>
                      <a:srgbClr val="FFFFFF"/>
                    </a:solidFill>
                  </a:tcPr>
                </a:tc>
                <a:tc>
                  <a:txBody>
                    <a:bodyPr/>
                    <a:lstStyle/>
                    <a:p>
                      <a:pPr algn="ctr">
                        <a:lnSpc>
                          <a:spcPts val="1889"/>
                        </a:lnSpc>
                        <a:defRPr/>
                      </a:pPr>
                      <a:r>
                        <a:rPr lang="en-US" sz="1575" spc="6">
                          <a:solidFill>
                            <a:srgbClr val="333333"/>
                          </a:solidFill>
                          <a:latin typeface="Noto Sans Kr"/>
                          <a:ea typeface="Noto Sans Kr"/>
                          <a:cs typeface="Noto Sans Kr"/>
                          <a:sym typeface="Noto Sans Kr"/>
                        </a:rPr>
                        <a:t>4명</a:t>
                      </a:r>
                      <a:endParaRPr lang="en-US" sz="1100"/>
                    </a:p>
                  </a:txBody>
                  <a:tcPr marL="0" marR="0" marT="0" marB="0" anchor="ctr">
                    <a:lnL w="9525" cap="flat" cmpd="sng" algn="ctr">
                      <a:solidFill>
                        <a:srgbClr val="DDE0E6"/>
                      </a:solidFill>
                      <a:prstDash val="solid"/>
                      <a:round/>
                      <a:headEnd type="none" w="med" len="med"/>
                      <a:tailEnd type="none" w="med" len="med"/>
                    </a:lnL>
                    <a:lnR w="9525" cap="flat" cmpd="sng" algn="ctr">
                      <a:solidFill>
                        <a:srgbClr val="DDE0E6"/>
                      </a:solidFill>
                      <a:prstDash val="solid"/>
                      <a:round/>
                      <a:headEnd type="none" w="med" len="med"/>
                      <a:tailEnd type="none" w="med" len="med"/>
                    </a:lnR>
                    <a:lnT w="9525" cap="flat" cmpd="sng" algn="ctr">
                      <a:solidFill>
                        <a:srgbClr val="DDE0E6"/>
                      </a:solidFill>
                      <a:prstDash val="solid"/>
                      <a:round/>
                      <a:headEnd type="none" w="med" len="med"/>
                      <a:tailEnd type="none" w="med" len="med"/>
                    </a:lnT>
                    <a:lnB w="9525" cap="flat" cmpd="sng" algn="ctr">
                      <a:solidFill>
                        <a:srgbClr val="DDE0E6"/>
                      </a:solidFill>
                      <a:prstDash val="solid"/>
                      <a:round/>
                      <a:headEnd type="none" w="med" len="med"/>
                      <a:tailEnd type="none" w="med" len="med"/>
                    </a:lnB>
                    <a:solidFill>
                      <a:srgbClr val="FFFFFF"/>
                    </a:solidFill>
                  </a:tcPr>
                </a:tc>
                <a:tc>
                  <a:txBody>
                    <a:bodyPr/>
                    <a:lstStyle/>
                    <a:p>
                      <a:pPr algn="ctr">
                        <a:lnSpc>
                          <a:spcPts val="1889"/>
                        </a:lnSpc>
                        <a:defRPr/>
                      </a:pPr>
                      <a:r>
                        <a:rPr lang="en-US" sz="1575" spc="6">
                          <a:solidFill>
                            <a:srgbClr val="333333"/>
                          </a:solidFill>
                          <a:latin typeface="Noto Sans Kr"/>
                          <a:ea typeface="Noto Sans Kr"/>
                          <a:cs typeface="Noto Sans Kr"/>
                          <a:sym typeface="Noto Sans Kr"/>
                        </a:rPr>
                        <a:t>A → B → C</a:t>
                      </a:r>
                      <a:endParaRPr lang="en-US" sz="1100"/>
                    </a:p>
                  </a:txBody>
                  <a:tcPr marL="0" marR="0" marT="0" marB="0" anchor="ctr">
                    <a:lnL w="9525" cap="flat" cmpd="sng" algn="ctr">
                      <a:solidFill>
                        <a:srgbClr val="DDE0E6"/>
                      </a:solidFill>
                      <a:prstDash val="solid"/>
                      <a:round/>
                      <a:headEnd type="none" w="med" len="med"/>
                      <a:tailEnd type="none" w="med" len="med"/>
                    </a:lnL>
                    <a:lnR w="9525" cap="flat" cmpd="sng" algn="ctr">
                      <a:solidFill>
                        <a:srgbClr val="DDE0E6"/>
                      </a:solidFill>
                      <a:prstDash val="solid"/>
                      <a:round/>
                      <a:headEnd type="none" w="med" len="med"/>
                      <a:tailEnd type="none" w="med" len="med"/>
                    </a:lnR>
                    <a:lnT w="9525" cap="flat" cmpd="sng" algn="ctr">
                      <a:solidFill>
                        <a:srgbClr val="DDE0E6"/>
                      </a:solidFill>
                      <a:prstDash val="solid"/>
                      <a:round/>
                      <a:headEnd type="none" w="med" len="med"/>
                      <a:tailEnd type="none" w="med" len="med"/>
                    </a:lnT>
                    <a:lnB w="9525" cap="flat" cmpd="sng" algn="ctr">
                      <a:solidFill>
                        <a:srgbClr val="DDE0E6"/>
                      </a:solidFill>
                      <a:prstDash val="solid"/>
                      <a:round/>
                      <a:headEnd type="none" w="med" len="med"/>
                      <a:tailEnd type="none" w="med" len="med"/>
                    </a:lnB>
                    <a:solidFill>
                      <a:srgbClr val="FFFFFF"/>
                    </a:solidFill>
                  </a:tcPr>
                </a:tc>
                <a:tc>
                  <a:txBody>
                    <a:bodyPr/>
                    <a:lstStyle/>
                    <a:p>
                      <a:pPr algn="ctr">
                        <a:lnSpc>
                          <a:spcPts val="1889"/>
                        </a:lnSpc>
                        <a:defRPr/>
                      </a:pPr>
                      <a:r>
                        <a:rPr lang="en-US" sz="1575" spc="6">
                          <a:solidFill>
                            <a:srgbClr val="333333"/>
                          </a:solidFill>
                          <a:latin typeface="Noto Sans Kr"/>
                          <a:ea typeface="Noto Sans Kr"/>
                          <a:cs typeface="Noto Sans Kr"/>
                          <a:sym typeface="Noto Sans Kr"/>
                        </a:rPr>
                        <a:t>4조</a:t>
                      </a:r>
                      <a:endParaRPr lang="en-US" sz="1100"/>
                    </a:p>
                  </a:txBody>
                  <a:tcPr marL="0" marR="0" marT="0" marB="0" anchor="ctr">
                    <a:lnL w="9525" cap="flat" cmpd="sng" algn="ctr">
                      <a:solidFill>
                        <a:srgbClr val="DDE0E6"/>
                      </a:solidFill>
                      <a:prstDash val="solid"/>
                      <a:round/>
                      <a:headEnd type="none" w="med" len="med"/>
                      <a:tailEnd type="none" w="med" len="med"/>
                    </a:lnL>
                    <a:lnR w="9525" cap="flat" cmpd="sng" algn="ctr">
                      <a:solidFill>
                        <a:srgbClr val="DDE0E6"/>
                      </a:solidFill>
                      <a:prstDash val="solid"/>
                      <a:round/>
                      <a:headEnd type="none" w="med" len="med"/>
                      <a:tailEnd type="none" w="med" len="med"/>
                    </a:lnR>
                    <a:lnT w="9525" cap="flat" cmpd="sng" algn="ctr">
                      <a:solidFill>
                        <a:srgbClr val="DDE0E6"/>
                      </a:solidFill>
                      <a:prstDash val="solid"/>
                      <a:round/>
                      <a:headEnd type="none" w="med" len="med"/>
                      <a:tailEnd type="none" w="med" len="med"/>
                    </a:lnT>
                    <a:lnB w="9525" cap="flat" cmpd="sng" algn="ctr">
                      <a:solidFill>
                        <a:srgbClr val="DDE0E6"/>
                      </a:solidFill>
                      <a:prstDash val="solid"/>
                      <a:round/>
                      <a:headEnd type="none" w="med" len="med"/>
                      <a:tailEnd type="none" w="med" len="med"/>
                    </a:lnB>
                    <a:solidFill>
                      <a:srgbClr val="FFFFFF"/>
                    </a:solidFill>
                  </a:tcPr>
                </a:tc>
                <a:tc>
                  <a:txBody>
                    <a:bodyPr/>
                    <a:lstStyle/>
                    <a:p>
                      <a:pPr algn="ctr">
                        <a:lnSpc>
                          <a:spcPts val="1889"/>
                        </a:lnSpc>
                        <a:defRPr/>
                      </a:pPr>
                      <a:r>
                        <a:rPr lang="en-US" sz="1575" spc="6">
                          <a:solidFill>
                            <a:srgbClr val="333333"/>
                          </a:solidFill>
                          <a:latin typeface="Noto Sans Kr"/>
                          <a:ea typeface="Noto Sans Kr"/>
                          <a:cs typeface="Noto Sans Kr"/>
                          <a:sym typeface="Noto Sans Kr"/>
                        </a:rPr>
                        <a:t>4명</a:t>
                      </a:r>
                      <a:endParaRPr lang="en-US" sz="1100"/>
                    </a:p>
                  </a:txBody>
                  <a:tcPr marL="0" marR="0" marT="0" marB="0" anchor="ctr">
                    <a:lnL w="9525" cap="flat" cmpd="sng" algn="ctr">
                      <a:solidFill>
                        <a:srgbClr val="DDE0E6"/>
                      </a:solidFill>
                      <a:prstDash val="solid"/>
                      <a:round/>
                      <a:headEnd type="none" w="med" len="med"/>
                      <a:tailEnd type="none" w="med" len="med"/>
                    </a:lnL>
                    <a:lnR w="9525" cap="flat" cmpd="sng" algn="ctr">
                      <a:solidFill>
                        <a:srgbClr val="DDE0E6"/>
                      </a:solidFill>
                      <a:prstDash val="solid"/>
                      <a:round/>
                      <a:headEnd type="none" w="med" len="med"/>
                      <a:tailEnd type="none" w="med" len="med"/>
                    </a:lnR>
                    <a:lnT w="9525" cap="flat" cmpd="sng" algn="ctr">
                      <a:solidFill>
                        <a:srgbClr val="DDE0E6"/>
                      </a:solidFill>
                      <a:prstDash val="solid"/>
                      <a:round/>
                      <a:headEnd type="none" w="med" len="med"/>
                      <a:tailEnd type="none" w="med" len="med"/>
                    </a:lnT>
                    <a:lnB w="9525" cap="flat" cmpd="sng" algn="ctr">
                      <a:solidFill>
                        <a:srgbClr val="DDE0E6"/>
                      </a:solidFill>
                      <a:prstDash val="solid"/>
                      <a:round/>
                      <a:headEnd type="none" w="med" len="med"/>
                      <a:tailEnd type="none" w="med" len="med"/>
                    </a:lnB>
                    <a:solidFill>
                      <a:srgbClr val="FFFFFF"/>
                    </a:solidFill>
                  </a:tcPr>
                </a:tc>
                <a:tc>
                  <a:txBody>
                    <a:bodyPr/>
                    <a:lstStyle/>
                    <a:p>
                      <a:pPr algn="ctr">
                        <a:lnSpc>
                          <a:spcPts val="1889"/>
                        </a:lnSpc>
                        <a:defRPr/>
                      </a:pPr>
                      <a:r>
                        <a:rPr lang="en-US" sz="1575" spc="6">
                          <a:solidFill>
                            <a:srgbClr val="333333"/>
                          </a:solidFill>
                          <a:latin typeface="Noto Sans Kr"/>
                          <a:ea typeface="Noto Sans Kr"/>
                          <a:cs typeface="Noto Sans Kr"/>
                          <a:sym typeface="Noto Sans Kr"/>
                        </a:rPr>
                        <a:t>B → C → A</a:t>
                      </a:r>
                      <a:endParaRPr lang="en-US" sz="1100"/>
                    </a:p>
                  </a:txBody>
                  <a:tcPr marL="0" marR="0" marT="0" marB="0" anchor="ctr">
                    <a:lnL w="9525" cap="flat" cmpd="sng" algn="ctr">
                      <a:solidFill>
                        <a:srgbClr val="DDE0E6"/>
                      </a:solidFill>
                      <a:prstDash val="solid"/>
                      <a:round/>
                      <a:headEnd type="none" w="med" len="med"/>
                      <a:tailEnd type="none" w="med" len="med"/>
                    </a:lnL>
                    <a:lnR w="9525" cap="flat" cmpd="sng" algn="ctr">
                      <a:solidFill>
                        <a:srgbClr val="DDE0E6"/>
                      </a:solidFill>
                      <a:prstDash val="solid"/>
                      <a:round/>
                      <a:headEnd type="none" w="med" len="med"/>
                      <a:tailEnd type="none" w="med" len="med"/>
                    </a:lnR>
                    <a:lnT w="9525" cap="flat" cmpd="sng" algn="ctr">
                      <a:solidFill>
                        <a:srgbClr val="DDE0E6"/>
                      </a:solidFill>
                      <a:prstDash val="solid"/>
                      <a:round/>
                      <a:headEnd type="none" w="med" len="med"/>
                      <a:tailEnd type="none" w="med" len="med"/>
                    </a:lnT>
                    <a:lnB w="9525" cap="flat" cmpd="sng" algn="ctr">
                      <a:solidFill>
                        <a:srgbClr val="DDE0E6"/>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31031">
                <a:tc>
                  <a:txBody>
                    <a:bodyPr/>
                    <a:lstStyle/>
                    <a:p>
                      <a:pPr algn="ctr">
                        <a:lnSpc>
                          <a:spcPts val="1889"/>
                        </a:lnSpc>
                        <a:defRPr/>
                      </a:pPr>
                      <a:r>
                        <a:rPr lang="en-US" sz="1575" spc="6">
                          <a:solidFill>
                            <a:srgbClr val="333333"/>
                          </a:solidFill>
                          <a:latin typeface="Noto Sans Kr"/>
                          <a:ea typeface="Noto Sans Kr"/>
                          <a:cs typeface="Noto Sans Kr"/>
                          <a:sym typeface="Noto Sans Kr"/>
                        </a:rPr>
                        <a:t>2조</a:t>
                      </a:r>
                      <a:endParaRPr lang="en-US" sz="1100"/>
                    </a:p>
                  </a:txBody>
                  <a:tcPr marL="0" marR="0" marT="0" marB="0" anchor="ctr">
                    <a:lnL w="9525" cap="flat" cmpd="sng" algn="ctr">
                      <a:solidFill>
                        <a:srgbClr val="DDE0E6"/>
                      </a:solidFill>
                      <a:prstDash val="solid"/>
                      <a:round/>
                      <a:headEnd type="none" w="med" len="med"/>
                      <a:tailEnd type="none" w="med" len="med"/>
                    </a:lnL>
                    <a:lnR w="9525" cap="flat" cmpd="sng" algn="ctr">
                      <a:solidFill>
                        <a:srgbClr val="DDE0E6"/>
                      </a:solidFill>
                      <a:prstDash val="solid"/>
                      <a:round/>
                      <a:headEnd type="none" w="med" len="med"/>
                      <a:tailEnd type="none" w="med" len="med"/>
                    </a:lnR>
                    <a:lnT w="9525" cap="flat" cmpd="sng" algn="ctr">
                      <a:solidFill>
                        <a:srgbClr val="DDE0E6"/>
                      </a:solidFill>
                      <a:prstDash val="solid"/>
                      <a:round/>
                      <a:headEnd type="none" w="med" len="med"/>
                      <a:tailEnd type="none" w="med" len="med"/>
                    </a:lnT>
                    <a:lnB w="9525" cap="flat" cmpd="sng" algn="ctr">
                      <a:solidFill>
                        <a:srgbClr val="DDE0E6"/>
                      </a:solidFill>
                      <a:prstDash val="solid"/>
                      <a:round/>
                      <a:headEnd type="none" w="med" len="med"/>
                      <a:tailEnd type="none" w="med" len="med"/>
                    </a:lnB>
                    <a:solidFill>
                      <a:srgbClr val="FFFFFF"/>
                    </a:solidFill>
                  </a:tcPr>
                </a:tc>
                <a:tc>
                  <a:txBody>
                    <a:bodyPr/>
                    <a:lstStyle/>
                    <a:p>
                      <a:pPr algn="ctr">
                        <a:lnSpc>
                          <a:spcPts val="1889"/>
                        </a:lnSpc>
                        <a:defRPr/>
                      </a:pPr>
                      <a:r>
                        <a:rPr lang="en-US" sz="1575" spc="6">
                          <a:solidFill>
                            <a:srgbClr val="333333"/>
                          </a:solidFill>
                          <a:latin typeface="Noto Sans Kr"/>
                          <a:ea typeface="Noto Sans Kr"/>
                          <a:cs typeface="Noto Sans Kr"/>
                          <a:sym typeface="Noto Sans Kr"/>
                        </a:rPr>
                        <a:t>4명</a:t>
                      </a:r>
                      <a:endParaRPr lang="en-US" sz="1100"/>
                    </a:p>
                  </a:txBody>
                  <a:tcPr marL="0" marR="0" marT="0" marB="0" anchor="ctr">
                    <a:lnL w="9525" cap="flat" cmpd="sng" algn="ctr">
                      <a:solidFill>
                        <a:srgbClr val="DDE0E6"/>
                      </a:solidFill>
                      <a:prstDash val="solid"/>
                      <a:round/>
                      <a:headEnd type="none" w="med" len="med"/>
                      <a:tailEnd type="none" w="med" len="med"/>
                    </a:lnL>
                    <a:lnR w="9525" cap="flat" cmpd="sng" algn="ctr">
                      <a:solidFill>
                        <a:srgbClr val="DDE0E6"/>
                      </a:solidFill>
                      <a:prstDash val="solid"/>
                      <a:round/>
                      <a:headEnd type="none" w="med" len="med"/>
                      <a:tailEnd type="none" w="med" len="med"/>
                    </a:lnR>
                    <a:lnT w="9525" cap="flat" cmpd="sng" algn="ctr">
                      <a:solidFill>
                        <a:srgbClr val="DDE0E6"/>
                      </a:solidFill>
                      <a:prstDash val="solid"/>
                      <a:round/>
                      <a:headEnd type="none" w="med" len="med"/>
                      <a:tailEnd type="none" w="med" len="med"/>
                    </a:lnT>
                    <a:lnB w="9525" cap="flat" cmpd="sng" algn="ctr">
                      <a:solidFill>
                        <a:srgbClr val="DDE0E6"/>
                      </a:solidFill>
                      <a:prstDash val="solid"/>
                      <a:round/>
                      <a:headEnd type="none" w="med" len="med"/>
                      <a:tailEnd type="none" w="med" len="med"/>
                    </a:lnB>
                    <a:solidFill>
                      <a:srgbClr val="FFFFFF"/>
                    </a:solidFill>
                  </a:tcPr>
                </a:tc>
                <a:tc>
                  <a:txBody>
                    <a:bodyPr/>
                    <a:lstStyle/>
                    <a:p>
                      <a:pPr algn="ctr">
                        <a:lnSpc>
                          <a:spcPts val="1889"/>
                        </a:lnSpc>
                        <a:defRPr/>
                      </a:pPr>
                      <a:r>
                        <a:rPr lang="en-US" sz="1575" spc="6">
                          <a:solidFill>
                            <a:srgbClr val="333333"/>
                          </a:solidFill>
                          <a:latin typeface="Noto Sans Kr"/>
                          <a:ea typeface="Noto Sans Kr"/>
                          <a:cs typeface="Noto Sans Kr"/>
                          <a:sym typeface="Noto Sans Kr"/>
                        </a:rPr>
                        <a:t>A → C → B</a:t>
                      </a:r>
                      <a:endParaRPr lang="en-US" sz="1100"/>
                    </a:p>
                  </a:txBody>
                  <a:tcPr marL="0" marR="0" marT="0" marB="0" anchor="ctr">
                    <a:lnL w="9525" cap="flat" cmpd="sng" algn="ctr">
                      <a:solidFill>
                        <a:srgbClr val="DDE0E6"/>
                      </a:solidFill>
                      <a:prstDash val="solid"/>
                      <a:round/>
                      <a:headEnd type="none" w="med" len="med"/>
                      <a:tailEnd type="none" w="med" len="med"/>
                    </a:lnL>
                    <a:lnR w="9525" cap="flat" cmpd="sng" algn="ctr">
                      <a:solidFill>
                        <a:srgbClr val="DDE0E6"/>
                      </a:solidFill>
                      <a:prstDash val="solid"/>
                      <a:round/>
                      <a:headEnd type="none" w="med" len="med"/>
                      <a:tailEnd type="none" w="med" len="med"/>
                    </a:lnR>
                    <a:lnT w="9525" cap="flat" cmpd="sng" algn="ctr">
                      <a:solidFill>
                        <a:srgbClr val="DDE0E6"/>
                      </a:solidFill>
                      <a:prstDash val="solid"/>
                      <a:round/>
                      <a:headEnd type="none" w="med" len="med"/>
                      <a:tailEnd type="none" w="med" len="med"/>
                    </a:lnT>
                    <a:lnB w="9525" cap="flat" cmpd="sng" algn="ctr">
                      <a:solidFill>
                        <a:srgbClr val="DDE0E6"/>
                      </a:solidFill>
                      <a:prstDash val="solid"/>
                      <a:round/>
                      <a:headEnd type="none" w="med" len="med"/>
                      <a:tailEnd type="none" w="med" len="med"/>
                    </a:lnB>
                    <a:solidFill>
                      <a:srgbClr val="FFFFFF"/>
                    </a:solidFill>
                  </a:tcPr>
                </a:tc>
                <a:tc>
                  <a:txBody>
                    <a:bodyPr/>
                    <a:lstStyle/>
                    <a:p>
                      <a:pPr algn="ctr">
                        <a:lnSpc>
                          <a:spcPts val="1889"/>
                        </a:lnSpc>
                        <a:defRPr/>
                      </a:pPr>
                      <a:r>
                        <a:rPr lang="en-US" sz="1575" spc="6">
                          <a:solidFill>
                            <a:srgbClr val="333333"/>
                          </a:solidFill>
                          <a:latin typeface="Noto Sans Kr"/>
                          <a:ea typeface="Noto Sans Kr"/>
                          <a:cs typeface="Noto Sans Kr"/>
                          <a:sym typeface="Noto Sans Kr"/>
                        </a:rPr>
                        <a:t>5조</a:t>
                      </a:r>
                      <a:endParaRPr lang="en-US" sz="1100"/>
                    </a:p>
                  </a:txBody>
                  <a:tcPr marL="0" marR="0" marT="0" marB="0" anchor="ctr">
                    <a:lnL w="9525" cap="flat" cmpd="sng" algn="ctr">
                      <a:solidFill>
                        <a:srgbClr val="DDE0E6"/>
                      </a:solidFill>
                      <a:prstDash val="solid"/>
                      <a:round/>
                      <a:headEnd type="none" w="med" len="med"/>
                      <a:tailEnd type="none" w="med" len="med"/>
                    </a:lnL>
                    <a:lnR w="9525" cap="flat" cmpd="sng" algn="ctr">
                      <a:solidFill>
                        <a:srgbClr val="DDE0E6"/>
                      </a:solidFill>
                      <a:prstDash val="solid"/>
                      <a:round/>
                      <a:headEnd type="none" w="med" len="med"/>
                      <a:tailEnd type="none" w="med" len="med"/>
                    </a:lnR>
                    <a:lnT w="9525" cap="flat" cmpd="sng" algn="ctr">
                      <a:solidFill>
                        <a:srgbClr val="DDE0E6"/>
                      </a:solidFill>
                      <a:prstDash val="solid"/>
                      <a:round/>
                      <a:headEnd type="none" w="med" len="med"/>
                      <a:tailEnd type="none" w="med" len="med"/>
                    </a:lnT>
                    <a:lnB w="9525" cap="flat" cmpd="sng" algn="ctr">
                      <a:solidFill>
                        <a:srgbClr val="DDE0E6"/>
                      </a:solidFill>
                      <a:prstDash val="solid"/>
                      <a:round/>
                      <a:headEnd type="none" w="med" len="med"/>
                      <a:tailEnd type="none" w="med" len="med"/>
                    </a:lnB>
                    <a:solidFill>
                      <a:srgbClr val="FFFFFF"/>
                    </a:solidFill>
                  </a:tcPr>
                </a:tc>
                <a:tc>
                  <a:txBody>
                    <a:bodyPr/>
                    <a:lstStyle/>
                    <a:p>
                      <a:pPr algn="ctr">
                        <a:lnSpc>
                          <a:spcPts val="1889"/>
                        </a:lnSpc>
                        <a:defRPr/>
                      </a:pPr>
                      <a:r>
                        <a:rPr lang="en-US" sz="1575" spc="6">
                          <a:solidFill>
                            <a:srgbClr val="333333"/>
                          </a:solidFill>
                          <a:latin typeface="Noto Sans Kr"/>
                          <a:ea typeface="Noto Sans Kr"/>
                          <a:cs typeface="Noto Sans Kr"/>
                          <a:sym typeface="Noto Sans Kr"/>
                        </a:rPr>
                        <a:t>4명</a:t>
                      </a:r>
                      <a:endParaRPr lang="en-US" sz="1100"/>
                    </a:p>
                  </a:txBody>
                  <a:tcPr marL="0" marR="0" marT="0" marB="0" anchor="ctr">
                    <a:lnL w="9525" cap="flat" cmpd="sng" algn="ctr">
                      <a:solidFill>
                        <a:srgbClr val="DDE0E6"/>
                      </a:solidFill>
                      <a:prstDash val="solid"/>
                      <a:round/>
                      <a:headEnd type="none" w="med" len="med"/>
                      <a:tailEnd type="none" w="med" len="med"/>
                    </a:lnL>
                    <a:lnR w="9525" cap="flat" cmpd="sng" algn="ctr">
                      <a:solidFill>
                        <a:srgbClr val="DDE0E6"/>
                      </a:solidFill>
                      <a:prstDash val="solid"/>
                      <a:round/>
                      <a:headEnd type="none" w="med" len="med"/>
                      <a:tailEnd type="none" w="med" len="med"/>
                    </a:lnR>
                    <a:lnT w="9525" cap="flat" cmpd="sng" algn="ctr">
                      <a:solidFill>
                        <a:srgbClr val="DDE0E6"/>
                      </a:solidFill>
                      <a:prstDash val="solid"/>
                      <a:round/>
                      <a:headEnd type="none" w="med" len="med"/>
                      <a:tailEnd type="none" w="med" len="med"/>
                    </a:lnT>
                    <a:lnB w="9525" cap="flat" cmpd="sng" algn="ctr">
                      <a:solidFill>
                        <a:srgbClr val="DDE0E6"/>
                      </a:solidFill>
                      <a:prstDash val="solid"/>
                      <a:round/>
                      <a:headEnd type="none" w="med" len="med"/>
                      <a:tailEnd type="none" w="med" len="med"/>
                    </a:lnB>
                    <a:solidFill>
                      <a:srgbClr val="FFFFFF"/>
                    </a:solidFill>
                  </a:tcPr>
                </a:tc>
                <a:tc>
                  <a:txBody>
                    <a:bodyPr/>
                    <a:lstStyle/>
                    <a:p>
                      <a:pPr algn="ctr">
                        <a:lnSpc>
                          <a:spcPts val="1889"/>
                        </a:lnSpc>
                        <a:defRPr/>
                      </a:pPr>
                      <a:r>
                        <a:rPr lang="en-US" sz="1575" spc="6">
                          <a:solidFill>
                            <a:srgbClr val="333333"/>
                          </a:solidFill>
                          <a:latin typeface="Noto Sans Kr"/>
                          <a:ea typeface="Noto Sans Kr"/>
                          <a:cs typeface="Noto Sans Kr"/>
                          <a:sym typeface="Noto Sans Kr"/>
                        </a:rPr>
                        <a:t>C → A → B</a:t>
                      </a:r>
                      <a:endParaRPr lang="en-US" sz="1100"/>
                    </a:p>
                  </a:txBody>
                  <a:tcPr marL="0" marR="0" marT="0" marB="0" anchor="ctr">
                    <a:lnL w="9525" cap="flat" cmpd="sng" algn="ctr">
                      <a:solidFill>
                        <a:srgbClr val="DDE0E6"/>
                      </a:solidFill>
                      <a:prstDash val="solid"/>
                      <a:round/>
                      <a:headEnd type="none" w="med" len="med"/>
                      <a:tailEnd type="none" w="med" len="med"/>
                    </a:lnL>
                    <a:lnR w="9525" cap="flat" cmpd="sng" algn="ctr">
                      <a:solidFill>
                        <a:srgbClr val="DDE0E6"/>
                      </a:solidFill>
                      <a:prstDash val="solid"/>
                      <a:round/>
                      <a:headEnd type="none" w="med" len="med"/>
                      <a:tailEnd type="none" w="med" len="med"/>
                    </a:lnR>
                    <a:lnT w="9525" cap="flat" cmpd="sng" algn="ctr">
                      <a:solidFill>
                        <a:srgbClr val="DDE0E6"/>
                      </a:solidFill>
                      <a:prstDash val="solid"/>
                      <a:round/>
                      <a:headEnd type="none" w="med" len="med"/>
                      <a:tailEnd type="none" w="med" len="med"/>
                    </a:lnT>
                    <a:lnB w="9525" cap="flat" cmpd="sng" algn="ctr">
                      <a:solidFill>
                        <a:srgbClr val="DDE0E6"/>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631031">
                <a:tc>
                  <a:txBody>
                    <a:bodyPr/>
                    <a:lstStyle/>
                    <a:p>
                      <a:pPr algn="ctr">
                        <a:lnSpc>
                          <a:spcPts val="1889"/>
                        </a:lnSpc>
                        <a:defRPr/>
                      </a:pPr>
                      <a:r>
                        <a:rPr lang="en-US" sz="1575" spc="6">
                          <a:solidFill>
                            <a:srgbClr val="333333"/>
                          </a:solidFill>
                          <a:latin typeface="Noto Sans Kr"/>
                          <a:ea typeface="Noto Sans Kr"/>
                          <a:cs typeface="Noto Sans Kr"/>
                          <a:sym typeface="Noto Sans Kr"/>
                        </a:rPr>
                        <a:t>3조</a:t>
                      </a:r>
                      <a:endParaRPr lang="en-US" sz="1100"/>
                    </a:p>
                  </a:txBody>
                  <a:tcPr marL="0" marR="0" marT="0" marB="0" anchor="ctr">
                    <a:lnL w="9525" cap="flat" cmpd="sng" algn="ctr">
                      <a:solidFill>
                        <a:srgbClr val="DDE0E6"/>
                      </a:solidFill>
                      <a:prstDash val="solid"/>
                      <a:round/>
                      <a:headEnd type="none" w="med" len="med"/>
                      <a:tailEnd type="none" w="med" len="med"/>
                    </a:lnL>
                    <a:lnR w="9525" cap="flat" cmpd="sng" algn="ctr">
                      <a:solidFill>
                        <a:srgbClr val="DDE0E6"/>
                      </a:solidFill>
                      <a:prstDash val="solid"/>
                      <a:round/>
                      <a:headEnd type="none" w="med" len="med"/>
                      <a:tailEnd type="none" w="med" len="med"/>
                    </a:lnR>
                    <a:lnT w="9525" cap="flat" cmpd="sng" algn="ctr">
                      <a:solidFill>
                        <a:srgbClr val="DDE0E6"/>
                      </a:solidFill>
                      <a:prstDash val="solid"/>
                      <a:round/>
                      <a:headEnd type="none" w="med" len="med"/>
                      <a:tailEnd type="none" w="med" len="med"/>
                    </a:lnT>
                    <a:lnB w="9525" cap="flat" cmpd="sng" algn="ctr">
                      <a:solidFill>
                        <a:srgbClr val="DDE0E6"/>
                      </a:solidFill>
                      <a:prstDash val="solid"/>
                      <a:round/>
                      <a:headEnd type="none" w="med" len="med"/>
                      <a:tailEnd type="none" w="med" len="med"/>
                    </a:lnB>
                    <a:solidFill>
                      <a:srgbClr val="FFFFFF"/>
                    </a:solidFill>
                  </a:tcPr>
                </a:tc>
                <a:tc>
                  <a:txBody>
                    <a:bodyPr/>
                    <a:lstStyle/>
                    <a:p>
                      <a:pPr algn="ctr">
                        <a:lnSpc>
                          <a:spcPts val="1889"/>
                        </a:lnSpc>
                        <a:defRPr/>
                      </a:pPr>
                      <a:r>
                        <a:rPr lang="en-US" sz="1575" spc="6">
                          <a:solidFill>
                            <a:srgbClr val="333333"/>
                          </a:solidFill>
                          <a:latin typeface="Noto Sans Kr"/>
                          <a:ea typeface="Noto Sans Kr"/>
                          <a:cs typeface="Noto Sans Kr"/>
                          <a:sym typeface="Noto Sans Kr"/>
                        </a:rPr>
                        <a:t>4명</a:t>
                      </a:r>
                      <a:endParaRPr lang="en-US" sz="1100"/>
                    </a:p>
                  </a:txBody>
                  <a:tcPr marL="0" marR="0" marT="0" marB="0" anchor="ctr">
                    <a:lnL w="9525" cap="flat" cmpd="sng" algn="ctr">
                      <a:solidFill>
                        <a:srgbClr val="DDE0E6"/>
                      </a:solidFill>
                      <a:prstDash val="solid"/>
                      <a:round/>
                      <a:headEnd type="none" w="med" len="med"/>
                      <a:tailEnd type="none" w="med" len="med"/>
                    </a:lnL>
                    <a:lnR w="9525" cap="flat" cmpd="sng" algn="ctr">
                      <a:solidFill>
                        <a:srgbClr val="DDE0E6"/>
                      </a:solidFill>
                      <a:prstDash val="solid"/>
                      <a:round/>
                      <a:headEnd type="none" w="med" len="med"/>
                      <a:tailEnd type="none" w="med" len="med"/>
                    </a:lnR>
                    <a:lnT w="9525" cap="flat" cmpd="sng" algn="ctr">
                      <a:solidFill>
                        <a:srgbClr val="DDE0E6"/>
                      </a:solidFill>
                      <a:prstDash val="solid"/>
                      <a:round/>
                      <a:headEnd type="none" w="med" len="med"/>
                      <a:tailEnd type="none" w="med" len="med"/>
                    </a:lnT>
                    <a:lnB w="9525" cap="flat" cmpd="sng" algn="ctr">
                      <a:solidFill>
                        <a:srgbClr val="DDE0E6"/>
                      </a:solidFill>
                      <a:prstDash val="solid"/>
                      <a:round/>
                      <a:headEnd type="none" w="med" len="med"/>
                      <a:tailEnd type="none" w="med" len="med"/>
                    </a:lnB>
                    <a:solidFill>
                      <a:srgbClr val="FFFFFF"/>
                    </a:solidFill>
                  </a:tcPr>
                </a:tc>
                <a:tc>
                  <a:txBody>
                    <a:bodyPr/>
                    <a:lstStyle/>
                    <a:p>
                      <a:pPr algn="ctr">
                        <a:lnSpc>
                          <a:spcPts val="1889"/>
                        </a:lnSpc>
                        <a:defRPr/>
                      </a:pPr>
                      <a:r>
                        <a:rPr lang="en-US" sz="1575" spc="6">
                          <a:solidFill>
                            <a:srgbClr val="333333"/>
                          </a:solidFill>
                          <a:latin typeface="Noto Sans Kr"/>
                          <a:ea typeface="Noto Sans Kr"/>
                          <a:cs typeface="Noto Sans Kr"/>
                          <a:sym typeface="Noto Sans Kr"/>
                        </a:rPr>
                        <a:t>B → A → C</a:t>
                      </a:r>
                      <a:endParaRPr lang="en-US" sz="1100"/>
                    </a:p>
                  </a:txBody>
                  <a:tcPr marL="0" marR="0" marT="0" marB="0" anchor="ctr">
                    <a:lnL w="9525" cap="flat" cmpd="sng" algn="ctr">
                      <a:solidFill>
                        <a:srgbClr val="DDE0E6"/>
                      </a:solidFill>
                      <a:prstDash val="solid"/>
                      <a:round/>
                      <a:headEnd type="none" w="med" len="med"/>
                      <a:tailEnd type="none" w="med" len="med"/>
                    </a:lnL>
                    <a:lnR w="9525" cap="flat" cmpd="sng" algn="ctr">
                      <a:solidFill>
                        <a:srgbClr val="DDE0E6"/>
                      </a:solidFill>
                      <a:prstDash val="solid"/>
                      <a:round/>
                      <a:headEnd type="none" w="med" len="med"/>
                      <a:tailEnd type="none" w="med" len="med"/>
                    </a:lnR>
                    <a:lnT w="9525" cap="flat" cmpd="sng" algn="ctr">
                      <a:solidFill>
                        <a:srgbClr val="DDE0E6"/>
                      </a:solidFill>
                      <a:prstDash val="solid"/>
                      <a:round/>
                      <a:headEnd type="none" w="med" len="med"/>
                      <a:tailEnd type="none" w="med" len="med"/>
                    </a:lnT>
                    <a:lnB w="9525" cap="flat" cmpd="sng" algn="ctr">
                      <a:solidFill>
                        <a:srgbClr val="DDE0E6"/>
                      </a:solidFill>
                      <a:prstDash val="solid"/>
                      <a:round/>
                      <a:headEnd type="none" w="med" len="med"/>
                      <a:tailEnd type="none" w="med" len="med"/>
                    </a:lnB>
                    <a:solidFill>
                      <a:srgbClr val="FFFFFF"/>
                    </a:solidFill>
                  </a:tcPr>
                </a:tc>
                <a:tc>
                  <a:txBody>
                    <a:bodyPr/>
                    <a:lstStyle/>
                    <a:p>
                      <a:pPr algn="ctr">
                        <a:lnSpc>
                          <a:spcPts val="1889"/>
                        </a:lnSpc>
                        <a:defRPr/>
                      </a:pPr>
                      <a:r>
                        <a:rPr lang="en-US" sz="1575" spc="6">
                          <a:solidFill>
                            <a:srgbClr val="333333"/>
                          </a:solidFill>
                          <a:latin typeface="Noto Sans Kr"/>
                          <a:ea typeface="Noto Sans Kr"/>
                          <a:cs typeface="Noto Sans Kr"/>
                          <a:sym typeface="Noto Sans Kr"/>
                        </a:rPr>
                        <a:t>6조</a:t>
                      </a:r>
                      <a:endParaRPr lang="en-US" sz="1100"/>
                    </a:p>
                  </a:txBody>
                  <a:tcPr marL="0" marR="0" marT="0" marB="0" anchor="ctr">
                    <a:lnL w="9525" cap="flat" cmpd="sng" algn="ctr">
                      <a:solidFill>
                        <a:srgbClr val="DDE0E6"/>
                      </a:solidFill>
                      <a:prstDash val="solid"/>
                      <a:round/>
                      <a:headEnd type="none" w="med" len="med"/>
                      <a:tailEnd type="none" w="med" len="med"/>
                    </a:lnL>
                    <a:lnR w="9525" cap="flat" cmpd="sng" algn="ctr">
                      <a:solidFill>
                        <a:srgbClr val="DDE0E6"/>
                      </a:solidFill>
                      <a:prstDash val="solid"/>
                      <a:round/>
                      <a:headEnd type="none" w="med" len="med"/>
                      <a:tailEnd type="none" w="med" len="med"/>
                    </a:lnR>
                    <a:lnT w="9525" cap="flat" cmpd="sng" algn="ctr">
                      <a:solidFill>
                        <a:srgbClr val="DDE0E6"/>
                      </a:solidFill>
                      <a:prstDash val="solid"/>
                      <a:round/>
                      <a:headEnd type="none" w="med" len="med"/>
                      <a:tailEnd type="none" w="med" len="med"/>
                    </a:lnT>
                    <a:lnB w="9525" cap="flat" cmpd="sng" algn="ctr">
                      <a:solidFill>
                        <a:srgbClr val="DDE0E6"/>
                      </a:solidFill>
                      <a:prstDash val="solid"/>
                      <a:round/>
                      <a:headEnd type="none" w="med" len="med"/>
                      <a:tailEnd type="none" w="med" len="med"/>
                    </a:lnB>
                    <a:solidFill>
                      <a:srgbClr val="FFFFFF"/>
                    </a:solidFill>
                  </a:tcPr>
                </a:tc>
                <a:tc>
                  <a:txBody>
                    <a:bodyPr/>
                    <a:lstStyle/>
                    <a:p>
                      <a:pPr algn="ctr">
                        <a:lnSpc>
                          <a:spcPts val="1889"/>
                        </a:lnSpc>
                        <a:defRPr/>
                      </a:pPr>
                      <a:r>
                        <a:rPr lang="en-US" sz="1575" spc="6">
                          <a:solidFill>
                            <a:srgbClr val="333333"/>
                          </a:solidFill>
                          <a:latin typeface="Noto Sans Kr"/>
                          <a:ea typeface="Noto Sans Kr"/>
                          <a:cs typeface="Noto Sans Kr"/>
                          <a:sym typeface="Noto Sans Kr"/>
                        </a:rPr>
                        <a:t>4명</a:t>
                      </a:r>
                      <a:endParaRPr lang="en-US" sz="1100"/>
                    </a:p>
                  </a:txBody>
                  <a:tcPr marL="0" marR="0" marT="0" marB="0" anchor="ctr">
                    <a:lnL w="9525" cap="flat" cmpd="sng" algn="ctr">
                      <a:solidFill>
                        <a:srgbClr val="DDE0E6"/>
                      </a:solidFill>
                      <a:prstDash val="solid"/>
                      <a:round/>
                      <a:headEnd type="none" w="med" len="med"/>
                      <a:tailEnd type="none" w="med" len="med"/>
                    </a:lnL>
                    <a:lnR w="9525" cap="flat" cmpd="sng" algn="ctr">
                      <a:solidFill>
                        <a:srgbClr val="DDE0E6"/>
                      </a:solidFill>
                      <a:prstDash val="solid"/>
                      <a:round/>
                      <a:headEnd type="none" w="med" len="med"/>
                      <a:tailEnd type="none" w="med" len="med"/>
                    </a:lnR>
                    <a:lnT w="9525" cap="flat" cmpd="sng" algn="ctr">
                      <a:solidFill>
                        <a:srgbClr val="DDE0E6"/>
                      </a:solidFill>
                      <a:prstDash val="solid"/>
                      <a:round/>
                      <a:headEnd type="none" w="med" len="med"/>
                      <a:tailEnd type="none" w="med" len="med"/>
                    </a:lnT>
                    <a:lnB w="9525" cap="flat" cmpd="sng" algn="ctr">
                      <a:solidFill>
                        <a:srgbClr val="DDE0E6"/>
                      </a:solidFill>
                      <a:prstDash val="solid"/>
                      <a:round/>
                      <a:headEnd type="none" w="med" len="med"/>
                      <a:tailEnd type="none" w="med" len="med"/>
                    </a:lnB>
                    <a:solidFill>
                      <a:srgbClr val="FFFFFF"/>
                    </a:solidFill>
                  </a:tcPr>
                </a:tc>
                <a:tc>
                  <a:txBody>
                    <a:bodyPr/>
                    <a:lstStyle/>
                    <a:p>
                      <a:pPr algn="ctr">
                        <a:lnSpc>
                          <a:spcPts val="1889"/>
                        </a:lnSpc>
                        <a:defRPr/>
                      </a:pPr>
                      <a:r>
                        <a:rPr lang="en-US" sz="1575" spc="6">
                          <a:solidFill>
                            <a:srgbClr val="333333"/>
                          </a:solidFill>
                          <a:latin typeface="Noto Sans Kr"/>
                          <a:ea typeface="Noto Sans Kr"/>
                          <a:cs typeface="Noto Sans Kr"/>
                          <a:sym typeface="Noto Sans Kr"/>
                        </a:rPr>
                        <a:t>C → B → A</a:t>
                      </a:r>
                      <a:endParaRPr lang="en-US" sz="1100"/>
                    </a:p>
                  </a:txBody>
                  <a:tcPr marL="0" marR="0" marT="0" marB="0" anchor="ctr">
                    <a:lnL w="9525" cap="flat" cmpd="sng" algn="ctr">
                      <a:solidFill>
                        <a:srgbClr val="DDE0E6"/>
                      </a:solidFill>
                      <a:prstDash val="solid"/>
                      <a:round/>
                      <a:headEnd type="none" w="med" len="med"/>
                      <a:tailEnd type="none" w="med" len="med"/>
                    </a:lnL>
                    <a:lnR w="9525" cap="flat" cmpd="sng" algn="ctr">
                      <a:solidFill>
                        <a:srgbClr val="DDE0E6"/>
                      </a:solidFill>
                      <a:prstDash val="solid"/>
                      <a:round/>
                      <a:headEnd type="none" w="med" len="med"/>
                      <a:tailEnd type="none" w="med" len="med"/>
                    </a:lnR>
                    <a:lnT w="9525" cap="flat" cmpd="sng" algn="ctr">
                      <a:solidFill>
                        <a:srgbClr val="DDE0E6"/>
                      </a:solidFill>
                      <a:prstDash val="solid"/>
                      <a:round/>
                      <a:headEnd type="none" w="med" len="med"/>
                      <a:tailEnd type="none" w="med" len="med"/>
                    </a:lnT>
                    <a:lnB w="9525" cap="flat" cmpd="sng" algn="ctr">
                      <a:solidFill>
                        <a:srgbClr val="DDE0E6"/>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grpSp>
        <p:nvGrpSpPr>
          <p:cNvPr id="54" name="Group 54"/>
          <p:cNvGrpSpPr/>
          <p:nvPr/>
        </p:nvGrpSpPr>
        <p:grpSpPr>
          <a:xfrm>
            <a:off x="9669780" y="6844284"/>
            <a:ext cx="7759065" cy="1805940"/>
            <a:chOff x="0" y="0"/>
            <a:chExt cx="10345420" cy="2407920"/>
          </a:xfrm>
        </p:grpSpPr>
        <p:sp>
          <p:nvSpPr>
            <p:cNvPr id="55" name="TextBox 55"/>
            <p:cNvSpPr txBox="1"/>
            <p:nvPr/>
          </p:nvSpPr>
          <p:spPr>
            <a:xfrm>
              <a:off x="12700" y="0"/>
              <a:ext cx="9144000" cy="393700"/>
            </a:xfrm>
            <a:prstGeom prst="rect">
              <a:avLst/>
            </a:prstGeom>
          </p:spPr>
          <p:txBody>
            <a:bodyPr lIns="0" tIns="0" rIns="0" bIns="0" rtlCol="0" anchor="t">
              <a:spAutoFit/>
            </a:bodyPr>
            <a:lstStyle/>
            <a:p>
              <a:pPr algn="l">
                <a:lnSpc>
                  <a:spcPts val="2340"/>
                </a:lnSpc>
              </a:pPr>
              <a:r>
                <a:rPr lang="en-US" sz="1950" b="1" spc="7">
                  <a:solidFill>
                    <a:srgbClr val="333333"/>
                  </a:solidFill>
                  <a:latin typeface="Noto Sans Kr Bold"/>
                  <a:ea typeface="Noto Sans Kr Bold"/>
                  <a:cs typeface="Noto Sans Kr Bold"/>
                  <a:sym typeface="Noto Sans Kr Bold"/>
                </a:rPr>
                <a:t>진행 절차 (1인 약 100분)</a:t>
              </a:r>
            </a:p>
          </p:txBody>
        </p:sp>
        <p:grpSp>
          <p:nvGrpSpPr>
            <p:cNvPr id="56" name="Group 56"/>
            <p:cNvGrpSpPr/>
            <p:nvPr/>
          </p:nvGrpSpPr>
          <p:grpSpPr>
            <a:xfrm>
              <a:off x="0" y="682244"/>
              <a:ext cx="1046861" cy="1159256"/>
              <a:chOff x="0" y="0"/>
              <a:chExt cx="1046861" cy="1159256"/>
            </a:xfrm>
          </p:grpSpPr>
          <p:sp>
            <p:nvSpPr>
              <p:cNvPr id="57" name="Freeform 57"/>
              <p:cNvSpPr/>
              <p:nvPr/>
            </p:nvSpPr>
            <p:spPr>
              <a:xfrm>
                <a:off x="0" y="0"/>
                <a:ext cx="1046861" cy="1159256"/>
              </a:xfrm>
              <a:custGeom>
                <a:avLst/>
                <a:gdLst/>
                <a:ahLst/>
                <a:cxnLst/>
                <a:rect l="l" t="t" r="r" b="b"/>
                <a:pathLst>
                  <a:path w="1046861" h="1159256">
                    <a:moveTo>
                      <a:pt x="0" y="0"/>
                    </a:moveTo>
                    <a:lnTo>
                      <a:pt x="1046861" y="0"/>
                    </a:lnTo>
                    <a:lnTo>
                      <a:pt x="1046861" y="1159256"/>
                    </a:lnTo>
                    <a:lnTo>
                      <a:pt x="0" y="1159256"/>
                    </a:lnTo>
                    <a:close/>
                  </a:path>
                </a:pathLst>
              </a:custGeom>
              <a:solidFill>
                <a:srgbClr val="F5F6FA"/>
              </a:solidFill>
              <a:ln w="19050" cap="sq">
                <a:solidFill>
                  <a:srgbClr val="F5F6FA"/>
                </a:solidFill>
                <a:prstDash val="solid"/>
                <a:miter/>
              </a:ln>
            </p:spPr>
            <p:txBody>
              <a:bodyPr/>
              <a:lstStyle/>
              <a:p>
                <a:endParaRPr/>
              </a:p>
            </p:txBody>
          </p:sp>
        </p:grpSp>
        <p:grpSp>
          <p:nvGrpSpPr>
            <p:cNvPr id="58" name="Group 58"/>
            <p:cNvGrpSpPr/>
            <p:nvPr/>
          </p:nvGrpSpPr>
          <p:grpSpPr>
            <a:xfrm>
              <a:off x="12700" y="694944"/>
              <a:ext cx="1021461" cy="1133856"/>
              <a:chOff x="0" y="0"/>
              <a:chExt cx="1021461" cy="1133856"/>
            </a:xfrm>
          </p:grpSpPr>
          <p:sp>
            <p:nvSpPr>
              <p:cNvPr id="59" name="Freeform 59"/>
              <p:cNvSpPr/>
              <p:nvPr/>
            </p:nvSpPr>
            <p:spPr>
              <a:xfrm>
                <a:off x="0" y="0"/>
                <a:ext cx="1021462" cy="1133856"/>
              </a:xfrm>
              <a:custGeom>
                <a:avLst/>
                <a:gdLst/>
                <a:ahLst/>
                <a:cxnLst/>
                <a:rect l="l" t="t" r="r" b="b"/>
                <a:pathLst>
                  <a:path w="1021462" h="1133856">
                    <a:moveTo>
                      <a:pt x="0" y="0"/>
                    </a:moveTo>
                    <a:lnTo>
                      <a:pt x="1021462" y="0"/>
                    </a:lnTo>
                    <a:lnTo>
                      <a:pt x="1021462" y="1133856"/>
                    </a:lnTo>
                    <a:lnTo>
                      <a:pt x="0" y="1133856"/>
                    </a:lnTo>
                    <a:close/>
                  </a:path>
                </a:pathLst>
              </a:custGeom>
              <a:blipFill>
                <a:blip r:embed="rId3">
                  <a:alphaModFix amt="0"/>
                </a:blip>
                <a:stretch>
                  <a:fillRect l="-92421" r="-92421"/>
                </a:stretch>
              </a:blipFill>
            </p:spPr>
            <p:txBody>
              <a:bodyPr/>
              <a:lstStyle/>
              <a:p>
                <a:endParaRPr/>
              </a:p>
            </p:txBody>
          </p:sp>
          <p:sp>
            <p:nvSpPr>
              <p:cNvPr id="60" name="TextBox 60"/>
              <p:cNvSpPr txBox="1"/>
              <p:nvPr/>
            </p:nvSpPr>
            <p:spPr>
              <a:xfrm>
                <a:off x="0" y="-9525"/>
                <a:ext cx="1021461" cy="1143381"/>
              </a:xfrm>
              <a:prstGeom prst="rect">
                <a:avLst/>
              </a:prstGeom>
            </p:spPr>
            <p:txBody>
              <a:bodyPr lIns="0" tIns="0" rIns="0" bIns="0" rtlCol="0" anchor="ctr"/>
              <a:lstStyle/>
              <a:p>
                <a:pPr algn="ctr">
                  <a:lnSpc>
                    <a:spcPts val="1620"/>
                  </a:lnSpc>
                </a:pPr>
                <a:r>
                  <a:rPr lang="en-US" sz="1350" spc="5">
                    <a:solidFill>
                      <a:srgbClr val="333333"/>
                    </a:solidFill>
                    <a:latin typeface="Noto Sans Kr"/>
                    <a:ea typeface="Noto Sans Kr"/>
                    <a:cs typeface="Noto Sans Kr"/>
                    <a:sym typeface="Noto Sans Kr"/>
                  </a:rPr>
                  <a:t>안내·동의</a:t>
                </a:r>
              </a:p>
              <a:p>
                <a:pPr algn="ctr">
                  <a:lnSpc>
                    <a:spcPts val="1530"/>
                  </a:lnSpc>
                </a:pPr>
                <a:r>
                  <a:rPr lang="en-US" sz="1275" spc="4">
                    <a:solidFill>
                      <a:srgbClr val="333333"/>
                    </a:solidFill>
                    <a:latin typeface="Noto Sans Kr"/>
                    <a:ea typeface="Noto Sans Kr"/>
                    <a:cs typeface="Noto Sans Kr"/>
                    <a:sym typeface="Noto Sans Kr"/>
                  </a:rPr>
                  <a:t>10분</a:t>
                </a:r>
              </a:p>
            </p:txBody>
          </p:sp>
        </p:grpSp>
        <p:grpSp>
          <p:nvGrpSpPr>
            <p:cNvPr id="61" name="Group 61"/>
            <p:cNvGrpSpPr/>
            <p:nvPr/>
          </p:nvGrpSpPr>
          <p:grpSpPr>
            <a:xfrm>
              <a:off x="1076325" y="682244"/>
              <a:ext cx="2123186" cy="1159256"/>
              <a:chOff x="0" y="0"/>
              <a:chExt cx="2123186" cy="1159256"/>
            </a:xfrm>
          </p:grpSpPr>
          <p:sp>
            <p:nvSpPr>
              <p:cNvPr id="62" name="Freeform 62"/>
              <p:cNvSpPr/>
              <p:nvPr/>
            </p:nvSpPr>
            <p:spPr>
              <a:xfrm>
                <a:off x="0" y="0"/>
                <a:ext cx="2123186" cy="1159256"/>
              </a:xfrm>
              <a:custGeom>
                <a:avLst/>
                <a:gdLst/>
                <a:ahLst/>
                <a:cxnLst/>
                <a:rect l="l" t="t" r="r" b="b"/>
                <a:pathLst>
                  <a:path w="2123186" h="1159256">
                    <a:moveTo>
                      <a:pt x="0" y="0"/>
                    </a:moveTo>
                    <a:lnTo>
                      <a:pt x="2123186" y="0"/>
                    </a:lnTo>
                    <a:lnTo>
                      <a:pt x="2123186" y="1159256"/>
                    </a:lnTo>
                    <a:lnTo>
                      <a:pt x="0" y="1159256"/>
                    </a:lnTo>
                    <a:close/>
                  </a:path>
                </a:pathLst>
              </a:custGeom>
              <a:solidFill>
                <a:srgbClr val="3C55CB"/>
              </a:solidFill>
              <a:ln w="19050" cap="sq">
                <a:solidFill>
                  <a:srgbClr val="3C55CB"/>
                </a:solidFill>
                <a:prstDash val="solid"/>
                <a:miter/>
              </a:ln>
            </p:spPr>
            <p:txBody>
              <a:bodyPr/>
              <a:lstStyle/>
              <a:p>
                <a:endParaRPr/>
              </a:p>
            </p:txBody>
          </p:sp>
        </p:grpSp>
        <p:grpSp>
          <p:nvGrpSpPr>
            <p:cNvPr id="63" name="Group 63"/>
            <p:cNvGrpSpPr/>
            <p:nvPr/>
          </p:nvGrpSpPr>
          <p:grpSpPr>
            <a:xfrm>
              <a:off x="1089025" y="694944"/>
              <a:ext cx="2097786" cy="1133856"/>
              <a:chOff x="0" y="0"/>
              <a:chExt cx="2097786" cy="1133856"/>
            </a:xfrm>
          </p:grpSpPr>
          <p:sp>
            <p:nvSpPr>
              <p:cNvPr id="64" name="Freeform 64"/>
              <p:cNvSpPr/>
              <p:nvPr/>
            </p:nvSpPr>
            <p:spPr>
              <a:xfrm>
                <a:off x="0" y="0"/>
                <a:ext cx="2097786" cy="1133856"/>
              </a:xfrm>
              <a:custGeom>
                <a:avLst/>
                <a:gdLst/>
                <a:ahLst/>
                <a:cxnLst/>
                <a:rect l="l" t="t" r="r" b="b"/>
                <a:pathLst>
                  <a:path w="2097786" h="1133856">
                    <a:moveTo>
                      <a:pt x="0" y="0"/>
                    </a:moveTo>
                    <a:lnTo>
                      <a:pt x="2097786" y="0"/>
                    </a:lnTo>
                    <a:lnTo>
                      <a:pt x="2097786" y="1133856"/>
                    </a:lnTo>
                    <a:lnTo>
                      <a:pt x="0" y="1133856"/>
                    </a:lnTo>
                    <a:close/>
                  </a:path>
                </a:pathLst>
              </a:custGeom>
              <a:blipFill>
                <a:blip r:embed="rId3">
                  <a:alphaModFix amt="0"/>
                </a:blip>
                <a:stretch>
                  <a:fillRect l="-19348" r="-19348"/>
                </a:stretch>
              </a:blipFill>
            </p:spPr>
            <p:txBody>
              <a:bodyPr/>
              <a:lstStyle/>
              <a:p>
                <a:endParaRPr/>
              </a:p>
            </p:txBody>
          </p:sp>
          <p:sp>
            <p:nvSpPr>
              <p:cNvPr id="65" name="TextBox 65"/>
              <p:cNvSpPr txBox="1"/>
              <p:nvPr/>
            </p:nvSpPr>
            <p:spPr>
              <a:xfrm>
                <a:off x="0" y="-9525"/>
                <a:ext cx="2097786" cy="1143381"/>
              </a:xfrm>
              <a:prstGeom prst="rect">
                <a:avLst/>
              </a:prstGeom>
            </p:spPr>
            <p:txBody>
              <a:bodyPr lIns="0" tIns="0" rIns="0" bIns="0" rtlCol="0" anchor="ctr"/>
              <a:lstStyle/>
              <a:p>
                <a:pPr algn="ctr">
                  <a:lnSpc>
                    <a:spcPts val="1620"/>
                  </a:lnSpc>
                </a:pPr>
                <a:r>
                  <a:rPr lang="en-US" sz="1350" b="1" spc="5">
                    <a:solidFill>
                      <a:srgbClr val="FFFFFF"/>
                    </a:solidFill>
                    <a:latin typeface="Noto Sans Kr Bold"/>
                    <a:ea typeface="Noto Sans Kr Bold"/>
                    <a:cs typeface="Noto Sans Kr Bold"/>
                    <a:sym typeface="Noto Sans Kr Bold"/>
                  </a:rPr>
                  <a:t>조건 1</a:t>
                </a:r>
              </a:p>
              <a:p>
                <a:pPr algn="ctr">
                  <a:lnSpc>
                    <a:spcPts val="1530"/>
                  </a:lnSpc>
                </a:pPr>
                <a:r>
                  <a:rPr lang="en-US" sz="1275" b="1" spc="4">
                    <a:solidFill>
                      <a:srgbClr val="FFFFFF"/>
                    </a:solidFill>
                    <a:latin typeface="Noto Sans Kr Bold"/>
                    <a:ea typeface="Noto Sans Kr Bold"/>
                    <a:cs typeface="Noto Sans Kr Bold"/>
                    <a:sym typeface="Noto Sans Kr Bold"/>
                  </a:rPr>
                  <a:t>20분</a:t>
                </a:r>
              </a:p>
            </p:txBody>
          </p:sp>
        </p:grpSp>
        <p:grpSp>
          <p:nvGrpSpPr>
            <p:cNvPr id="66" name="Group 66"/>
            <p:cNvGrpSpPr/>
            <p:nvPr/>
          </p:nvGrpSpPr>
          <p:grpSpPr>
            <a:xfrm>
              <a:off x="3228975" y="682244"/>
              <a:ext cx="831596" cy="1159256"/>
              <a:chOff x="0" y="0"/>
              <a:chExt cx="831596" cy="1159256"/>
            </a:xfrm>
          </p:grpSpPr>
          <p:sp>
            <p:nvSpPr>
              <p:cNvPr id="67" name="Freeform 67"/>
              <p:cNvSpPr/>
              <p:nvPr/>
            </p:nvSpPr>
            <p:spPr>
              <a:xfrm>
                <a:off x="0" y="0"/>
                <a:ext cx="831596" cy="1159256"/>
              </a:xfrm>
              <a:custGeom>
                <a:avLst/>
                <a:gdLst/>
                <a:ahLst/>
                <a:cxnLst/>
                <a:rect l="l" t="t" r="r" b="b"/>
                <a:pathLst>
                  <a:path w="831596" h="1159256">
                    <a:moveTo>
                      <a:pt x="0" y="0"/>
                    </a:moveTo>
                    <a:lnTo>
                      <a:pt x="831596" y="0"/>
                    </a:lnTo>
                    <a:lnTo>
                      <a:pt x="831596" y="1159256"/>
                    </a:lnTo>
                    <a:lnTo>
                      <a:pt x="0" y="1159256"/>
                    </a:lnTo>
                    <a:close/>
                  </a:path>
                </a:pathLst>
              </a:custGeom>
              <a:solidFill>
                <a:srgbClr val="F5F6FA"/>
              </a:solidFill>
              <a:ln w="19050" cap="sq">
                <a:solidFill>
                  <a:srgbClr val="F5F6FA"/>
                </a:solidFill>
                <a:prstDash val="solid"/>
                <a:miter/>
              </a:ln>
            </p:spPr>
            <p:txBody>
              <a:bodyPr/>
              <a:lstStyle/>
              <a:p>
                <a:endParaRPr/>
              </a:p>
            </p:txBody>
          </p:sp>
        </p:grpSp>
        <p:grpSp>
          <p:nvGrpSpPr>
            <p:cNvPr id="68" name="Group 68"/>
            <p:cNvGrpSpPr/>
            <p:nvPr/>
          </p:nvGrpSpPr>
          <p:grpSpPr>
            <a:xfrm>
              <a:off x="3241675" y="694944"/>
              <a:ext cx="806196" cy="1200785"/>
              <a:chOff x="0" y="0"/>
              <a:chExt cx="806196" cy="1200785"/>
            </a:xfrm>
          </p:grpSpPr>
          <p:sp>
            <p:nvSpPr>
              <p:cNvPr id="69" name="Freeform 69"/>
              <p:cNvSpPr/>
              <p:nvPr/>
            </p:nvSpPr>
            <p:spPr>
              <a:xfrm>
                <a:off x="0" y="0"/>
                <a:ext cx="806196" cy="1200785"/>
              </a:xfrm>
              <a:custGeom>
                <a:avLst/>
                <a:gdLst/>
                <a:ahLst/>
                <a:cxnLst/>
                <a:rect l="l" t="t" r="r" b="b"/>
                <a:pathLst>
                  <a:path w="806196" h="1200785">
                    <a:moveTo>
                      <a:pt x="0" y="0"/>
                    </a:moveTo>
                    <a:lnTo>
                      <a:pt x="806196" y="0"/>
                    </a:lnTo>
                    <a:lnTo>
                      <a:pt x="806196" y="1200785"/>
                    </a:lnTo>
                    <a:lnTo>
                      <a:pt x="0" y="1200785"/>
                    </a:lnTo>
                    <a:close/>
                  </a:path>
                </a:pathLst>
              </a:custGeom>
              <a:blipFill>
                <a:blip r:embed="rId3">
                  <a:alphaModFix amt="0"/>
                </a:blip>
                <a:stretch>
                  <a:fillRect l="-130449" r="-130449" b="5573"/>
                </a:stretch>
              </a:blipFill>
            </p:spPr>
            <p:txBody>
              <a:bodyPr/>
              <a:lstStyle/>
              <a:p>
                <a:endParaRPr/>
              </a:p>
            </p:txBody>
          </p:sp>
          <p:sp>
            <p:nvSpPr>
              <p:cNvPr id="70" name="TextBox 70"/>
              <p:cNvSpPr txBox="1"/>
              <p:nvPr/>
            </p:nvSpPr>
            <p:spPr>
              <a:xfrm>
                <a:off x="0" y="-9525"/>
                <a:ext cx="806196" cy="1210310"/>
              </a:xfrm>
              <a:prstGeom prst="rect">
                <a:avLst/>
              </a:prstGeom>
            </p:spPr>
            <p:txBody>
              <a:bodyPr lIns="0" tIns="0" rIns="0" bIns="0" rtlCol="0" anchor="ctr"/>
              <a:lstStyle/>
              <a:p>
                <a:pPr algn="ctr">
                  <a:lnSpc>
                    <a:spcPts val="1620"/>
                  </a:lnSpc>
                </a:pPr>
                <a:r>
                  <a:rPr lang="en-US" sz="1350" spc="5" dirty="0" err="1">
                    <a:solidFill>
                      <a:srgbClr val="333333"/>
                    </a:solidFill>
                    <a:latin typeface="Noto Sans Kr"/>
                    <a:ea typeface="Noto Sans Kr"/>
                    <a:cs typeface="Noto Sans Kr"/>
                    <a:sym typeface="Noto Sans Kr"/>
                  </a:rPr>
                  <a:t>설문</a:t>
                </a:r>
                <a:endParaRPr lang="en-US" sz="1350" spc="5" dirty="0">
                  <a:solidFill>
                    <a:srgbClr val="333333"/>
                  </a:solidFill>
                  <a:latin typeface="Noto Sans Kr"/>
                  <a:ea typeface="Noto Sans Kr"/>
                  <a:cs typeface="Noto Sans Kr"/>
                  <a:sym typeface="Noto Sans Kr"/>
                </a:endParaRPr>
              </a:p>
              <a:p>
                <a:pPr algn="ctr">
                  <a:lnSpc>
                    <a:spcPts val="1620"/>
                  </a:lnSpc>
                </a:pPr>
                <a:r>
                  <a:rPr lang="en-US" sz="1350" spc="5" dirty="0" err="1">
                    <a:solidFill>
                      <a:srgbClr val="333333"/>
                    </a:solidFill>
                    <a:latin typeface="Noto Sans Kr"/>
                    <a:ea typeface="Noto Sans Kr"/>
                    <a:cs typeface="Noto Sans Kr"/>
                    <a:sym typeface="Noto Sans Kr"/>
                  </a:rPr>
                  <a:t>휴식</a:t>
                </a:r>
                <a:endParaRPr lang="en-US" sz="1350" spc="5" dirty="0">
                  <a:solidFill>
                    <a:srgbClr val="333333"/>
                  </a:solidFill>
                  <a:latin typeface="Noto Sans Kr"/>
                  <a:ea typeface="Noto Sans Kr"/>
                  <a:cs typeface="Noto Sans Kr"/>
                  <a:sym typeface="Noto Sans Kr"/>
                </a:endParaRPr>
              </a:p>
              <a:p>
                <a:pPr algn="ctr">
                  <a:lnSpc>
                    <a:spcPts val="1530"/>
                  </a:lnSpc>
                </a:pPr>
                <a:r>
                  <a:rPr lang="en-US" sz="1275" spc="4" dirty="0">
                    <a:solidFill>
                      <a:srgbClr val="333333"/>
                    </a:solidFill>
                    <a:latin typeface="Noto Sans Kr"/>
                    <a:ea typeface="Noto Sans Kr"/>
                    <a:cs typeface="Noto Sans Kr"/>
                    <a:sym typeface="Noto Sans Kr"/>
                  </a:rPr>
                  <a:t>8분</a:t>
                </a:r>
              </a:p>
            </p:txBody>
          </p:sp>
        </p:grpSp>
        <p:grpSp>
          <p:nvGrpSpPr>
            <p:cNvPr id="71" name="Group 71"/>
            <p:cNvGrpSpPr/>
            <p:nvPr/>
          </p:nvGrpSpPr>
          <p:grpSpPr>
            <a:xfrm>
              <a:off x="4090035" y="682244"/>
              <a:ext cx="2123186" cy="1159256"/>
              <a:chOff x="0" y="0"/>
              <a:chExt cx="2123186" cy="1159256"/>
            </a:xfrm>
          </p:grpSpPr>
          <p:sp>
            <p:nvSpPr>
              <p:cNvPr id="72" name="Freeform 72"/>
              <p:cNvSpPr/>
              <p:nvPr/>
            </p:nvSpPr>
            <p:spPr>
              <a:xfrm>
                <a:off x="0" y="0"/>
                <a:ext cx="2123186" cy="1159256"/>
              </a:xfrm>
              <a:custGeom>
                <a:avLst/>
                <a:gdLst/>
                <a:ahLst/>
                <a:cxnLst/>
                <a:rect l="l" t="t" r="r" b="b"/>
                <a:pathLst>
                  <a:path w="2123186" h="1159256">
                    <a:moveTo>
                      <a:pt x="0" y="0"/>
                    </a:moveTo>
                    <a:lnTo>
                      <a:pt x="2123186" y="0"/>
                    </a:lnTo>
                    <a:lnTo>
                      <a:pt x="2123186" y="1159256"/>
                    </a:lnTo>
                    <a:lnTo>
                      <a:pt x="0" y="1159256"/>
                    </a:lnTo>
                    <a:close/>
                  </a:path>
                </a:pathLst>
              </a:custGeom>
              <a:solidFill>
                <a:srgbClr val="3C55CB"/>
              </a:solidFill>
              <a:ln w="19050" cap="sq">
                <a:solidFill>
                  <a:srgbClr val="3C55CB"/>
                </a:solidFill>
                <a:prstDash val="solid"/>
                <a:miter/>
              </a:ln>
            </p:spPr>
            <p:txBody>
              <a:bodyPr/>
              <a:lstStyle/>
              <a:p>
                <a:endParaRPr/>
              </a:p>
            </p:txBody>
          </p:sp>
        </p:grpSp>
        <p:grpSp>
          <p:nvGrpSpPr>
            <p:cNvPr id="73" name="Group 73"/>
            <p:cNvGrpSpPr/>
            <p:nvPr/>
          </p:nvGrpSpPr>
          <p:grpSpPr>
            <a:xfrm>
              <a:off x="4102735" y="694944"/>
              <a:ext cx="2097786" cy="1133856"/>
              <a:chOff x="0" y="0"/>
              <a:chExt cx="2097786" cy="1133856"/>
            </a:xfrm>
          </p:grpSpPr>
          <p:sp>
            <p:nvSpPr>
              <p:cNvPr id="74" name="Freeform 74"/>
              <p:cNvSpPr/>
              <p:nvPr/>
            </p:nvSpPr>
            <p:spPr>
              <a:xfrm>
                <a:off x="0" y="0"/>
                <a:ext cx="2097786" cy="1133856"/>
              </a:xfrm>
              <a:custGeom>
                <a:avLst/>
                <a:gdLst/>
                <a:ahLst/>
                <a:cxnLst/>
                <a:rect l="l" t="t" r="r" b="b"/>
                <a:pathLst>
                  <a:path w="2097786" h="1133856">
                    <a:moveTo>
                      <a:pt x="0" y="0"/>
                    </a:moveTo>
                    <a:lnTo>
                      <a:pt x="2097786" y="0"/>
                    </a:lnTo>
                    <a:lnTo>
                      <a:pt x="2097786" y="1133856"/>
                    </a:lnTo>
                    <a:lnTo>
                      <a:pt x="0" y="1133856"/>
                    </a:lnTo>
                    <a:close/>
                  </a:path>
                </a:pathLst>
              </a:custGeom>
              <a:blipFill>
                <a:blip r:embed="rId3">
                  <a:alphaModFix amt="0"/>
                </a:blip>
                <a:stretch>
                  <a:fillRect l="-19348" r="-19348"/>
                </a:stretch>
              </a:blipFill>
            </p:spPr>
            <p:txBody>
              <a:bodyPr/>
              <a:lstStyle/>
              <a:p>
                <a:endParaRPr/>
              </a:p>
            </p:txBody>
          </p:sp>
          <p:sp>
            <p:nvSpPr>
              <p:cNvPr id="75" name="TextBox 75"/>
              <p:cNvSpPr txBox="1"/>
              <p:nvPr/>
            </p:nvSpPr>
            <p:spPr>
              <a:xfrm>
                <a:off x="0" y="-9525"/>
                <a:ext cx="2097786" cy="1143381"/>
              </a:xfrm>
              <a:prstGeom prst="rect">
                <a:avLst/>
              </a:prstGeom>
            </p:spPr>
            <p:txBody>
              <a:bodyPr lIns="0" tIns="0" rIns="0" bIns="0" rtlCol="0" anchor="ctr"/>
              <a:lstStyle/>
              <a:p>
                <a:pPr algn="ctr">
                  <a:lnSpc>
                    <a:spcPts val="1620"/>
                  </a:lnSpc>
                </a:pPr>
                <a:r>
                  <a:rPr lang="en-US" sz="1350" b="1" spc="5">
                    <a:solidFill>
                      <a:srgbClr val="FFFFFF"/>
                    </a:solidFill>
                    <a:latin typeface="Noto Sans Kr Bold"/>
                    <a:ea typeface="Noto Sans Kr Bold"/>
                    <a:cs typeface="Noto Sans Kr Bold"/>
                    <a:sym typeface="Noto Sans Kr Bold"/>
                  </a:rPr>
                  <a:t>조건 2</a:t>
                </a:r>
              </a:p>
              <a:p>
                <a:pPr algn="ctr">
                  <a:lnSpc>
                    <a:spcPts val="1530"/>
                  </a:lnSpc>
                </a:pPr>
                <a:r>
                  <a:rPr lang="en-US" sz="1275" b="1" spc="4">
                    <a:solidFill>
                      <a:srgbClr val="FFFFFF"/>
                    </a:solidFill>
                    <a:latin typeface="Noto Sans Kr Bold"/>
                    <a:ea typeface="Noto Sans Kr Bold"/>
                    <a:cs typeface="Noto Sans Kr Bold"/>
                    <a:sym typeface="Noto Sans Kr Bold"/>
                  </a:rPr>
                  <a:t>20분</a:t>
                </a:r>
              </a:p>
            </p:txBody>
          </p:sp>
        </p:grpSp>
        <p:grpSp>
          <p:nvGrpSpPr>
            <p:cNvPr id="76" name="Group 76"/>
            <p:cNvGrpSpPr/>
            <p:nvPr/>
          </p:nvGrpSpPr>
          <p:grpSpPr>
            <a:xfrm>
              <a:off x="6242685" y="682244"/>
              <a:ext cx="831596" cy="1159256"/>
              <a:chOff x="0" y="0"/>
              <a:chExt cx="831596" cy="1159256"/>
            </a:xfrm>
          </p:grpSpPr>
          <p:sp>
            <p:nvSpPr>
              <p:cNvPr id="77" name="Freeform 77"/>
              <p:cNvSpPr/>
              <p:nvPr/>
            </p:nvSpPr>
            <p:spPr>
              <a:xfrm>
                <a:off x="0" y="0"/>
                <a:ext cx="831596" cy="1159256"/>
              </a:xfrm>
              <a:custGeom>
                <a:avLst/>
                <a:gdLst/>
                <a:ahLst/>
                <a:cxnLst/>
                <a:rect l="l" t="t" r="r" b="b"/>
                <a:pathLst>
                  <a:path w="831596" h="1159256">
                    <a:moveTo>
                      <a:pt x="0" y="0"/>
                    </a:moveTo>
                    <a:lnTo>
                      <a:pt x="831596" y="0"/>
                    </a:lnTo>
                    <a:lnTo>
                      <a:pt x="831596" y="1159256"/>
                    </a:lnTo>
                    <a:lnTo>
                      <a:pt x="0" y="1159256"/>
                    </a:lnTo>
                    <a:close/>
                  </a:path>
                </a:pathLst>
              </a:custGeom>
              <a:solidFill>
                <a:srgbClr val="F5F6FA"/>
              </a:solidFill>
              <a:ln w="19050" cap="sq">
                <a:solidFill>
                  <a:srgbClr val="F5F6FA"/>
                </a:solidFill>
                <a:prstDash val="solid"/>
                <a:miter/>
              </a:ln>
            </p:spPr>
            <p:txBody>
              <a:bodyPr/>
              <a:lstStyle/>
              <a:p>
                <a:endParaRPr/>
              </a:p>
            </p:txBody>
          </p:sp>
        </p:grpSp>
        <p:grpSp>
          <p:nvGrpSpPr>
            <p:cNvPr id="78" name="Group 78"/>
            <p:cNvGrpSpPr/>
            <p:nvPr/>
          </p:nvGrpSpPr>
          <p:grpSpPr>
            <a:xfrm>
              <a:off x="6255385" y="694944"/>
              <a:ext cx="806196" cy="1200785"/>
              <a:chOff x="0" y="0"/>
              <a:chExt cx="806196" cy="1200785"/>
            </a:xfrm>
          </p:grpSpPr>
          <p:sp>
            <p:nvSpPr>
              <p:cNvPr id="79" name="Freeform 79"/>
              <p:cNvSpPr/>
              <p:nvPr/>
            </p:nvSpPr>
            <p:spPr>
              <a:xfrm>
                <a:off x="0" y="0"/>
                <a:ext cx="806196" cy="1200785"/>
              </a:xfrm>
              <a:custGeom>
                <a:avLst/>
                <a:gdLst/>
                <a:ahLst/>
                <a:cxnLst/>
                <a:rect l="l" t="t" r="r" b="b"/>
                <a:pathLst>
                  <a:path w="806196" h="1200785">
                    <a:moveTo>
                      <a:pt x="0" y="0"/>
                    </a:moveTo>
                    <a:lnTo>
                      <a:pt x="806196" y="0"/>
                    </a:lnTo>
                    <a:lnTo>
                      <a:pt x="806196" y="1200785"/>
                    </a:lnTo>
                    <a:lnTo>
                      <a:pt x="0" y="1200785"/>
                    </a:lnTo>
                    <a:close/>
                  </a:path>
                </a:pathLst>
              </a:custGeom>
              <a:blipFill>
                <a:blip r:embed="rId3">
                  <a:alphaModFix amt="0"/>
                </a:blip>
                <a:stretch>
                  <a:fillRect l="-130449" r="-130449" b="5573"/>
                </a:stretch>
              </a:blipFill>
            </p:spPr>
            <p:txBody>
              <a:bodyPr/>
              <a:lstStyle/>
              <a:p>
                <a:endParaRPr/>
              </a:p>
            </p:txBody>
          </p:sp>
          <p:sp>
            <p:nvSpPr>
              <p:cNvPr id="80" name="TextBox 80"/>
              <p:cNvSpPr txBox="1"/>
              <p:nvPr/>
            </p:nvSpPr>
            <p:spPr>
              <a:xfrm>
                <a:off x="0" y="-9525"/>
                <a:ext cx="806196" cy="1210310"/>
              </a:xfrm>
              <a:prstGeom prst="rect">
                <a:avLst/>
              </a:prstGeom>
            </p:spPr>
            <p:txBody>
              <a:bodyPr lIns="0" tIns="0" rIns="0" bIns="0" rtlCol="0" anchor="ctr"/>
              <a:lstStyle/>
              <a:p>
                <a:pPr algn="ctr">
                  <a:lnSpc>
                    <a:spcPts val="1620"/>
                  </a:lnSpc>
                </a:pPr>
                <a:r>
                  <a:rPr lang="en-US" sz="1350" spc="5" dirty="0" err="1">
                    <a:solidFill>
                      <a:srgbClr val="333333"/>
                    </a:solidFill>
                    <a:latin typeface="Noto Sans Kr"/>
                    <a:ea typeface="Noto Sans Kr"/>
                    <a:cs typeface="Noto Sans Kr"/>
                    <a:sym typeface="Noto Sans Kr"/>
                  </a:rPr>
                  <a:t>설문</a:t>
                </a:r>
                <a:endParaRPr lang="en-US" sz="1350" spc="5" dirty="0">
                  <a:solidFill>
                    <a:srgbClr val="333333"/>
                  </a:solidFill>
                  <a:latin typeface="Noto Sans Kr"/>
                  <a:ea typeface="Noto Sans Kr"/>
                  <a:cs typeface="Noto Sans Kr"/>
                  <a:sym typeface="Noto Sans Kr"/>
                </a:endParaRPr>
              </a:p>
              <a:p>
                <a:pPr algn="ctr">
                  <a:lnSpc>
                    <a:spcPts val="1620"/>
                  </a:lnSpc>
                </a:pPr>
                <a:r>
                  <a:rPr lang="en-US" sz="1350" spc="5" dirty="0" err="1">
                    <a:solidFill>
                      <a:srgbClr val="333333"/>
                    </a:solidFill>
                    <a:latin typeface="Noto Sans Kr"/>
                    <a:ea typeface="Noto Sans Kr"/>
                    <a:cs typeface="Noto Sans Kr"/>
                    <a:sym typeface="Noto Sans Kr"/>
                  </a:rPr>
                  <a:t>휴식</a:t>
                </a:r>
                <a:endParaRPr lang="en-US" sz="1350" spc="5" dirty="0">
                  <a:solidFill>
                    <a:srgbClr val="333333"/>
                  </a:solidFill>
                  <a:latin typeface="Noto Sans Kr"/>
                  <a:ea typeface="Noto Sans Kr"/>
                  <a:cs typeface="Noto Sans Kr"/>
                  <a:sym typeface="Noto Sans Kr"/>
                </a:endParaRPr>
              </a:p>
              <a:p>
                <a:pPr algn="ctr">
                  <a:lnSpc>
                    <a:spcPts val="1530"/>
                  </a:lnSpc>
                </a:pPr>
                <a:r>
                  <a:rPr lang="en-US" sz="1275" spc="4" dirty="0">
                    <a:solidFill>
                      <a:srgbClr val="333333"/>
                    </a:solidFill>
                    <a:latin typeface="Noto Sans Kr"/>
                    <a:ea typeface="Noto Sans Kr"/>
                    <a:cs typeface="Noto Sans Kr"/>
                    <a:sym typeface="Noto Sans Kr"/>
                  </a:rPr>
                  <a:t>8분</a:t>
                </a:r>
              </a:p>
            </p:txBody>
          </p:sp>
        </p:grpSp>
        <p:grpSp>
          <p:nvGrpSpPr>
            <p:cNvPr id="81" name="Group 81"/>
            <p:cNvGrpSpPr/>
            <p:nvPr/>
          </p:nvGrpSpPr>
          <p:grpSpPr>
            <a:xfrm>
              <a:off x="7103745" y="682244"/>
              <a:ext cx="2123186" cy="1159256"/>
              <a:chOff x="0" y="0"/>
              <a:chExt cx="2123186" cy="1159256"/>
            </a:xfrm>
          </p:grpSpPr>
          <p:sp>
            <p:nvSpPr>
              <p:cNvPr id="82" name="Freeform 82"/>
              <p:cNvSpPr/>
              <p:nvPr/>
            </p:nvSpPr>
            <p:spPr>
              <a:xfrm>
                <a:off x="0" y="0"/>
                <a:ext cx="2123186" cy="1159256"/>
              </a:xfrm>
              <a:custGeom>
                <a:avLst/>
                <a:gdLst/>
                <a:ahLst/>
                <a:cxnLst/>
                <a:rect l="l" t="t" r="r" b="b"/>
                <a:pathLst>
                  <a:path w="2123186" h="1159256">
                    <a:moveTo>
                      <a:pt x="0" y="0"/>
                    </a:moveTo>
                    <a:lnTo>
                      <a:pt x="2123186" y="0"/>
                    </a:lnTo>
                    <a:lnTo>
                      <a:pt x="2123186" y="1159256"/>
                    </a:lnTo>
                    <a:lnTo>
                      <a:pt x="0" y="1159256"/>
                    </a:lnTo>
                    <a:close/>
                  </a:path>
                </a:pathLst>
              </a:custGeom>
              <a:solidFill>
                <a:srgbClr val="3C55CB"/>
              </a:solidFill>
              <a:ln w="19050" cap="sq">
                <a:solidFill>
                  <a:srgbClr val="3C55CB"/>
                </a:solidFill>
                <a:prstDash val="solid"/>
                <a:miter/>
              </a:ln>
            </p:spPr>
            <p:txBody>
              <a:bodyPr/>
              <a:lstStyle/>
              <a:p>
                <a:endParaRPr/>
              </a:p>
            </p:txBody>
          </p:sp>
        </p:grpSp>
        <p:grpSp>
          <p:nvGrpSpPr>
            <p:cNvPr id="83" name="Group 83"/>
            <p:cNvGrpSpPr/>
            <p:nvPr/>
          </p:nvGrpSpPr>
          <p:grpSpPr>
            <a:xfrm>
              <a:off x="7116445" y="694944"/>
              <a:ext cx="2097786" cy="1133856"/>
              <a:chOff x="0" y="0"/>
              <a:chExt cx="2097786" cy="1133856"/>
            </a:xfrm>
          </p:grpSpPr>
          <p:sp>
            <p:nvSpPr>
              <p:cNvPr id="84" name="Freeform 84"/>
              <p:cNvSpPr/>
              <p:nvPr/>
            </p:nvSpPr>
            <p:spPr>
              <a:xfrm>
                <a:off x="0" y="0"/>
                <a:ext cx="2097786" cy="1133856"/>
              </a:xfrm>
              <a:custGeom>
                <a:avLst/>
                <a:gdLst/>
                <a:ahLst/>
                <a:cxnLst/>
                <a:rect l="l" t="t" r="r" b="b"/>
                <a:pathLst>
                  <a:path w="2097786" h="1133856">
                    <a:moveTo>
                      <a:pt x="0" y="0"/>
                    </a:moveTo>
                    <a:lnTo>
                      <a:pt x="2097786" y="0"/>
                    </a:lnTo>
                    <a:lnTo>
                      <a:pt x="2097786" y="1133856"/>
                    </a:lnTo>
                    <a:lnTo>
                      <a:pt x="0" y="1133856"/>
                    </a:lnTo>
                    <a:close/>
                  </a:path>
                </a:pathLst>
              </a:custGeom>
              <a:blipFill>
                <a:blip r:embed="rId3">
                  <a:alphaModFix amt="0"/>
                </a:blip>
                <a:stretch>
                  <a:fillRect l="-19348" r="-19348"/>
                </a:stretch>
              </a:blipFill>
            </p:spPr>
            <p:txBody>
              <a:bodyPr/>
              <a:lstStyle/>
              <a:p>
                <a:endParaRPr/>
              </a:p>
            </p:txBody>
          </p:sp>
          <p:sp>
            <p:nvSpPr>
              <p:cNvPr id="85" name="TextBox 85"/>
              <p:cNvSpPr txBox="1"/>
              <p:nvPr/>
            </p:nvSpPr>
            <p:spPr>
              <a:xfrm>
                <a:off x="0" y="-9525"/>
                <a:ext cx="2097786" cy="1143381"/>
              </a:xfrm>
              <a:prstGeom prst="rect">
                <a:avLst/>
              </a:prstGeom>
            </p:spPr>
            <p:txBody>
              <a:bodyPr lIns="0" tIns="0" rIns="0" bIns="0" rtlCol="0" anchor="ctr"/>
              <a:lstStyle/>
              <a:p>
                <a:pPr algn="ctr">
                  <a:lnSpc>
                    <a:spcPts val="1620"/>
                  </a:lnSpc>
                </a:pPr>
                <a:r>
                  <a:rPr lang="en-US" sz="1350" b="1" spc="5">
                    <a:solidFill>
                      <a:srgbClr val="FFFFFF"/>
                    </a:solidFill>
                    <a:latin typeface="Noto Sans Kr Bold"/>
                    <a:ea typeface="Noto Sans Kr Bold"/>
                    <a:cs typeface="Noto Sans Kr Bold"/>
                    <a:sym typeface="Noto Sans Kr Bold"/>
                  </a:rPr>
                  <a:t>조건 3</a:t>
                </a:r>
              </a:p>
              <a:p>
                <a:pPr algn="ctr">
                  <a:lnSpc>
                    <a:spcPts val="1530"/>
                  </a:lnSpc>
                </a:pPr>
                <a:r>
                  <a:rPr lang="en-US" sz="1275" b="1" spc="4">
                    <a:solidFill>
                      <a:srgbClr val="FFFFFF"/>
                    </a:solidFill>
                    <a:latin typeface="Noto Sans Kr Bold"/>
                    <a:ea typeface="Noto Sans Kr Bold"/>
                    <a:cs typeface="Noto Sans Kr Bold"/>
                    <a:sym typeface="Noto Sans Kr Bold"/>
                  </a:rPr>
                  <a:t>20분</a:t>
                </a:r>
              </a:p>
            </p:txBody>
          </p:sp>
        </p:grpSp>
        <p:grpSp>
          <p:nvGrpSpPr>
            <p:cNvPr id="86" name="Group 86"/>
            <p:cNvGrpSpPr/>
            <p:nvPr/>
          </p:nvGrpSpPr>
          <p:grpSpPr>
            <a:xfrm>
              <a:off x="9256395" y="682244"/>
              <a:ext cx="1046861" cy="1159256"/>
              <a:chOff x="0" y="0"/>
              <a:chExt cx="1046861" cy="1159256"/>
            </a:xfrm>
          </p:grpSpPr>
          <p:sp>
            <p:nvSpPr>
              <p:cNvPr id="87" name="Freeform 87"/>
              <p:cNvSpPr/>
              <p:nvPr/>
            </p:nvSpPr>
            <p:spPr>
              <a:xfrm>
                <a:off x="0" y="0"/>
                <a:ext cx="1046861" cy="1159256"/>
              </a:xfrm>
              <a:custGeom>
                <a:avLst/>
                <a:gdLst/>
                <a:ahLst/>
                <a:cxnLst/>
                <a:rect l="l" t="t" r="r" b="b"/>
                <a:pathLst>
                  <a:path w="1046861" h="1159256">
                    <a:moveTo>
                      <a:pt x="0" y="0"/>
                    </a:moveTo>
                    <a:lnTo>
                      <a:pt x="1046861" y="0"/>
                    </a:lnTo>
                    <a:lnTo>
                      <a:pt x="1046861" y="1159256"/>
                    </a:lnTo>
                    <a:lnTo>
                      <a:pt x="0" y="1159256"/>
                    </a:lnTo>
                    <a:close/>
                  </a:path>
                </a:pathLst>
              </a:custGeom>
              <a:solidFill>
                <a:srgbClr val="F5F6FA"/>
              </a:solidFill>
              <a:ln w="19050" cap="sq">
                <a:solidFill>
                  <a:srgbClr val="F5F6FA"/>
                </a:solidFill>
                <a:prstDash val="solid"/>
                <a:miter/>
              </a:ln>
            </p:spPr>
            <p:txBody>
              <a:bodyPr/>
              <a:lstStyle/>
              <a:p>
                <a:endParaRPr/>
              </a:p>
            </p:txBody>
          </p:sp>
        </p:grpSp>
        <p:grpSp>
          <p:nvGrpSpPr>
            <p:cNvPr id="88" name="Group 88"/>
            <p:cNvGrpSpPr/>
            <p:nvPr/>
          </p:nvGrpSpPr>
          <p:grpSpPr>
            <a:xfrm>
              <a:off x="9269095" y="694944"/>
              <a:ext cx="1021461" cy="1133856"/>
              <a:chOff x="0" y="0"/>
              <a:chExt cx="1021461" cy="1133856"/>
            </a:xfrm>
          </p:grpSpPr>
          <p:sp>
            <p:nvSpPr>
              <p:cNvPr id="89" name="Freeform 89"/>
              <p:cNvSpPr/>
              <p:nvPr/>
            </p:nvSpPr>
            <p:spPr>
              <a:xfrm>
                <a:off x="0" y="0"/>
                <a:ext cx="1021462" cy="1133856"/>
              </a:xfrm>
              <a:custGeom>
                <a:avLst/>
                <a:gdLst/>
                <a:ahLst/>
                <a:cxnLst/>
                <a:rect l="l" t="t" r="r" b="b"/>
                <a:pathLst>
                  <a:path w="1021462" h="1133856">
                    <a:moveTo>
                      <a:pt x="0" y="0"/>
                    </a:moveTo>
                    <a:lnTo>
                      <a:pt x="1021462" y="0"/>
                    </a:lnTo>
                    <a:lnTo>
                      <a:pt x="1021462" y="1133856"/>
                    </a:lnTo>
                    <a:lnTo>
                      <a:pt x="0" y="1133856"/>
                    </a:lnTo>
                    <a:close/>
                  </a:path>
                </a:pathLst>
              </a:custGeom>
              <a:blipFill>
                <a:blip r:embed="rId3">
                  <a:alphaModFix amt="0"/>
                </a:blip>
                <a:stretch>
                  <a:fillRect l="-92421" r="-92421"/>
                </a:stretch>
              </a:blipFill>
            </p:spPr>
            <p:txBody>
              <a:bodyPr/>
              <a:lstStyle/>
              <a:p>
                <a:endParaRPr/>
              </a:p>
            </p:txBody>
          </p:sp>
          <p:sp>
            <p:nvSpPr>
              <p:cNvPr id="90" name="TextBox 90"/>
              <p:cNvSpPr txBox="1"/>
              <p:nvPr/>
            </p:nvSpPr>
            <p:spPr>
              <a:xfrm>
                <a:off x="0" y="-9525"/>
                <a:ext cx="1021461" cy="1143381"/>
              </a:xfrm>
              <a:prstGeom prst="rect">
                <a:avLst/>
              </a:prstGeom>
            </p:spPr>
            <p:txBody>
              <a:bodyPr lIns="0" tIns="0" rIns="0" bIns="0" rtlCol="0" anchor="ctr"/>
              <a:lstStyle/>
              <a:p>
                <a:pPr algn="ctr">
                  <a:lnSpc>
                    <a:spcPts val="1620"/>
                  </a:lnSpc>
                </a:pPr>
                <a:r>
                  <a:rPr lang="en-US" sz="1350" spc="5">
                    <a:solidFill>
                      <a:srgbClr val="333333"/>
                    </a:solidFill>
                    <a:latin typeface="Noto Sans Kr"/>
                    <a:ea typeface="Noto Sans Kr"/>
                    <a:cs typeface="Noto Sans Kr"/>
                    <a:sym typeface="Noto Sans Kr"/>
                  </a:rPr>
                  <a:t>사후 설문</a:t>
                </a:r>
              </a:p>
              <a:p>
                <a:pPr algn="ctr">
                  <a:lnSpc>
                    <a:spcPts val="1530"/>
                  </a:lnSpc>
                </a:pPr>
                <a:r>
                  <a:rPr lang="en-US" sz="1275" spc="4">
                    <a:solidFill>
                      <a:srgbClr val="333333"/>
                    </a:solidFill>
                    <a:latin typeface="Noto Sans Kr"/>
                    <a:ea typeface="Noto Sans Kr"/>
                    <a:cs typeface="Noto Sans Kr"/>
                    <a:sym typeface="Noto Sans Kr"/>
                  </a:rPr>
                  <a:t>10분</a:t>
                </a:r>
              </a:p>
            </p:txBody>
          </p:sp>
        </p:grpSp>
        <p:sp>
          <p:nvSpPr>
            <p:cNvPr id="91" name="TextBox 91"/>
            <p:cNvSpPr txBox="1"/>
            <p:nvPr/>
          </p:nvSpPr>
          <p:spPr>
            <a:xfrm>
              <a:off x="12700" y="2103120"/>
              <a:ext cx="10332720" cy="304800"/>
            </a:xfrm>
            <a:prstGeom prst="rect">
              <a:avLst/>
            </a:prstGeom>
          </p:spPr>
          <p:txBody>
            <a:bodyPr lIns="0" tIns="0" rIns="0" bIns="0" rtlCol="0" anchor="t">
              <a:spAutoFit/>
            </a:bodyPr>
            <a:lstStyle/>
            <a:p>
              <a:pPr algn="l">
                <a:lnSpc>
                  <a:spcPts val="1800"/>
                </a:lnSpc>
              </a:pPr>
              <a:endParaRPr/>
            </a:p>
          </p:txBody>
        </p:sp>
      </p:grpSp>
      <p:grpSp>
        <p:nvGrpSpPr>
          <p:cNvPr id="92" name="Group 92"/>
          <p:cNvGrpSpPr/>
          <p:nvPr/>
        </p:nvGrpSpPr>
        <p:grpSpPr>
          <a:xfrm>
            <a:off x="813435" y="8700135"/>
            <a:ext cx="1459230" cy="375666"/>
            <a:chOff x="0" y="0"/>
            <a:chExt cx="1945640" cy="500888"/>
          </a:xfrm>
        </p:grpSpPr>
        <p:sp>
          <p:nvSpPr>
            <p:cNvPr id="93" name="Freeform 93"/>
            <p:cNvSpPr/>
            <p:nvPr/>
          </p:nvSpPr>
          <p:spPr>
            <a:xfrm>
              <a:off x="0" y="0"/>
              <a:ext cx="1945640" cy="500888"/>
            </a:xfrm>
            <a:custGeom>
              <a:avLst/>
              <a:gdLst/>
              <a:ahLst/>
              <a:cxnLst/>
              <a:rect l="l" t="t" r="r" b="b"/>
              <a:pathLst>
                <a:path w="1945640" h="500888">
                  <a:moveTo>
                    <a:pt x="0" y="250444"/>
                  </a:moveTo>
                  <a:cubicBezTo>
                    <a:pt x="0" y="112141"/>
                    <a:pt x="112141" y="0"/>
                    <a:pt x="250444" y="0"/>
                  </a:cubicBezTo>
                  <a:lnTo>
                    <a:pt x="1695196" y="0"/>
                  </a:lnTo>
                  <a:cubicBezTo>
                    <a:pt x="1833499" y="0"/>
                    <a:pt x="1945640" y="112141"/>
                    <a:pt x="1945640" y="250444"/>
                  </a:cubicBezTo>
                  <a:cubicBezTo>
                    <a:pt x="1945640" y="388747"/>
                    <a:pt x="1833499" y="500888"/>
                    <a:pt x="1695196" y="500888"/>
                  </a:cubicBezTo>
                  <a:lnTo>
                    <a:pt x="250444" y="500888"/>
                  </a:lnTo>
                  <a:cubicBezTo>
                    <a:pt x="112141" y="500888"/>
                    <a:pt x="0" y="388747"/>
                    <a:pt x="0" y="250444"/>
                  </a:cubicBezTo>
                  <a:close/>
                </a:path>
              </a:pathLst>
            </a:custGeom>
            <a:solidFill>
              <a:srgbClr val="FFFFFF"/>
            </a:solidFill>
            <a:ln w="19050" cap="sq">
              <a:solidFill>
                <a:srgbClr val="3C55CB"/>
              </a:solidFill>
              <a:prstDash val="solid"/>
              <a:miter/>
            </a:ln>
          </p:spPr>
          <p:txBody>
            <a:bodyPr/>
            <a:lstStyle/>
            <a:p>
              <a:endParaRPr/>
            </a:p>
          </p:txBody>
        </p:sp>
      </p:grpSp>
      <p:grpSp>
        <p:nvGrpSpPr>
          <p:cNvPr id="94" name="Group 94"/>
          <p:cNvGrpSpPr/>
          <p:nvPr/>
        </p:nvGrpSpPr>
        <p:grpSpPr>
          <a:xfrm>
            <a:off x="838962" y="8628507"/>
            <a:ext cx="1440180" cy="518922"/>
            <a:chOff x="0" y="0"/>
            <a:chExt cx="1920240" cy="691896"/>
          </a:xfrm>
        </p:grpSpPr>
        <p:sp>
          <p:nvSpPr>
            <p:cNvPr id="95" name="Freeform 95"/>
            <p:cNvSpPr/>
            <p:nvPr/>
          </p:nvSpPr>
          <p:spPr>
            <a:xfrm>
              <a:off x="0" y="0"/>
              <a:ext cx="1920240" cy="691896"/>
            </a:xfrm>
            <a:custGeom>
              <a:avLst/>
              <a:gdLst/>
              <a:ahLst/>
              <a:cxnLst/>
              <a:rect l="l" t="t" r="r" b="b"/>
              <a:pathLst>
                <a:path w="1920240" h="691896">
                  <a:moveTo>
                    <a:pt x="0" y="0"/>
                  </a:moveTo>
                  <a:lnTo>
                    <a:pt x="1920240" y="0"/>
                  </a:lnTo>
                  <a:lnTo>
                    <a:pt x="1920240" y="691896"/>
                  </a:lnTo>
                  <a:lnTo>
                    <a:pt x="0" y="691896"/>
                  </a:lnTo>
                  <a:close/>
                </a:path>
              </a:pathLst>
            </a:custGeom>
            <a:blipFill>
              <a:blip r:embed="rId3">
                <a:alphaModFix amt="0"/>
              </a:blip>
              <a:stretch>
                <a:fillRect t="-19716" b="11561"/>
              </a:stretch>
            </a:blipFill>
          </p:spPr>
          <p:txBody>
            <a:bodyPr/>
            <a:lstStyle/>
            <a:p>
              <a:endParaRPr/>
            </a:p>
          </p:txBody>
        </p:sp>
        <p:sp>
          <p:nvSpPr>
            <p:cNvPr id="96" name="TextBox 96"/>
            <p:cNvSpPr txBox="1"/>
            <p:nvPr/>
          </p:nvSpPr>
          <p:spPr>
            <a:xfrm>
              <a:off x="0" y="-9525"/>
              <a:ext cx="1920240" cy="701421"/>
            </a:xfrm>
            <a:prstGeom prst="rect">
              <a:avLst/>
            </a:prstGeom>
          </p:spPr>
          <p:txBody>
            <a:bodyPr lIns="0" tIns="0" rIns="0" bIns="0" rtlCol="0" anchor="ctr"/>
            <a:lstStyle/>
            <a:p>
              <a:pPr algn="ctr">
                <a:lnSpc>
                  <a:spcPts val="1620"/>
                </a:lnSpc>
              </a:pPr>
              <a:r>
                <a:rPr lang="en-US" sz="1350" b="1" spc="5">
                  <a:solidFill>
                    <a:srgbClr val="2E44A8"/>
                  </a:solidFill>
                  <a:latin typeface="Noto Sans Kr Bold"/>
                  <a:ea typeface="Noto Sans Kr Bold"/>
                  <a:cs typeface="Noto Sans Kr Bold"/>
                  <a:sym typeface="Noto Sans Kr Bold"/>
                </a:rPr>
                <a:t>과목 검토 중</a:t>
              </a:r>
            </a:p>
          </p:txBody>
        </p:sp>
      </p:grpSp>
      <p:grpSp>
        <p:nvGrpSpPr>
          <p:cNvPr id="97" name="Group 97"/>
          <p:cNvGrpSpPr/>
          <p:nvPr/>
        </p:nvGrpSpPr>
        <p:grpSpPr>
          <a:xfrm>
            <a:off x="2382012" y="8585835"/>
            <a:ext cx="6858000" cy="610172"/>
            <a:chOff x="0" y="0"/>
            <a:chExt cx="9144000" cy="813562"/>
          </a:xfrm>
        </p:grpSpPr>
        <p:sp>
          <p:nvSpPr>
            <p:cNvPr id="98" name="Freeform 98"/>
            <p:cNvSpPr/>
            <p:nvPr/>
          </p:nvSpPr>
          <p:spPr>
            <a:xfrm>
              <a:off x="0" y="0"/>
              <a:ext cx="9144000" cy="813562"/>
            </a:xfrm>
            <a:custGeom>
              <a:avLst/>
              <a:gdLst/>
              <a:ahLst/>
              <a:cxnLst/>
              <a:rect l="l" t="t" r="r" b="b"/>
              <a:pathLst>
                <a:path w="9144000" h="813562">
                  <a:moveTo>
                    <a:pt x="0" y="0"/>
                  </a:moveTo>
                  <a:lnTo>
                    <a:pt x="9144000" y="0"/>
                  </a:lnTo>
                  <a:lnTo>
                    <a:pt x="9144000" y="813562"/>
                  </a:lnTo>
                  <a:lnTo>
                    <a:pt x="0" y="813562"/>
                  </a:lnTo>
                  <a:close/>
                </a:path>
              </a:pathLst>
            </a:custGeom>
            <a:blipFill>
              <a:blip r:embed="rId3">
                <a:alphaModFix amt="0"/>
              </a:blip>
              <a:stretch>
                <a:fillRect t="-185282" b="-152719"/>
              </a:stretch>
            </a:blipFill>
          </p:spPr>
          <p:txBody>
            <a:bodyPr/>
            <a:lstStyle/>
            <a:p>
              <a:endParaRPr/>
            </a:p>
          </p:txBody>
        </p:sp>
        <p:sp>
          <p:nvSpPr>
            <p:cNvPr id="99" name="TextBox 99"/>
            <p:cNvSpPr txBox="1"/>
            <p:nvPr/>
          </p:nvSpPr>
          <p:spPr>
            <a:xfrm>
              <a:off x="0" y="9525"/>
              <a:ext cx="9144000" cy="804037"/>
            </a:xfrm>
            <a:prstGeom prst="rect">
              <a:avLst/>
            </a:prstGeom>
          </p:spPr>
          <p:txBody>
            <a:bodyPr lIns="0" tIns="0" rIns="0" bIns="0" rtlCol="0" anchor="ctr"/>
            <a:lstStyle/>
            <a:p>
              <a:pPr algn="l">
                <a:lnSpc>
                  <a:spcPts val="1889"/>
                </a:lnSpc>
              </a:pPr>
              <a:r>
                <a:rPr lang="en-US" sz="1575" spc="6">
                  <a:solidFill>
                    <a:srgbClr val="7F7F7F"/>
                  </a:solidFill>
                  <a:latin typeface="Noto Sans Kr"/>
                  <a:ea typeface="Noto Sans Kr"/>
                  <a:cs typeface="Noto Sans Kr"/>
                  <a:sym typeface="Noto Sans Kr"/>
                </a:rPr>
                <a:t>문제 세트: 수리·언어 추론 또는 영어 독해 중 확정 예정</a:t>
              </a:r>
            </a:p>
          </p:txBody>
        </p:sp>
      </p:grpSp>
      <p:sp>
        <p:nvSpPr>
          <p:cNvPr id="100" name="TextBox 2">
            <a:extLst>
              <a:ext uri="{FF2B5EF4-FFF2-40B4-BE49-F238E27FC236}">
                <a16:creationId xmlns:a16="http://schemas.microsoft.com/office/drawing/2014/main" id="{B8DF4EF3-6DC9-366E-31FE-ECF434068F3C}"/>
              </a:ext>
            </a:extLst>
          </p:cNvPr>
          <p:cNvSpPr txBox="1"/>
          <p:nvPr/>
        </p:nvSpPr>
        <p:spPr>
          <a:xfrm>
            <a:off x="822960" y="548640"/>
            <a:ext cx="10972800" cy="266676"/>
          </a:xfrm>
          <a:prstGeom prst="rect">
            <a:avLst/>
          </a:prstGeom>
        </p:spPr>
        <p:txBody>
          <a:bodyPr lIns="0" tIns="0" rIns="0" bIns="0" rtlCol="0" anchor="t">
            <a:spAutoFit/>
          </a:bodyPr>
          <a:lstStyle/>
          <a:p>
            <a:pPr>
              <a:lnSpc>
                <a:spcPts val="2160"/>
              </a:lnSpc>
            </a:pPr>
            <a:r>
              <a:rPr lang="en-US" altLang="ko-KR" spc="8" dirty="0">
                <a:solidFill>
                  <a:schemeClr val="bg1">
                    <a:lumMod val="50000"/>
                  </a:schemeClr>
                </a:solidFill>
                <a:latin typeface="Noto Sans Kr Bold"/>
                <a:ea typeface="Noto Sans Kr Bold"/>
                <a:cs typeface="Noto Sans Kr Bold"/>
                <a:sym typeface="Noto Sans Kr Bold"/>
              </a:rPr>
              <a:t>2026-2 </a:t>
            </a:r>
            <a:r>
              <a:rPr lang="en-US" altLang="ko-KR" spc="8" dirty="0" err="1">
                <a:solidFill>
                  <a:schemeClr val="bg1">
                    <a:lumMod val="50000"/>
                  </a:schemeClr>
                </a:solidFill>
                <a:latin typeface="Noto Sans Kr Bold"/>
                <a:ea typeface="Noto Sans Kr Bold"/>
                <a:cs typeface="Noto Sans Kr Bold"/>
                <a:sym typeface="Noto Sans Kr Bold"/>
              </a:rPr>
              <a:t>융합캡스톤디자인</a:t>
            </a:r>
            <a:r>
              <a:rPr lang="en-US" altLang="ko-KR" spc="8" dirty="0">
                <a:solidFill>
                  <a:schemeClr val="bg1">
                    <a:lumMod val="50000"/>
                  </a:schemeClr>
                </a:solidFill>
                <a:latin typeface="Noto Sans Kr Bold"/>
                <a:ea typeface="Noto Sans Kr Bold"/>
                <a:cs typeface="Noto Sans Kr Bold"/>
                <a:sym typeface="Noto Sans Kr Bold"/>
              </a:rPr>
              <a:t> </a:t>
            </a:r>
            <a:r>
              <a:rPr lang="en-US" altLang="ko-KR" spc="8" dirty="0" err="1">
                <a:solidFill>
                  <a:schemeClr val="bg1">
                    <a:lumMod val="50000"/>
                  </a:schemeClr>
                </a:solidFill>
                <a:latin typeface="Noto Sans Kr Bold"/>
                <a:ea typeface="Noto Sans Kr Bold"/>
                <a:cs typeface="Noto Sans Kr Bold"/>
                <a:sym typeface="Noto Sans Kr Bold"/>
              </a:rPr>
              <a:t>제안발표</a:t>
            </a:r>
            <a:endParaRPr lang="en-US" sz="1800" spc="6" dirty="0">
              <a:solidFill>
                <a:schemeClr val="bg1">
                  <a:lumMod val="50000"/>
                </a:schemeClr>
              </a:solidFill>
              <a:latin typeface="Noto Sans Kr Bold"/>
              <a:ea typeface="Noto Sans Kr Bold"/>
              <a:cs typeface="Noto Sans Kr Bold"/>
              <a:sym typeface="Noto Sans Kr Bold"/>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3"/>
          <p:cNvSpPr txBox="1"/>
          <p:nvPr/>
        </p:nvSpPr>
        <p:spPr>
          <a:xfrm>
            <a:off x="822960" y="987552"/>
            <a:ext cx="16596360" cy="638175"/>
          </a:xfrm>
          <a:prstGeom prst="rect">
            <a:avLst/>
          </a:prstGeom>
        </p:spPr>
        <p:txBody>
          <a:bodyPr lIns="0" tIns="0" rIns="0" bIns="0" rtlCol="0" anchor="t">
            <a:spAutoFit/>
          </a:bodyPr>
          <a:lstStyle/>
          <a:p>
            <a:pPr algn="l">
              <a:lnSpc>
                <a:spcPts val="5040"/>
              </a:lnSpc>
            </a:pPr>
            <a:r>
              <a:rPr lang="en-US" altLang="ko-KR" sz="4200" b="1" spc="16" dirty="0">
                <a:solidFill>
                  <a:srgbClr val="3C55CB"/>
                </a:solidFill>
                <a:latin typeface="Noto Sans Kr Bold"/>
                <a:ea typeface="Noto Sans Kr Bold"/>
                <a:cs typeface="Noto Sans Kr Bold"/>
                <a:sym typeface="Noto Sans Kr Bold"/>
              </a:rPr>
              <a:t>08</a:t>
            </a:r>
            <a:r>
              <a:rPr lang="ko-KR" altLang="en-US" sz="4200" b="1" spc="16" dirty="0">
                <a:solidFill>
                  <a:srgbClr val="333333"/>
                </a:solidFill>
                <a:latin typeface="Noto Sans Kr Bold"/>
                <a:ea typeface="Noto Sans Kr Bold"/>
                <a:cs typeface="Noto Sans Kr Bold"/>
                <a:sym typeface="Noto Sans Kr Bold"/>
              </a:rPr>
              <a:t> 평가 계획 및 지표와 검증 방법</a:t>
            </a:r>
            <a:endParaRPr lang="en-US" sz="4200" b="1" spc="16" dirty="0">
              <a:solidFill>
                <a:srgbClr val="333333"/>
              </a:solidFill>
              <a:latin typeface="Noto Sans Kr Bold"/>
              <a:ea typeface="Noto Sans Kr Bold"/>
              <a:cs typeface="Noto Sans Kr Bold"/>
              <a:sym typeface="Noto Sans Kr Bold"/>
            </a:endParaRPr>
          </a:p>
        </p:txBody>
      </p:sp>
      <p:sp>
        <p:nvSpPr>
          <p:cNvPr id="5023" name="Title Rule"/>
          <p:cNvSpPr/>
          <p:nvPr/>
        </p:nvSpPr>
        <p:spPr>
          <a:xfrm>
            <a:off x="822960" y="1719072"/>
            <a:ext cx="16642080" cy="12700"/>
          </a:xfrm>
          <a:prstGeom prst="rect">
            <a:avLst/>
          </a:prstGeom>
          <a:solidFill>
            <a:srgbClr val="D4D6DC"/>
          </a:solidFill>
          <a:ln>
            <a:noFill/>
          </a:ln>
        </p:spPr>
        <p:txBody>
          <a:bodyPr/>
          <a:lstStyle/>
          <a:p>
            <a:endParaRPr lang="ko-KR"/>
          </a:p>
        </p:txBody>
      </p:sp>
      <p:sp>
        <p:nvSpPr>
          <p:cNvPr id="5022" name="Title Accent"/>
          <p:cNvSpPr/>
          <p:nvPr/>
        </p:nvSpPr>
        <p:spPr>
          <a:xfrm>
            <a:off x="802960" y="1707072"/>
            <a:ext cx="676656" cy="59436"/>
          </a:xfrm>
          <a:prstGeom prst="roundRect">
            <a:avLst>
              <a:gd name="adj" fmla="val 50000"/>
            </a:avLst>
          </a:prstGeom>
          <a:solidFill>
            <a:srgbClr val="3C55CB"/>
          </a:solidFill>
          <a:ln>
            <a:noFill/>
          </a:ln>
        </p:spPr>
        <p:txBody>
          <a:bodyPr/>
          <a:lstStyle/>
          <a:p>
            <a:endParaRPr lang="ko-KR"/>
          </a:p>
        </p:txBody>
      </p:sp>
      <p:sp>
        <p:nvSpPr>
          <p:cNvPr id="4" name="TextBox 4"/>
          <p:cNvSpPr txBox="1"/>
          <p:nvPr/>
        </p:nvSpPr>
        <p:spPr>
          <a:xfrm>
            <a:off x="8778240" y="9601200"/>
            <a:ext cx="731520" cy="228600"/>
          </a:xfrm>
          <a:prstGeom prst="rect">
            <a:avLst/>
          </a:prstGeom>
        </p:spPr>
        <p:txBody>
          <a:bodyPr lIns="0" tIns="0" rIns="0" bIns="0" rtlCol="0" anchor="t">
            <a:spAutoFit/>
          </a:bodyPr>
          <a:lstStyle/>
          <a:p>
            <a:pPr algn="ctr">
              <a:lnSpc>
                <a:spcPts val="1800"/>
              </a:lnSpc>
            </a:pPr>
            <a:r>
              <a:rPr lang="en-US" sz="1500" spc="5">
                <a:solidFill>
                  <a:srgbClr val="555555"/>
                </a:solidFill>
                <a:latin typeface="Noto Sans Kr"/>
                <a:ea typeface="Noto Sans Kr"/>
                <a:cs typeface="Noto Sans Kr"/>
                <a:sym typeface="Noto Sans Kr"/>
              </a:rPr>
              <a:t>11</a:t>
            </a:r>
          </a:p>
        </p:txBody>
      </p:sp>
      <p:graphicFrame>
        <p:nvGraphicFramePr>
          <p:cNvPr id="5" name="Table 5"/>
          <p:cNvGraphicFramePr>
            <a:graphicFrameLocks noGrp="1"/>
          </p:cNvGraphicFramePr>
          <p:nvPr/>
        </p:nvGraphicFramePr>
        <p:xfrm>
          <a:off x="822960" y="2194560"/>
          <a:ext cx="9620251" cy="5038728"/>
        </p:xfrm>
        <a:graphic>
          <a:graphicData uri="http://schemas.openxmlformats.org/drawingml/2006/table">
            <a:tbl>
              <a:tblPr/>
              <a:tblGrid>
                <a:gridCol w="2292434">
                  <a:extLst>
                    <a:ext uri="{9D8B030D-6E8A-4147-A177-3AD203B41FA5}">
                      <a16:colId xmlns:a16="http://schemas.microsoft.com/office/drawing/2014/main" val="20000"/>
                    </a:ext>
                  </a:extLst>
                </a:gridCol>
                <a:gridCol w="3716440">
                  <a:extLst>
                    <a:ext uri="{9D8B030D-6E8A-4147-A177-3AD203B41FA5}">
                      <a16:colId xmlns:a16="http://schemas.microsoft.com/office/drawing/2014/main" val="20001"/>
                    </a:ext>
                  </a:extLst>
                </a:gridCol>
                <a:gridCol w="3611377">
                  <a:extLst>
                    <a:ext uri="{9D8B030D-6E8A-4147-A177-3AD203B41FA5}">
                      <a16:colId xmlns:a16="http://schemas.microsoft.com/office/drawing/2014/main" val="20002"/>
                    </a:ext>
                  </a:extLst>
                </a:gridCol>
              </a:tblGrid>
              <a:tr h="629841">
                <a:tc>
                  <a:txBody>
                    <a:bodyPr/>
                    <a:lstStyle/>
                    <a:p>
                      <a:pPr algn="l">
                        <a:lnSpc>
                          <a:spcPts val="1889"/>
                        </a:lnSpc>
                        <a:defRPr/>
                      </a:pPr>
                      <a:r>
                        <a:rPr lang="en-US" sz="1575" b="1" spc="6">
                          <a:solidFill>
                            <a:srgbClr val="FFFFFF"/>
                          </a:solidFill>
                          <a:latin typeface="Noto Sans Kr Bold"/>
                          <a:ea typeface="Noto Sans Kr Bold"/>
                          <a:cs typeface="Noto Sans Kr Bold"/>
                          <a:sym typeface="Noto Sans Kr Bold"/>
                        </a:rPr>
                        <a:t>구분</a:t>
                      </a:r>
                      <a:endParaRPr lang="en-US" sz="1100"/>
                    </a:p>
                  </a:txBody>
                  <a:tcPr marL="0" marR="0" marT="0" marB="0" anchor="ctr">
                    <a:lnL w="9525" cap="flat" cmpd="sng" algn="ctr">
                      <a:solidFill>
                        <a:srgbClr val="DDE0E6"/>
                      </a:solidFill>
                      <a:prstDash val="solid"/>
                      <a:round/>
                      <a:headEnd type="none" w="med" len="med"/>
                      <a:tailEnd type="none" w="med" len="med"/>
                    </a:lnL>
                    <a:lnR w="9525" cap="flat" cmpd="sng" algn="ctr">
                      <a:solidFill>
                        <a:srgbClr val="DDE0E6"/>
                      </a:solidFill>
                      <a:prstDash val="solid"/>
                      <a:round/>
                      <a:headEnd type="none" w="med" len="med"/>
                      <a:tailEnd type="none" w="med" len="med"/>
                    </a:lnR>
                    <a:lnT w="9525" cap="flat" cmpd="sng" algn="ctr">
                      <a:solidFill>
                        <a:srgbClr val="DDE0E6"/>
                      </a:solidFill>
                      <a:prstDash val="solid"/>
                      <a:round/>
                      <a:headEnd type="none" w="med" len="med"/>
                      <a:tailEnd type="none" w="med" len="med"/>
                    </a:lnT>
                    <a:lnB w="9525" cap="flat" cmpd="sng" algn="ctr">
                      <a:solidFill>
                        <a:srgbClr val="DDE0E6"/>
                      </a:solidFill>
                      <a:prstDash val="solid"/>
                      <a:round/>
                      <a:headEnd type="none" w="med" len="med"/>
                      <a:tailEnd type="none" w="med" len="med"/>
                    </a:lnB>
                    <a:solidFill>
                      <a:srgbClr val="3C55CB"/>
                    </a:solidFill>
                  </a:tcPr>
                </a:tc>
                <a:tc>
                  <a:txBody>
                    <a:bodyPr/>
                    <a:lstStyle/>
                    <a:p>
                      <a:pPr algn="l">
                        <a:lnSpc>
                          <a:spcPts val="1889"/>
                        </a:lnSpc>
                        <a:defRPr/>
                      </a:pPr>
                      <a:r>
                        <a:rPr lang="en-US" sz="1575" b="1" spc="6">
                          <a:solidFill>
                            <a:srgbClr val="FFFFFF"/>
                          </a:solidFill>
                          <a:latin typeface="Noto Sans Kr Bold"/>
                          <a:ea typeface="Noto Sans Kr Bold"/>
                          <a:cs typeface="Noto Sans Kr Bold"/>
                          <a:sym typeface="Noto Sans Kr Bold"/>
                        </a:rPr>
                        <a:t>지표</a:t>
                      </a:r>
                      <a:endParaRPr lang="en-US" sz="1100"/>
                    </a:p>
                  </a:txBody>
                  <a:tcPr marL="0" marR="0" marT="0" marB="0" anchor="ctr">
                    <a:lnL w="9525" cap="flat" cmpd="sng" algn="ctr">
                      <a:solidFill>
                        <a:srgbClr val="DDE0E6"/>
                      </a:solidFill>
                      <a:prstDash val="solid"/>
                      <a:round/>
                      <a:headEnd type="none" w="med" len="med"/>
                      <a:tailEnd type="none" w="med" len="med"/>
                    </a:lnL>
                    <a:lnR w="9525" cap="flat" cmpd="sng" algn="ctr">
                      <a:solidFill>
                        <a:srgbClr val="DDE0E6"/>
                      </a:solidFill>
                      <a:prstDash val="solid"/>
                      <a:round/>
                      <a:headEnd type="none" w="med" len="med"/>
                      <a:tailEnd type="none" w="med" len="med"/>
                    </a:lnR>
                    <a:lnT w="9525" cap="flat" cmpd="sng" algn="ctr">
                      <a:solidFill>
                        <a:srgbClr val="DDE0E6"/>
                      </a:solidFill>
                      <a:prstDash val="solid"/>
                      <a:round/>
                      <a:headEnd type="none" w="med" len="med"/>
                      <a:tailEnd type="none" w="med" len="med"/>
                    </a:lnT>
                    <a:lnB w="9525" cap="flat" cmpd="sng" algn="ctr">
                      <a:solidFill>
                        <a:srgbClr val="DDE0E6"/>
                      </a:solidFill>
                      <a:prstDash val="solid"/>
                      <a:round/>
                      <a:headEnd type="none" w="med" len="med"/>
                      <a:tailEnd type="none" w="med" len="med"/>
                    </a:lnB>
                    <a:solidFill>
                      <a:srgbClr val="3C55CB"/>
                    </a:solidFill>
                  </a:tcPr>
                </a:tc>
                <a:tc>
                  <a:txBody>
                    <a:bodyPr/>
                    <a:lstStyle/>
                    <a:p>
                      <a:pPr algn="l">
                        <a:lnSpc>
                          <a:spcPts val="1889"/>
                        </a:lnSpc>
                        <a:defRPr/>
                      </a:pPr>
                      <a:r>
                        <a:rPr lang="en-US" sz="1575" b="1" spc="6">
                          <a:solidFill>
                            <a:srgbClr val="FFFFFF"/>
                          </a:solidFill>
                          <a:latin typeface="Noto Sans Kr Bold"/>
                          <a:ea typeface="Noto Sans Kr Bold"/>
                          <a:cs typeface="Noto Sans Kr Bold"/>
                          <a:sym typeface="Noto Sans Kr Bold"/>
                        </a:rPr>
                        <a:t>측정 방법</a:t>
                      </a:r>
                      <a:endParaRPr lang="en-US" sz="1100"/>
                    </a:p>
                  </a:txBody>
                  <a:tcPr marL="0" marR="0" marT="0" marB="0" anchor="ctr">
                    <a:lnL w="9525" cap="flat" cmpd="sng" algn="ctr">
                      <a:solidFill>
                        <a:srgbClr val="DDE0E6"/>
                      </a:solidFill>
                      <a:prstDash val="solid"/>
                      <a:round/>
                      <a:headEnd type="none" w="med" len="med"/>
                      <a:tailEnd type="none" w="med" len="med"/>
                    </a:lnL>
                    <a:lnR w="9525" cap="flat" cmpd="sng" algn="ctr">
                      <a:solidFill>
                        <a:srgbClr val="DDE0E6"/>
                      </a:solidFill>
                      <a:prstDash val="solid"/>
                      <a:round/>
                      <a:headEnd type="none" w="med" len="med"/>
                      <a:tailEnd type="none" w="med" len="med"/>
                    </a:lnR>
                    <a:lnT w="9525" cap="flat" cmpd="sng" algn="ctr">
                      <a:solidFill>
                        <a:srgbClr val="DDE0E6"/>
                      </a:solidFill>
                      <a:prstDash val="solid"/>
                      <a:round/>
                      <a:headEnd type="none" w="med" len="med"/>
                      <a:tailEnd type="none" w="med" len="med"/>
                    </a:lnT>
                    <a:lnB w="9525" cap="flat" cmpd="sng" algn="ctr">
                      <a:solidFill>
                        <a:srgbClr val="DDE0E6"/>
                      </a:solidFill>
                      <a:prstDash val="solid"/>
                      <a:round/>
                      <a:headEnd type="none" w="med" len="med"/>
                      <a:tailEnd type="none" w="med" len="med"/>
                    </a:lnB>
                    <a:solidFill>
                      <a:srgbClr val="3C55CB"/>
                    </a:solidFill>
                  </a:tcPr>
                </a:tc>
                <a:extLst>
                  <a:ext uri="{0D108BD9-81ED-4DB2-BD59-A6C34878D82A}">
                    <a16:rowId xmlns:a16="http://schemas.microsoft.com/office/drawing/2014/main" val="10000"/>
                  </a:ext>
                </a:extLst>
              </a:tr>
              <a:tr h="629841">
                <a:tc>
                  <a:txBody>
                    <a:bodyPr/>
                    <a:lstStyle/>
                    <a:p>
                      <a:pPr algn="l">
                        <a:lnSpc>
                          <a:spcPts val="1889"/>
                        </a:lnSpc>
                        <a:defRPr/>
                      </a:pPr>
                      <a:r>
                        <a:rPr lang="en-US" sz="1575" b="1" spc="6">
                          <a:solidFill>
                            <a:srgbClr val="2E44A8"/>
                          </a:solidFill>
                          <a:latin typeface="Noto Sans Kr Bold"/>
                          <a:ea typeface="Noto Sans Kr Bold"/>
                          <a:cs typeface="Noto Sans Kr Bold"/>
                          <a:sym typeface="Noto Sans Kr Bold"/>
                        </a:rPr>
                        <a:t>공부 성과 · H3</a:t>
                      </a:r>
                      <a:endParaRPr lang="en-US" sz="1100"/>
                    </a:p>
                  </a:txBody>
                  <a:tcPr marL="0" marR="0" marT="0" marB="0" anchor="ctr">
                    <a:lnL w="9525" cap="flat" cmpd="sng" algn="ctr">
                      <a:solidFill>
                        <a:srgbClr val="DDE0E6"/>
                      </a:solidFill>
                      <a:prstDash val="solid"/>
                      <a:round/>
                      <a:headEnd type="none" w="med" len="med"/>
                      <a:tailEnd type="none" w="med" len="med"/>
                    </a:lnL>
                    <a:lnR w="9525" cap="flat" cmpd="sng" algn="ctr">
                      <a:solidFill>
                        <a:srgbClr val="DDE0E6"/>
                      </a:solidFill>
                      <a:prstDash val="solid"/>
                      <a:round/>
                      <a:headEnd type="none" w="med" len="med"/>
                      <a:tailEnd type="none" w="med" len="med"/>
                    </a:lnR>
                    <a:lnT w="9525" cap="flat" cmpd="sng" algn="ctr">
                      <a:solidFill>
                        <a:srgbClr val="DDE0E6"/>
                      </a:solidFill>
                      <a:prstDash val="solid"/>
                      <a:round/>
                      <a:headEnd type="none" w="med" len="med"/>
                      <a:tailEnd type="none" w="med" len="med"/>
                    </a:lnT>
                    <a:lnB w="9525" cap="flat" cmpd="sng" algn="ctr">
                      <a:solidFill>
                        <a:srgbClr val="DDE0E6"/>
                      </a:solidFill>
                      <a:prstDash val="solid"/>
                      <a:round/>
                      <a:headEnd type="none" w="med" len="med"/>
                      <a:tailEnd type="none" w="med" len="med"/>
                    </a:lnB>
                    <a:solidFill>
                      <a:srgbClr val="FFFFFF"/>
                    </a:solidFill>
                  </a:tcPr>
                </a:tc>
                <a:tc>
                  <a:txBody>
                    <a:bodyPr/>
                    <a:lstStyle/>
                    <a:p>
                      <a:pPr algn="l">
                        <a:lnSpc>
                          <a:spcPts val="1889"/>
                        </a:lnSpc>
                        <a:defRPr/>
                      </a:pPr>
                      <a:r>
                        <a:rPr lang="en-US" sz="1575" spc="6">
                          <a:solidFill>
                            <a:srgbClr val="333333"/>
                          </a:solidFill>
                          <a:latin typeface="Noto Sans Kr"/>
                          <a:ea typeface="Noto Sans Kr"/>
                          <a:cs typeface="Noto Sans Kr"/>
                          <a:sym typeface="Noto Sans Kr"/>
                        </a:rPr>
                        <a:t>푼 문제 수 · 정답 수 · 정답률</a:t>
                      </a:r>
                      <a:endParaRPr lang="en-US" sz="1100"/>
                    </a:p>
                  </a:txBody>
                  <a:tcPr marL="0" marR="0" marT="0" marB="0" anchor="ctr">
                    <a:lnL w="9525" cap="flat" cmpd="sng" algn="ctr">
                      <a:solidFill>
                        <a:srgbClr val="DDE0E6"/>
                      </a:solidFill>
                      <a:prstDash val="solid"/>
                      <a:round/>
                      <a:headEnd type="none" w="med" len="med"/>
                      <a:tailEnd type="none" w="med" len="med"/>
                    </a:lnL>
                    <a:lnR w="9525" cap="flat" cmpd="sng" algn="ctr">
                      <a:solidFill>
                        <a:srgbClr val="DDE0E6"/>
                      </a:solidFill>
                      <a:prstDash val="solid"/>
                      <a:round/>
                      <a:headEnd type="none" w="med" len="med"/>
                      <a:tailEnd type="none" w="med" len="med"/>
                    </a:lnR>
                    <a:lnT w="9525" cap="flat" cmpd="sng" algn="ctr">
                      <a:solidFill>
                        <a:srgbClr val="DDE0E6"/>
                      </a:solidFill>
                      <a:prstDash val="solid"/>
                      <a:round/>
                      <a:headEnd type="none" w="med" len="med"/>
                      <a:tailEnd type="none" w="med" len="med"/>
                    </a:lnT>
                    <a:lnB w="9525" cap="flat" cmpd="sng" algn="ctr">
                      <a:solidFill>
                        <a:srgbClr val="DDE0E6"/>
                      </a:solidFill>
                      <a:prstDash val="solid"/>
                      <a:round/>
                      <a:headEnd type="none" w="med" len="med"/>
                      <a:tailEnd type="none" w="med" len="med"/>
                    </a:lnB>
                    <a:solidFill>
                      <a:srgbClr val="FFFFFF"/>
                    </a:solidFill>
                  </a:tcPr>
                </a:tc>
                <a:tc>
                  <a:txBody>
                    <a:bodyPr/>
                    <a:lstStyle/>
                    <a:p>
                      <a:pPr algn="l">
                        <a:lnSpc>
                          <a:spcPts val="1889"/>
                        </a:lnSpc>
                        <a:defRPr/>
                      </a:pPr>
                      <a:r>
                        <a:rPr lang="en-US" sz="1575" spc="6">
                          <a:solidFill>
                            <a:srgbClr val="333333"/>
                          </a:solidFill>
                          <a:latin typeface="Noto Sans Kr"/>
                          <a:ea typeface="Noto Sans Kr"/>
                          <a:cs typeface="Noto Sans Kr"/>
                          <a:sym typeface="Noto Sans Kr"/>
                        </a:rPr>
                        <a:t>20분 풀이 결과 채점</a:t>
                      </a:r>
                      <a:endParaRPr lang="en-US" sz="1100"/>
                    </a:p>
                  </a:txBody>
                  <a:tcPr marL="0" marR="0" marT="0" marB="0" anchor="ctr">
                    <a:lnL w="9525" cap="flat" cmpd="sng" algn="ctr">
                      <a:solidFill>
                        <a:srgbClr val="DDE0E6"/>
                      </a:solidFill>
                      <a:prstDash val="solid"/>
                      <a:round/>
                      <a:headEnd type="none" w="med" len="med"/>
                      <a:tailEnd type="none" w="med" len="med"/>
                    </a:lnL>
                    <a:lnR w="9525" cap="flat" cmpd="sng" algn="ctr">
                      <a:solidFill>
                        <a:srgbClr val="DDE0E6"/>
                      </a:solidFill>
                      <a:prstDash val="solid"/>
                      <a:round/>
                      <a:headEnd type="none" w="med" len="med"/>
                      <a:tailEnd type="none" w="med" len="med"/>
                    </a:lnR>
                    <a:lnT w="9525" cap="flat" cmpd="sng" algn="ctr">
                      <a:solidFill>
                        <a:srgbClr val="DDE0E6"/>
                      </a:solidFill>
                      <a:prstDash val="solid"/>
                      <a:round/>
                      <a:headEnd type="none" w="med" len="med"/>
                      <a:tailEnd type="none" w="med" len="med"/>
                    </a:lnT>
                    <a:lnB w="9525" cap="flat" cmpd="sng" algn="ctr">
                      <a:solidFill>
                        <a:srgbClr val="DDE0E6"/>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29841">
                <a:tc>
                  <a:txBody>
                    <a:bodyPr/>
                    <a:lstStyle/>
                    <a:p>
                      <a:pPr algn="l">
                        <a:lnSpc>
                          <a:spcPts val="1889"/>
                        </a:lnSpc>
                        <a:defRPr/>
                      </a:pPr>
                      <a:r>
                        <a:rPr lang="en-US" sz="1575" b="1" spc="6">
                          <a:solidFill>
                            <a:srgbClr val="2E44A8"/>
                          </a:solidFill>
                          <a:latin typeface="Noto Sans Kr Bold"/>
                          <a:ea typeface="Noto Sans Kr Bold"/>
                          <a:cs typeface="Noto Sans Kr Bold"/>
                          <a:sym typeface="Noto Sans Kr Bold"/>
                        </a:rPr>
                        <a:t>집중도 · H2</a:t>
                      </a:r>
                      <a:endParaRPr lang="en-US" sz="1100"/>
                    </a:p>
                  </a:txBody>
                  <a:tcPr marL="0" marR="0" marT="0" marB="0" anchor="ctr">
                    <a:lnL w="9525" cap="flat" cmpd="sng" algn="ctr">
                      <a:solidFill>
                        <a:srgbClr val="DDE0E6"/>
                      </a:solidFill>
                      <a:prstDash val="solid"/>
                      <a:round/>
                      <a:headEnd type="none" w="med" len="med"/>
                      <a:tailEnd type="none" w="med" len="med"/>
                    </a:lnL>
                    <a:lnR w="9525" cap="flat" cmpd="sng" algn="ctr">
                      <a:solidFill>
                        <a:srgbClr val="DDE0E6"/>
                      </a:solidFill>
                      <a:prstDash val="solid"/>
                      <a:round/>
                      <a:headEnd type="none" w="med" len="med"/>
                      <a:tailEnd type="none" w="med" len="med"/>
                    </a:lnR>
                    <a:lnT w="9525" cap="flat" cmpd="sng" algn="ctr">
                      <a:solidFill>
                        <a:srgbClr val="DDE0E6"/>
                      </a:solidFill>
                      <a:prstDash val="solid"/>
                      <a:round/>
                      <a:headEnd type="none" w="med" len="med"/>
                      <a:tailEnd type="none" w="med" len="med"/>
                    </a:lnT>
                    <a:lnB w="9525" cap="flat" cmpd="sng" algn="ctr">
                      <a:solidFill>
                        <a:srgbClr val="DDE0E6"/>
                      </a:solidFill>
                      <a:prstDash val="solid"/>
                      <a:round/>
                      <a:headEnd type="none" w="med" len="med"/>
                      <a:tailEnd type="none" w="med" len="med"/>
                    </a:lnB>
                    <a:solidFill>
                      <a:srgbClr val="FFFFFF"/>
                    </a:solidFill>
                  </a:tcPr>
                </a:tc>
                <a:tc>
                  <a:txBody>
                    <a:bodyPr/>
                    <a:lstStyle/>
                    <a:p>
                      <a:pPr algn="l">
                        <a:lnSpc>
                          <a:spcPts val="1889"/>
                        </a:lnSpc>
                        <a:defRPr/>
                      </a:pPr>
                      <a:r>
                        <a:rPr lang="en-US" sz="1575" spc="6">
                          <a:solidFill>
                            <a:srgbClr val="333333"/>
                          </a:solidFill>
                          <a:latin typeface="Noto Sans Kr"/>
                          <a:ea typeface="Noto Sans Kr"/>
                          <a:cs typeface="Noto Sans Kr"/>
                          <a:sym typeface="Noto Sans Kr"/>
                        </a:rPr>
                        <a:t>초록불 비율, 노란불 전환·기기 감지</a:t>
                      </a:r>
                      <a:endParaRPr lang="en-US" sz="1100"/>
                    </a:p>
                  </a:txBody>
                  <a:tcPr marL="0" marR="0" marT="0" marB="0" anchor="ctr">
                    <a:lnL w="9525" cap="flat" cmpd="sng" algn="ctr">
                      <a:solidFill>
                        <a:srgbClr val="DDE0E6"/>
                      </a:solidFill>
                      <a:prstDash val="solid"/>
                      <a:round/>
                      <a:headEnd type="none" w="med" len="med"/>
                      <a:tailEnd type="none" w="med" len="med"/>
                    </a:lnL>
                    <a:lnR w="9525" cap="flat" cmpd="sng" algn="ctr">
                      <a:solidFill>
                        <a:srgbClr val="DDE0E6"/>
                      </a:solidFill>
                      <a:prstDash val="solid"/>
                      <a:round/>
                      <a:headEnd type="none" w="med" len="med"/>
                      <a:tailEnd type="none" w="med" len="med"/>
                    </a:lnR>
                    <a:lnT w="9525" cap="flat" cmpd="sng" algn="ctr">
                      <a:solidFill>
                        <a:srgbClr val="DDE0E6"/>
                      </a:solidFill>
                      <a:prstDash val="solid"/>
                      <a:round/>
                      <a:headEnd type="none" w="med" len="med"/>
                      <a:tailEnd type="none" w="med" len="med"/>
                    </a:lnT>
                    <a:lnB w="9525" cap="flat" cmpd="sng" algn="ctr">
                      <a:solidFill>
                        <a:srgbClr val="DDE0E6"/>
                      </a:solidFill>
                      <a:prstDash val="solid"/>
                      <a:round/>
                      <a:headEnd type="none" w="med" len="med"/>
                      <a:tailEnd type="none" w="med" len="med"/>
                    </a:lnB>
                    <a:solidFill>
                      <a:srgbClr val="FFFFFF"/>
                    </a:solidFill>
                  </a:tcPr>
                </a:tc>
                <a:tc>
                  <a:txBody>
                    <a:bodyPr/>
                    <a:lstStyle/>
                    <a:p>
                      <a:pPr algn="l">
                        <a:lnSpc>
                          <a:spcPts val="1889"/>
                        </a:lnSpc>
                        <a:defRPr/>
                      </a:pPr>
                      <a:r>
                        <a:rPr lang="en-US" sz="1575" spc="6">
                          <a:solidFill>
                            <a:srgbClr val="333333"/>
                          </a:solidFill>
                          <a:latin typeface="Noto Sans Kr"/>
                          <a:ea typeface="Noto Sans Kr"/>
                          <a:cs typeface="Noto Sans Kr"/>
                          <a:sym typeface="Noto Sans Kr"/>
                        </a:rPr>
                        <a:t>트래킹·물체 인식 (B·C 조건)</a:t>
                      </a:r>
                      <a:endParaRPr lang="en-US" sz="1100"/>
                    </a:p>
                  </a:txBody>
                  <a:tcPr marL="0" marR="0" marT="0" marB="0" anchor="ctr">
                    <a:lnL w="9525" cap="flat" cmpd="sng" algn="ctr">
                      <a:solidFill>
                        <a:srgbClr val="DDE0E6"/>
                      </a:solidFill>
                      <a:prstDash val="solid"/>
                      <a:round/>
                      <a:headEnd type="none" w="med" len="med"/>
                      <a:tailEnd type="none" w="med" len="med"/>
                    </a:lnL>
                    <a:lnR w="9525" cap="flat" cmpd="sng" algn="ctr">
                      <a:solidFill>
                        <a:srgbClr val="DDE0E6"/>
                      </a:solidFill>
                      <a:prstDash val="solid"/>
                      <a:round/>
                      <a:headEnd type="none" w="med" len="med"/>
                      <a:tailEnd type="none" w="med" len="med"/>
                    </a:lnR>
                    <a:lnT w="9525" cap="flat" cmpd="sng" algn="ctr">
                      <a:solidFill>
                        <a:srgbClr val="DDE0E6"/>
                      </a:solidFill>
                      <a:prstDash val="solid"/>
                      <a:round/>
                      <a:headEnd type="none" w="med" len="med"/>
                      <a:tailEnd type="none" w="med" len="med"/>
                    </a:lnT>
                    <a:lnB w="9525" cap="flat" cmpd="sng" algn="ctr">
                      <a:solidFill>
                        <a:srgbClr val="DDE0E6"/>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629841">
                <a:tc>
                  <a:txBody>
                    <a:bodyPr/>
                    <a:lstStyle/>
                    <a:p>
                      <a:pPr algn="l">
                        <a:lnSpc>
                          <a:spcPts val="1889"/>
                        </a:lnSpc>
                        <a:defRPr/>
                      </a:pPr>
                      <a:r>
                        <a:rPr lang="en-US" sz="1575" b="1" spc="6">
                          <a:solidFill>
                            <a:srgbClr val="2E44A8"/>
                          </a:solidFill>
                          <a:latin typeface="Noto Sans Kr Bold"/>
                          <a:ea typeface="Noto Sans Kr Bold"/>
                          <a:cs typeface="Noto Sans Kr Bold"/>
                          <a:sym typeface="Noto Sans Kr Bold"/>
                        </a:rPr>
                        <a:t>집중도 (주관)</a:t>
                      </a:r>
                      <a:endParaRPr lang="en-US" sz="1100"/>
                    </a:p>
                  </a:txBody>
                  <a:tcPr marL="0" marR="0" marT="0" marB="0" anchor="ctr">
                    <a:lnL w="9525" cap="flat" cmpd="sng" algn="ctr">
                      <a:solidFill>
                        <a:srgbClr val="DDE0E6"/>
                      </a:solidFill>
                      <a:prstDash val="solid"/>
                      <a:round/>
                      <a:headEnd type="none" w="med" len="med"/>
                      <a:tailEnd type="none" w="med" len="med"/>
                    </a:lnL>
                    <a:lnR w="9525" cap="flat" cmpd="sng" algn="ctr">
                      <a:solidFill>
                        <a:srgbClr val="DDE0E6"/>
                      </a:solidFill>
                      <a:prstDash val="solid"/>
                      <a:round/>
                      <a:headEnd type="none" w="med" len="med"/>
                      <a:tailEnd type="none" w="med" len="med"/>
                    </a:lnR>
                    <a:lnT w="9525" cap="flat" cmpd="sng" algn="ctr">
                      <a:solidFill>
                        <a:srgbClr val="DDE0E6"/>
                      </a:solidFill>
                      <a:prstDash val="solid"/>
                      <a:round/>
                      <a:headEnd type="none" w="med" len="med"/>
                      <a:tailEnd type="none" w="med" len="med"/>
                    </a:lnT>
                    <a:lnB w="9525" cap="flat" cmpd="sng" algn="ctr">
                      <a:solidFill>
                        <a:srgbClr val="DDE0E6"/>
                      </a:solidFill>
                      <a:prstDash val="solid"/>
                      <a:round/>
                      <a:headEnd type="none" w="med" len="med"/>
                      <a:tailEnd type="none" w="med" len="med"/>
                    </a:lnB>
                    <a:solidFill>
                      <a:srgbClr val="FFFFFF"/>
                    </a:solidFill>
                  </a:tcPr>
                </a:tc>
                <a:tc>
                  <a:txBody>
                    <a:bodyPr/>
                    <a:lstStyle/>
                    <a:p>
                      <a:pPr algn="l">
                        <a:lnSpc>
                          <a:spcPts val="1889"/>
                        </a:lnSpc>
                        <a:defRPr/>
                      </a:pPr>
                      <a:r>
                        <a:rPr lang="en-US" sz="1575" spc="6">
                          <a:solidFill>
                            <a:srgbClr val="333333"/>
                          </a:solidFill>
                          <a:latin typeface="Noto Sans Kr"/>
                          <a:ea typeface="Noto Sans Kr"/>
                          <a:cs typeface="Noto Sans Kr"/>
                          <a:sym typeface="Noto Sans Kr"/>
                        </a:rPr>
                        <a:t>“공부에 집중할 수 있었다”</a:t>
                      </a:r>
                      <a:endParaRPr lang="en-US" sz="1100"/>
                    </a:p>
                  </a:txBody>
                  <a:tcPr marL="0" marR="0" marT="0" marB="0" anchor="ctr">
                    <a:lnL w="9525" cap="flat" cmpd="sng" algn="ctr">
                      <a:solidFill>
                        <a:srgbClr val="DDE0E6"/>
                      </a:solidFill>
                      <a:prstDash val="solid"/>
                      <a:round/>
                      <a:headEnd type="none" w="med" len="med"/>
                      <a:tailEnd type="none" w="med" len="med"/>
                    </a:lnL>
                    <a:lnR w="9525" cap="flat" cmpd="sng" algn="ctr">
                      <a:solidFill>
                        <a:srgbClr val="DDE0E6"/>
                      </a:solidFill>
                      <a:prstDash val="solid"/>
                      <a:round/>
                      <a:headEnd type="none" w="med" len="med"/>
                      <a:tailEnd type="none" w="med" len="med"/>
                    </a:lnR>
                    <a:lnT w="9525" cap="flat" cmpd="sng" algn="ctr">
                      <a:solidFill>
                        <a:srgbClr val="DDE0E6"/>
                      </a:solidFill>
                      <a:prstDash val="solid"/>
                      <a:round/>
                      <a:headEnd type="none" w="med" len="med"/>
                      <a:tailEnd type="none" w="med" len="med"/>
                    </a:lnT>
                    <a:lnB w="9525" cap="flat" cmpd="sng" algn="ctr">
                      <a:solidFill>
                        <a:srgbClr val="DDE0E6"/>
                      </a:solidFill>
                      <a:prstDash val="solid"/>
                      <a:round/>
                      <a:headEnd type="none" w="med" len="med"/>
                      <a:tailEnd type="none" w="med" len="med"/>
                    </a:lnB>
                    <a:solidFill>
                      <a:srgbClr val="FFFFFF"/>
                    </a:solidFill>
                  </a:tcPr>
                </a:tc>
                <a:tc>
                  <a:txBody>
                    <a:bodyPr/>
                    <a:lstStyle/>
                    <a:p>
                      <a:pPr algn="l">
                        <a:lnSpc>
                          <a:spcPts val="1889"/>
                        </a:lnSpc>
                        <a:defRPr/>
                      </a:pPr>
                      <a:r>
                        <a:rPr lang="en-US" sz="1575" spc="6">
                          <a:solidFill>
                            <a:srgbClr val="333333"/>
                          </a:solidFill>
                          <a:latin typeface="Noto Sans Kr"/>
                          <a:ea typeface="Noto Sans Kr"/>
                          <a:cs typeface="Noto Sans Kr"/>
                          <a:sym typeface="Noto Sans Kr"/>
                        </a:rPr>
                        <a:t>7점 척도</a:t>
                      </a:r>
                      <a:endParaRPr lang="en-US" sz="1100"/>
                    </a:p>
                  </a:txBody>
                  <a:tcPr marL="0" marR="0" marT="0" marB="0" anchor="ctr">
                    <a:lnL w="9525" cap="flat" cmpd="sng" algn="ctr">
                      <a:solidFill>
                        <a:srgbClr val="DDE0E6"/>
                      </a:solidFill>
                      <a:prstDash val="solid"/>
                      <a:round/>
                      <a:headEnd type="none" w="med" len="med"/>
                      <a:tailEnd type="none" w="med" len="med"/>
                    </a:lnL>
                    <a:lnR w="9525" cap="flat" cmpd="sng" algn="ctr">
                      <a:solidFill>
                        <a:srgbClr val="DDE0E6"/>
                      </a:solidFill>
                      <a:prstDash val="solid"/>
                      <a:round/>
                      <a:headEnd type="none" w="med" len="med"/>
                      <a:tailEnd type="none" w="med" len="med"/>
                    </a:lnR>
                    <a:lnT w="9525" cap="flat" cmpd="sng" algn="ctr">
                      <a:solidFill>
                        <a:srgbClr val="DDE0E6"/>
                      </a:solidFill>
                      <a:prstDash val="solid"/>
                      <a:round/>
                      <a:headEnd type="none" w="med" len="med"/>
                      <a:tailEnd type="none" w="med" len="med"/>
                    </a:lnT>
                    <a:lnB w="9525" cap="flat" cmpd="sng" algn="ctr">
                      <a:solidFill>
                        <a:srgbClr val="DDE0E6"/>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629841">
                <a:tc>
                  <a:txBody>
                    <a:bodyPr/>
                    <a:lstStyle/>
                    <a:p>
                      <a:pPr algn="l">
                        <a:lnSpc>
                          <a:spcPts val="1889"/>
                        </a:lnSpc>
                        <a:defRPr/>
                      </a:pPr>
                      <a:r>
                        <a:rPr lang="en-US" sz="1575" b="1" spc="6">
                          <a:solidFill>
                            <a:srgbClr val="2E44A8"/>
                          </a:solidFill>
                          <a:latin typeface="Noto Sans Kr Bold"/>
                          <a:ea typeface="Noto Sans Kr Bold"/>
                          <a:cs typeface="Noto Sans Kr Bold"/>
                          <a:sym typeface="Noto Sans Kr Bold"/>
                        </a:rPr>
                        <a:t>노출 부담 · H1</a:t>
                      </a:r>
                      <a:endParaRPr lang="en-US" sz="1100"/>
                    </a:p>
                  </a:txBody>
                  <a:tcPr marL="0" marR="0" marT="0" marB="0" anchor="ctr">
                    <a:lnL w="9525" cap="flat" cmpd="sng" algn="ctr">
                      <a:solidFill>
                        <a:srgbClr val="DDE0E6"/>
                      </a:solidFill>
                      <a:prstDash val="solid"/>
                      <a:round/>
                      <a:headEnd type="none" w="med" len="med"/>
                      <a:tailEnd type="none" w="med" len="med"/>
                    </a:lnL>
                    <a:lnR w="9525" cap="flat" cmpd="sng" algn="ctr">
                      <a:solidFill>
                        <a:srgbClr val="DDE0E6"/>
                      </a:solidFill>
                      <a:prstDash val="solid"/>
                      <a:round/>
                      <a:headEnd type="none" w="med" len="med"/>
                      <a:tailEnd type="none" w="med" len="med"/>
                    </a:lnR>
                    <a:lnT w="9525" cap="flat" cmpd="sng" algn="ctr">
                      <a:solidFill>
                        <a:srgbClr val="DDE0E6"/>
                      </a:solidFill>
                      <a:prstDash val="solid"/>
                      <a:round/>
                      <a:headEnd type="none" w="med" len="med"/>
                      <a:tailEnd type="none" w="med" len="med"/>
                    </a:lnT>
                    <a:lnB w="9525" cap="flat" cmpd="sng" algn="ctr">
                      <a:solidFill>
                        <a:srgbClr val="DDE0E6"/>
                      </a:solidFill>
                      <a:prstDash val="solid"/>
                      <a:round/>
                      <a:headEnd type="none" w="med" len="med"/>
                      <a:tailEnd type="none" w="med" len="med"/>
                    </a:lnB>
                    <a:solidFill>
                      <a:srgbClr val="FFFFFF"/>
                    </a:solidFill>
                  </a:tcPr>
                </a:tc>
                <a:tc>
                  <a:txBody>
                    <a:bodyPr/>
                    <a:lstStyle/>
                    <a:p>
                      <a:pPr algn="l">
                        <a:lnSpc>
                          <a:spcPts val="1889"/>
                        </a:lnSpc>
                        <a:defRPr/>
                      </a:pPr>
                      <a:r>
                        <a:rPr lang="en-US" sz="1575" spc="6">
                          <a:solidFill>
                            <a:srgbClr val="333333"/>
                          </a:solidFill>
                          <a:latin typeface="Noto Sans Kr"/>
                          <a:ea typeface="Noto Sans Kr"/>
                          <a:cs typeface="Noto Sans Kr"/>
                          <a:sym typeface="Noto Sans Kr"/>
                        </a:rPr>
                        <a:t>“내 모습이 신경 쓰였다”</a:t>
                      </a:r>
                      <a:endParaRPr lang="en-US" sz="1100"/>
                    </a:p>
                  </a:txBody>
                  <a:tcPr marL="0" marR="0" marT="0" marB="0" anchor="ctr">
                    <a:lnL w="9525" cap="flat" cmpd="sng" algn="ctr">
                      <a:solidFill>
                        <a:srgbClr val="DDE0E6"/>
                      </a:solidFill>
                      <a:prstDash val="solid"/>
                      <a:round/>
                      <a:headEnd type="none" w="med" len="med"/>
                      <a:tailEnd type="none" w="med" len="med"/>
                    </a:lnL>
                    <a:lnR w="9525" cap="flat" cmpd="sng" algn="ctr">
                      <a:solidFill>
                        <a:srgbClr val="DDE0E6"/>
                      </a:solidFill>
                      <a:prstDash val="solid"/>
                      <a:round/>
                      <a:headEnd type="none" w="med" len="med"/>
                      <a:tailEnd type="none" w="med" len="med"/>
                    </a:lnR>
                    <a:lnT w="9525" cap="flat" cmpd="sng" algn="ctr">
                      <a:solidFill>
                        <a:srgbClr val="DDE0E6"/>
                      </a:solidFill>
                      <a:prstDash val="solid"/>
                      <a:round/>
                      <a:headEnd type="none" w="med" len="med"/>
                      <a:tailEnd type="none" w="med" len="med"/>
                    </a:lnT>
                    <a:lnB w="9525" cap="flat" cmpd="sng" algn="ctr">
                      <a:solidFill>
                        <a:srgbClr val="DDE0E6"/>
                      </a:solidFill>
                      <a:prstDash val="solid"/>
                      <a:round/>
                      <a:headEnd type="none" w="med" len="med"/>
                      <a:tailEnd type="none" w="med" len="med"/>
                    </a:lnB>
                    <a:solidFill>
                      <a:srgbClr val="FFFFFF"/>
                    </a:solidFill>
                  </a:tcPr>
                </a:tc>
                <a:tc>
                  <a:txBody>
                    <a:bodyPr/>
                    <a:lstStyle/>
                    <a:p>
                      <a:pPr algn="l">
                        <a:lnSpc>
                          <a:spcPts val="1889"/>
                        </a:lnSpc>
                        <a:defRPr/>
                      </a:pPr>
                      <a:r>
                        <a:rPr lang="en-US" sz="1575" spc="6">
                          <a:solidFill>
                            <a:srgbClr val="333333"/>
                          </a:solidFill>
                          <a:latin typeface="Noto Sans Kr"/>
                          <a:ea typeface="Noto Sans Kr"/>
                          <a:cs typeface="Noto Sans Kr"/>
                          <a:sym typeface="Noto Sans Kr"/>
                        </a:rPr>
                        <a:t>7점 척도</a:t>
                      </a:r>
                      <a:endParaRPr lang="en-US" sz="1100"/>
                    </a:p>
                  </a:txBody>
                  <a:tcPr marL="0" marR="0" marT="0" marB="0" anchor="ctr">
                    <a:lnL w="9525" cap="flat" cmpd="sng" algn="ctr">
                      <a:solidFill>
                        <a:srgbClr val="DDE0E6"/>
                      </a:solidFill>
                      <a:prstDash val="solid"/>
                      <a:round/>
                      <a:headEnd type="none" w="med" len="med"/>
                      <a:tailEnd type="none" w="med" len="med"/>
                    </a:lnL>
                    <a:lnR w="9525" cap="flat" cmpd="sng" algn="ctr">
                      <a:solidFill>
                        <a:srgbClr val="DDE0E6"/>
                      </a:solidFill>
                      <a:prstDash val="solid"/>
                      <a:round/>
                      <a:headEnd type="none" w="med" len="med"/>
                      <a:tailEnd type="none" w="med" len="med"/>
                    </a:lnR>
                    <a:lnT w="9525" cap="flat" cmpd="sng" algn="ctr">
                      <a:solidFill>
                        <a:srgbClr val="DDE0E6"/>
                      </a:solidFill>
                      <a:prstDash val="solid"/>
                      <a:round/>
                      <a:headEnd type="none" w="med" len="med"/>
                      <a:tailEnd type="none" w="med" len="med"/>
                    </a:lnT>
                    <a:lnB w="9525" cap="flat" cmpd="sng" algn="ctr">
                      <a:solidFill>
                        <a:srgbClr val="DDE0E6"/>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629841">
                <a:tc>
                  <a:txBody>
                    <a:bodyPr/>
                    <a:lstStyle/>
                    <a:p>
                      <a:pPr algn="l">
                        <a:lnSpc>
                          <a:spcPts val="1889"/>
                        </a:lnSpc>
                        <a:defRPr/>
                      </a:pPr>
                      <a:r>
                        <a:rPr lang="en-US" sz="1575" b="1" spc="6">
                          <a:solidFill>
                            <a:srgbClr val="2E44A8"/>
                          </a:solidFill>
                          <a:latin typeface="Noto Sans Kr Bold"/>
                          <a:ea typeface="Noto Sans Kr Bold"/>
                          <a:cs typeface="Noto Sans Kr Bold"/>
                          <a:sym typeface="Noto Sans Kr Bold"/>
                        </a:rPr>
                        <a:t>함께함 · H2</a:t>
                      </a:r>
                      <a:endParaRPr lang="en-US" sz="1100"/>
                    </a:p>
                  </a:txBody>
                  <a:tcPr marL="0" marR="0" marT="0" marB="0" anchor="ctr">
                    <a:lnL w="9525" cap="flat" cmpd="sng" algn="ctr">
                      <a:solidFill>
                        <a:srgbClr val="DDE0E6"/>
                      </a:solidFill>
                      <a:prstDash val="solid"/>
                      <a:round/>
                      <a:headEnd type="none" w="med" len="med"/>
                      <a:tailEnd type="none" w="med" len="med"/>
                    </a:lnL>
                    <a:lnR w="9525" cap="flat" cmpd="sng" algn="ctr">
                      <a:solidFill>
                        <a:srgbClr val="DDE0E6"/>
                      </a:solidFill>
                      <a:prstDash val="solid"/>
                      <a:round/>
                      <a:headEnd type="none" w="med" len="med"/>
                      <a:tailEnd type="none" w="med" len="med"/>
                    </a:lnR>
                    <a:lnT w="9525" cap="flat" cmpd="sng" algn="ctr">
                      <a:solidFill>
                        <a:srgbClr val="DDE0E6"/>
                      </a:solidFill>
                      <a:prstDash val="solid"/>
                      <a:round/>
                      <a:headEnd type="none" w="med" len="med"/>
                      <a:tailEnd type="none" w="med" len="med"/>
                    </a:lnT>
                    <a:lnB w="9525" cap="flat" cmpd="sng" algn="ctr">
                      <a:solidFill>
                        <a:srgbClr val="DDE0E6"/>
                      </a:solidFill>
                      <a:prstDash val="solid"/>
                      <a:round/>
                      <a:headEnd type="none" w="med" len="med"/>
                      <a:tailEnd type="none" w="med" len="med"/>
                    </a:lnB>
                    <a:solidFill>
                      <a:srgbClr val="FFFFFF"/>
                    </a:solidFill>
                  </a:tcPr>
                </a:tc>
                <a:tc>
                  <a:txBody>
                    <a:bodyPr/>
                    <a:lstStyle/>
                    <a:p>
                      <a:pPr algn="l">
                        <a:lnSpc>
                          <a:spcPts val="1889"/>
                        </a:lnSpc>
                        <a:defRPr/>
                      </a:pPr>
                      <a:r>
                        <a:rPr lang="en-US" sz="1575" spc="6">
                          <a:solidFill>
                            <a:srgbClr val="333333"/>
                          </a:solidFill>
                          <a:latin typeface="Noto Sans Kr"/>
                          <a:ea typeface="Noto Sans Kr"/>
                          <a:cs typeface="Noto Sans Kr"/>
                          <a:sym typeface="Noto Sans Kr"/>
                        </a:rPr>
                        <a:t>사회적 존재감 “함께 공부하는 느낌”</a:t>
                      </a:r>
                      <a:endParaRPr lang="en-US" sz="1100"/>
                    </a:p>
                  </a:txBody>
                  <a:tcPr marL="0" marR="0" marT="0" marB="0" anchor="ctr">
                    <a:lnL w="9525" cap="flat" cmpd="sng" algn="ctr">
                      <a:solidFill>
                        <a:srgbClr val="DDE0E6"/>
                      </a:solidFill>
                      <a:prstDash val="solid"/>
                      <a:round/>
                      <a:headEnd type="none" w="med" len="med"/>
                      <a:tailEnd type="none" w="med" len="med"/>
                    </a:lnL>
                    <a:lnR w="9525" cap="flat" cmpd="sng" algn="ctr">
                      <a:solidFill>
                        <a:srgbClr val="DDE0E6"/>
                      </a:solidFill>
                      <a:prstDash val="solid"/>
                      <a:round/>
                      <a:headEnd type="none" w="med" len="med"/>
                      <a:tailEnd type="none" w="med" len="med"/>
                    </a:lnR>
                    <a:lnT w="9525" cap="flat" cmpd="sng" algn="ctr">
                      <a:solidFill>
                        <a:srgbClr val="DDE0E6"/>
                      </a:solidFill>
                      <a:prstDash val="solid"/>
                      <a:round/>
                      <a:headEnd type="none" w="med" len="med"/>
                      <a:tailEnd type="none" w="med" len="med"/>
                    </a:lnT>
                    <a:lnB w="9525" cap="flat" cmpd="sng" algn="ctr">
                      <a:solidFill>
                        <a:srgbClr val="DDE0E6"/>
                      </a:solidFill>
                      <a:prstDash val="solid"/>
                      <a:round/>
                      <a:headEnd type="none" w="med" len="med"/>
                      <a:tailEnd type="none" w="med" len="med"/>
                    </a:lnB>
                    <a:solidFill>
                      <a:srgbClr val="FFFFFF"/>
                    </a:solidFill>
                  </a:tcPr>
                </a:tc>
                <a:tc>
                  <a:txBody>
                    <a:bodyPr/>
                    <a:lstStyle/>
                    <a:p>
                      <a:pPr algn="l">
                        <a:lnSpc>
                          <a:spcPts val="1889"/>
                        </a:lnSpc>
                        <a:defRPr/>
                      </a:pPr>
                      <a:r>
                        <a:rPr lang="en-US" sz="1575" spc="6">
                          <a:solidFill>
                            <a:srgbClr val="333333"/>
                          </a:solidFill>
                          <a:latin typeface="Noto Sans Kr"/>
                          <a:ea typeface="Noto Sans Kr"/>
                          <a:cs typeface="Noto Sans Kr"/>
                          <a:sym typeface="Noto Sans Kr"/>
                        </a:rPr>
                        <a:t>7점 척도</a:t>
                      </a:r>
                      <a:endParaRPr lang="en-US" sz="1100"/>
                    </a:p>
                  </a:txBody>
                  <a:tcPr marL="0" marR="0" marT="0" marB="0" anchor="ctr">
                    <a:lnL w="9525" cap="flat" cmpd="sng" algn="ctr">
                      <a:solidFill>
                        <a:srgbClr val="DDE0E6"/>
                      </a:solidFill>
                      <a:prstDash val="solid"/>
                      <a:round/>
                      <a:headEnd type="none" w="med" len="med"/>
                      <a:tailEnd type="none" w="med" len="med"/>
                    </a:lnL>
                    <a:lnR w="9525" cap="flat" cmpd="sng" algn="ctr">
                      <a:solidFill>
                        <a:srgbClr val="DDE0E6"/>
                      </a:solidFill>
                      <a:prstDash val="solid"/>
                      <a:round/>
                      <a:headEnd type="none" w="med" len="med"/>
                      <a:tailEnd type="none" w="med" len="med"/>
                    </a:lnR>
                    <a:lnT w="9525" cap="flat" cmpd="sng" algn="ctr">
                      <a:solidFill>
                        <a:srgbClr val="DDE0E6"/>
                      </a:solidFill>
                      <a:prstDash val="solid"/>
                      <a:round/>
                      <a:headEnd type="none" w="med" len="med"/>
                      <a:tailEnd type="none" w="med" len="med"/>
                    </a:lnT>
                    <a:lnB w="9525" cap="flat" cmpd="sng" algn="ctr">
                      <a:solidFill>
                        <a:srgbClr val="DDE0E6"/>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629841">
                <a:tc>
                  <a:txBody>
                    <a:bodyPr/>
                    <a:lstStyle/>
                    <a:p>
                      <a:pPr algn="l">
                        <a:lnSpc>
                          <a:spcPts val="1889"/>
                        </a:lnSpc>
                        <a:defRPr/>
                      </a:pPr>
                      <a:r>
                        <a:rPr lang="en-US" sz="1575" b="1" spc="6">
                          <a:solidFill>
                            <a:srgbClr val="2E44A8"/>
                          </a:solidFill>
                          <a:latin typeface="Noto Sans Kr Bold"/>
                          <a:ea typeface="Noto Sans Kr Bold"/>
                          <a:cs typeface="Noto Sans Kr Bold"/>
                          <a:sym typeface="Noto Sans Kr Bold"/>
                        </a:rPr>
                        <a:t>사용성</a:t>
                      </a:r>
                      <a:endParaRPr lang="en-US" sz="1100"/>
                    </a:p>
                  </a:txBody>
                  <a:tcPr marL="0" marR="0" marT="0" marB="0" anchor="ctr">
                    <a:lnL w="9525" cap="flat" cmpd="sng" algn="ctr">
                      <a:solidFill>
                        <a:srgbClr val="DDE0E6"/>
                      </a:solidFill>
                      <a:prstDash val="solid"/>
                      <a:round/>
                      <a:headEnd type="none" w="med" len="med"/>
                      <a:tailEnd type="none" w="med" len="med"/>
                    </a:lnL>
                    <a:lnR w="9525" cap="flat" cmpd="sng" algn="ctr">
                      <a:solidFill>
                        <a:srgbClr val="DDE0E6"/>
                      </a:solidFill>
                      <a:prstDash val="solid"/>
                      <a:round/>
                      <a:headEnd type="none" w="med" len="med"/>
                      <a:tailEnd type="none" w="med" len="med"/>
                    </a:lnR>
                    <a:lnT w="9525" cap="flat" cmpd="sng" algn="ctr">
                      <a:solidFill>
                        <a:srgbClr val="DDE0E6"/>
                      </a:solidFill>
                      <a:prstDash val="solid"/>
                      <a:round/>
                      <a:headEnd type="none" w="med" len="med"/>
                      <a:tailEnd type="none" w="med" len="med"/>
                    </a:lnT>
                    <a:lnB w="9525" cap="flat" cmpd="sng" algn="ctr">
                      <a:solidFill>
                        <a:srgbClr val="DDE0E6"/>
                      </a:solidFill>
                      <a:prstDash val="solid"/>
                      <a:round/>
                      <a:headEnd type="none" w="med" len="med"/>
                      <a:tailEnd type="none" w="med" len="med"/>
                    </a:lnB>
                    <a:solidFill>
                      <a:srgbClr val="FFFFFF"/>
                    </a:solidFill>
                  </a:tcPr>
                </a:tc>
                <a:tc>
                  <a:txBody>
                    <a:bodyPr/>
                    <a:lstStyle/>
                    <a:p>
                      <a:pPr algn="l">
                        <a:lnSpc>
                          <a:spcPts val="1889"/>
                        </a:lnSpc>
                        <a:defRPr/>
                      </a:pPr>
                      <a:r>
                        <a:rPr lang="en-US" sz="1575" spc="6">
                          <a:solidFill>
                            <a:srgbClr val="333333"/>
                          </a:solidFill>
                          <a:latin typeface="Noto Sans Kr"/>
                          <a:ea typeface="Noto Sans Kr"/>
                          <a:cs typeface="Noto Sans Kr"/>
                          <a:sym typeface="Noto Sans Kr"/>
                        </a:rPr>
                        <a:t>SUS 점수 (목표 68점 이상)</a:t>
                      </a:r>
                      <a:endParaRPr lang="en-US" sz="1100"/>
                    </a:p>
                  </a:txBody>
                  <a:tcPr marL="0" marR="0" marT="0" marB="0" anchor="ctr">
                    <a:lnL w="9525" cap="flat" cmpd="sng" algn="ctr">
                      <a:solidFill>
                        <a:srgbClr val="DDE0E6"/>
                      </a:solidFill>
                      <a:prstDash val="solid"/>
                      <a:round/>
                      <a:headEnd type="none" w="med" len="med"/>
                      <a:tailEnd type="none" w="med" len="med"/>
                    </a:lnL>
                    <a:lnR w="9525" cap="flat" cmpd="sng" algn="ctr">
                      <a:solidFill>
                        <a:srgbClr val="DDE0E6"/>
                      </a:solidFill>
                      <a:prstDash val="solid"/>
                      <a:round/>
                      <a:headEnd type="none" w="med" len="med"/>
                      <a:tailEnd type="none" w="med" len="med"/>
                    </a:lnR>
                    <a:lnT w="9525" cap="flat" cmpd="sng" algn="ctr">
                      <a:solidFill>
                        <a:srgbClr val="DDE0E6"/>
                      </a:solidFill>
                      <a:prstDash val="solid"/>
                      <a:round/>
                      <a:headEnd type="none" w="med" len="med"/>
                      <a:tailEnd type="none" w="med" len="med"/>
                    </a:lnT>
                    <a:lnB w="9525" cap="flat" cmpd="sng" algn="ctr">
                      <a:solidFill>
                        <a:srgbClr val="DDE0E6"/>
                      </a:solidFill>
                      <a:prstDash val="solid"/>
                      <a:round/>
                      <a:headEnd type="none" w="med" len="med"/>
                      <a:tailEnd type="none" w="med" len="med"/>
                    </a:lnB>
                    <a:solidFill>
                      <a:srgbClr val="FFFFFF"/>
                    </a:solidFill>
                  </a:tcPr>
                </a:tc>
                <a:tc>
                  <a:txBody>
                    <a:bodyPr/>
                    <a:lstStyle/>
                    <a:p>
                      <a:pPr algn="l">
                        <a:lnSpc>
                          <a:spcPts val="1889"/>
                        </a:lnSpc>
                        <a:defRPr/>
                      </a:pPr>
                      <a:r>
                        <a:rPr lang="en-US" sz="1575" spc="6">
                          <a:solidFill>
                            <a:srgbClr val="333333"/>
                          </a:solidFill>
                          <a:latin typeface="Noto Sans Kr"/>
                          <a:ea typeface="Noto Sans Kr"/>
                          <a:cs typeface="Noto Sans Kr"/>
                          <a:sym typeface="Noto Sans Kr"/>
                        </a:rPr>
                        <a:t>표준 SUS 10문항</a:t>
                      </a:r>
                      <a:endParaRPr lang="en-US" sz="1100"/>
                    </a:p>
                  </a:txBody>
                  <a:tcPr marL="0" marR="0" marT="0" marB="0" anchor="ctr">
                    <a:lnL w="9525" cap="flat" cmpd="sng" algn="ctr">
                      <a:solidFill>
                        <a:srgbClr val="DDE0E6"/>
                      </a:solidFill>
                      <a:prstDash val="solid"/>
                      <a:round/>
                      <a:headEnd type="none" w="med" len="med"/>
                      <a:tailEnd type="none" w="med" len="med"/>
                    </a:lnL>
                    <a:lnR w="9525" cap="flat" cmpd="sng" algn="ctr">
                      <a:solidFill>
                        <a:srgbClr val="DDE0E6"/>
                      </a:solidFill>
                      <a:prstDash val="solid"/>
                      <a:round/>
                      <a:headEnd type="none" w="med" len="med"/>
                      <a:tailEnd type="none" w="med" len="med"/>
                    </a:lnR>
                    <a:lnT w="9525" cap="flat" cmpd="sng" algn="ctr">
                      <a:solidFill>
                        <a:srgbClr val="DDE0E6"/>
                      </a:solidFill>
                      <a:prstDash val="solid"/>
                      <a:round/>
                      <a:headEnd type="none" w="med" len="med"/>
                      <a:tailEnd type="none" w="med" len="med"/>
                    </a:lnT>
                    <a:lnB w="9525" cap="flat" cmpd="sng" algn="ctr">
                      <a:solidFill>
                        <a:srgbClr val="DDE0E6"/>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629841">
                <a:tc>
                  <a:txBody>
                    <a:bodyPr/>
                    <a:lstStyle/>
                    <a:p>
                      <a:pPr algn="l">
                        <a:lnSpc>
                          <a:spcPts val="1889"/>
                        </a:lnSpc>
                        <a:defRPr/>
                      </a:pPr>
                      <a:r>
                        <a:rPr lang="en-US" sz="1575" b="1" spc="6">
                          <a:solidFill>
                            <a:srgbClr val="2E44A8"/>
                          </a:solidFill>
                          <a:latin typeface="Noto Sans Kr Bold"/>
                          <a:ea typeface="Noto Sans Kr Bold"/>
                          <a:cs typeface="Noto Sans Kr Bold"/>
                          <a:sym typeface="Noto Sans Kr Bold"/>
                        </a:rPr>
                        <a:t>선호도</a:t>
                      </a:r>
                      <a:endParaRPr lang="en-US" sz="1100"/>
                    </a:p>
                  </a:txBody>
                  <a:tcPr marL="0" marR="0" marT="0" marB="0" anchor="ctr">
                    <a:lnL w="9525" cap="flat" cmpd="sng" algn="ctr">
                      <a:solidFill>
                        <a:srgbClr val="DDE0E6"/>
                      </a:solidFill>
                      <a:prstDash val="solid"/>
                      <a:round/>
                      <a:headEnd type="none" w="med" len="med"/>
                      <a:tailEnd type="none" w="med" len="med"/>
                    </a:lnL>
                    <a:lnR w="9525" cap="flat" cmpd="sng" algn="ctr">
                      <a:solidFill>
                        <a:srgbClr val="DDE0E6"/>
                      </a:solidFill>
                      <a:prstDash val="solid"/>
                      <a:round/>
                      <a:headEnd type="none" w="med" len="med"/>
                      <a:tailEnd type="none" w="med" len="med"/>
                    </a:lnR>
                    <a:lnT w="9525" cap="flat" cmpd="sng" algn="ctr">
                      <a:solidFill>
                        <a:srgbClr val="DDE0E6"/>
                      </a:solidFill>
                      <a:prstDash val="solid"/>
                      <a:round/>
                      <a:headEnd type="none" w="med" len="med"/>
                      <a:tailEnd type="none" w="med" len="med"/>
                    </a:lnT>
                    <a:lnB w="9525" cap="flat" cmpd="sng" algn="ctr">
                      <a:solidFill>
                        <a:srgbClr val="DDE0E6"/>
                      </a:solidFill>
                      <a:prstDash val="solid"/>
                      <a:round/>
                      <a:headEnd type="none" w="med" len="med"/>
                      <a:tailEnd type="none" w="med" len="med"/>
                    </a:lnB>
                    <a:solidFill>
                      <a:srgbClr val="FFFFFF"/>
                    </a:solidFill>
                  </a:tcPr>
                </a:tc>
                <a:tc>
                  <a:txBody>
                    <a:bodyPr/>
                    <a:lstStyle/>
                    <a:p>
                      <a:pPr algn="l">
                        <a:lnSpc>
                          <a:spcPts val="1889"/>
                        </a:lnSpc>
                        <a:defRPr/>
                      </a:pPr>
                      <a:r>
                        <a:rPr lang="en-US" sz="1575" spc="6">
                          <a:solidFill>
                            <a:srgbClr val="333333"/>
                          </a:solidFill>
                          <a:latin typeface="Noto Sans Kr"/>
                          <a:ea typeface="Noto Sans Kr"/>
                          <a:cs typeface="Noto Sans Kr"/>
                          <a:sym typeface="Noto Sans Kr"/>
                        </a:rPr>
                        <a:t>가장 좋았던 조건과 이유</a:t>
                      </a:r>
                      <a:endParaRPr lang="en-US" sz="1100"/>
                    </a:p>
                  </a:txBody>
                  <a:tcPr marL="0" marR="0" marT="0" marB="0" anchor="ctr">
                    <a:lnL w="9525" cap="flat" cmpd="sng" algn="ctr">
                      <a:solidFill>
                        <a:srgbClr val="DDE0E6"/>
                      </a:solidFill>
                      <a:prstDash val="solid"/>
                      <a:round/>
                      <a:headEnd type="none" w="med" len="med"/>
                      <a:tailEnd type="none" w="med" len="med"/>
                    </a:lnL>
                    <a:lnR w="9525" cap="flat" cmpd="sng" algn="ctr">
                      <a:solidFill>
                        <a:srgbClr val="DDE0E6"/>
                      </a:solidFill>
                      <a:prstDash val="solid"/>
                      <a:round/>
                      <a:headEnd type="none" w="med" len="med"/>
                      <a:tailEnd type="none" w="med" len="med"/>
                    </a:lnR>
                    <a:lnT w="9525" cap="flat" cmpd="sng" algn="ctr">
                      <a:solidFill>
                        <a:srgbClr val="DDE0E6"/>
                      </a:solidFill>
                      <a:prstDash val="solid"/>
                      <a:round/>
                      <a:headEnd type="none" w="med" len="med"/>
                      <a:tailEnd type="none" w="med" len="med"/>
                    </a:lnT>
                    <a:lnB w="9525" cap="flat" cmpd="sng" algn="ctr">
                      <a:solidFill>
                        <a:srgbClr val="DDE0E6"/>
                      </a:solidFill>
                      <a:prstDash val="solid"/>
                      <a:round/>
                      <a:headEnd type="none" w="med" len="med"/>
                      <a:tailEnd type="none" w="med" len="med"/>
                    </a:lnB>
                    <a:solidFill>
                      <a:srgbClr val="FFFFFF"/>
                    </a:solidFill>
                  </a:tcPr>
                </a:tc>
                <a:tc>
                  <a:txBody>
                    <a:bodyPr/>
                    <a:lstStyle/>
                    <a:p>
                      <a:pPr algn="l">
                        <a:lnSpc>
                          <a:spcPts val="1889"/>
                        </a:lnSpc>
                        <a:defRPr/>
                      </a:pPr>
                      <a:r>
                        <a:rPr lang="en-US" sz="1575" spc="6">
                          <a:solidFill>
                            <a:srgbClr val="333333"/>
                          </a:solidFill>
                          <a:latin typeface="Noto Sans Kr"/>
                          <a:ea typeface="Noto Sans Kr"/>
                          <a:cs typeface="Noto Sans Kr"/>
                          <a:sym typeface="Noto Sans Kr"/>
                        </a:rPr>
                        <a:t>주관식 → 키워드 정리</a:t>
                      </a:r>
                      <a:endParaRPr lang="en-US" sz="1100"/>
                    </a:p>
                  </a:txBody>
                  <a:tcPr marL="0" marR="0" marT="0" marB="0" anchor="ctr">
                    <a:lnL w="9525" cap="flat" cmpd="sng" algn="ctr">
                      <a:solidFill>
                        <a:srgbClr val="DDE0E6"/>
                      </a:solidFill>
                      <a:prstDash val="solid"/>
                      <a:round/>
                      <a:headEnd type="none" w="med" len="med"/>
                      <a:tailEnd type="none" w="med" len="med"/>
                    </a:lnL>
                    <a:lnR w="9525" cap="flat" cmpd="sng" algn="ctr">
                      <a:solidFill>
                        <a:srgbClr val="DDE0E6"/>
                      </a:solidFill>
                      <a:prstDash val="solid"/>
                      <a:round/>
                      <a:headEnd type="none" w="med" len="med"/>
                      <a:tailEnd type="none" w="med" len="med"/>
                    </a:lnR>
                    <a:lnT w="9525" cap="flat" cmpd="sng" algn="ctr">
                      <a:solidFill>
                        <a:srgbClr val="DDE0E6"/>
                      </a:solidFill>
                      <a:prstDash val="solid"/>
                      <a:round/>
                      <a:headEnd type="none" w="med" len="med"/>
                      <a:tailEnd type="none" w="med" len="med"/>
                    </a:lnT>
                    <a:lnB w="9525" cap="flat" cmpd="sng" algn="ctr">
                      <a:solidFill>
                        <a:srgbClr val="DDE0E6"/>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grpSp>
        <p:nvGrpSpPr>
          <p:cNvPr id="6" name="Group 6"/>
          <p:cNvGrpSpPr/>
          <p:nvPr/>
        </p:nvGrpSpPr>
        <p:grpSpPr>
          <a:xfrm>
            <a:off x="822960" y="7541133"/>
            <a:ext cx="9620250" cy="1754124"/>
            <a:chOff x="0" y="0"/>
            <a:chExt cx="12827000" cy="2338832"/>
          </a:xfrm>
        </p:grpSpPr>
        <p:sp>
          <p:nvSpPr>
            <p:cNvPr id="7" name="Freeform 7"/>
            <p:cNvSpPr/>
            <p:nvPr/>
          </p:nvSpPr>
          <p:spPr>
            <a:xfrm>
              <a:off x="0" y="0"/>
              <a:ext cx="12827000" cy="2338832"/>
            </a:xfrm>
            <a:custGeom>
              <a:avLst/>
              <a:gdLst/>
              <a:ahLst/>
              <a:cxnLst/>
              <a:rect l="l" t="t" r="r" b="b"/>
              <a:pathLst>
                <a:path w="12827000" h="2338832">
                  <a:moveTo>
                    <a:pt x="0" y="113427"/>
                  </a:moveTo>
                  <a:cubicBezTo>
                    <a:pt x="0" y="50759"/>
                    <a:pt x="66040" y="0"/>
                    <a:pt x="147574" y="0"/>
                  </a:cubicBezTo>
                  <a:lnTo>
                    <a:pt x="12679426" y="0"/>
                  </a:lnTo>
                  <a:cubicBezTo>
                    <a:pt x="12760960" y="0"/>
                    <a:pt x="12827000" y="50759"/>
                    <a:pt x="12827000" y="113427"/>
                  </a:cubicBezTo>
                  <a:lnTo>
                    <a:pt x="12827000" y="2225404"/>
                  </a:lnTo>
                  <a:cubicBezTo>
                    <a:pt x="12827000" y="2288073"/>
                    <a:pt x="12760960" y="2338832"/>
                    <a:pt x="12679426" y="2338832"/>
                  </a:cubicBezTo>
                  <a:lnTo>
                    <a:pt x="147574" y="2338832"/>
                  </a:lnTo>
                  <a:cubicBezTo>
                    <a:pt x="66040" y="2338832"/>
                    <a:pt x="0" y="2288073"/>
                    <a:pt x="0" y="2225404"/>
                  </a:cubicBezTo>
                  <a:close/>
                </a:path>
              </a:pathLst>
            </a:custGeom>
            <a:solidFill>
              <a:srgbClr val="FFFFFF"/>
            </a:solidFill>
            <a:ln w="19050" cap="sq">
              <a:solidFill>
                <a:srgbClr val="ECEEF3"/>
              </a:solidFill>
              <a:prstDash val="solid"/>
              <a:miter/>
            </a:ln>
            <a:effectLst>
              <a:outerShdw blurRad="228600" dist="38100" dir="5400000" algn="t" rotWithShape="0">
                <a:srgbClr val="1F2A5A">
                  <a:alpha val="11000"/>
                </a:srgbClr>
              </a:outerShdw>
            </a:effectLst>
          </p:spPr>
          <p:txBody>
            <a:bodyPr/>
            <a:lstStyle/>
            <a:p>
              <a:endParaRPr/>
            </a:p>
          </p:txBody>
        </p:sp>
      </p:grpSp>
      <p:grpSp>
        <p:nvGrpSpPr>
          <p:cNvPr id="8" name="Group 8"/>
          <p:cNvGrpSpPr/>
          <p:nvPr/>
        </p:nvGrpSpPr>
        <p:grpSpPr>
          <a:xfrm>
            <a:off x="1106805" y="7804785"/>
            <a:ext cx="9052560" cy="1167003"/>
            <a:chOff x="0" y="0"/>
            <a:chExt cx="12070080" cy="1556004"/>
          </a:xfrm>
        </p:grpSpPr>
        <p:sp>
          <p:nvSpPr>
            <p:cNvPr id="9" name="TextBox 9"/>
            <p:cNvSpPr txBox="1"/>
            <p:nvPr/>
          </p:nvSpPr>
          <p:spPr>
            <a:xfrm>
              <a:off x="0" y="0"/>
              <a:ext cx="5486400" cy="355600"/>
            </a:xfrm>
            <a:prstGeom prst="rect">
              <a:avLst/>
            </a:prstGeom>
          </p:spPr>
          <p:txBody>
            <a:bodyPr lIns="0" tIns="0" rIns="0" bIns="0" rtlCol="0" anchor="t">
              <a:spAutoFit/>
            </a:bodyPr>
            <a:lstStyle/>
            <a:p>
              <a:pPr algn="l">
                <a:lnSpc>
                  <a:spcPts val="2160"/>
                </a:lnSpc>
              </a:pPr>
              <a:r>
                <a:rPr lang="en-US" sz="1800" b="1" spc="6">
                  <a:solidFill>
                    <a:srgbClr val="333333"/>
                  </a:solidFill>
                  <a:latin typeface="Noto Sans Kr Bold"/>
                  <a:ea typeface="Noto Sans Kr Bold"/>
                  <a:cs typeface="Noto Sans Kr Bold"/>
                  <a:sym typeface="Noto Sans Kr Bold"/>
                </a:rPr>
                <a:t>분석 방법</a:t>
              </a:r>
            </a:p>
          </p:txBody>
        </p:sp>
        <p:sp>
          <p:nvSpPr>
            <p:cNvPr id="10" name="TextBox 10"/>
            <p:cNvSpPr txBox="1"/>
            <p:nvPr/>
          </p:nvSpPr>
          <p:spPr>
            <a:xfrm>
              <a:off x="0" y="613029"/>
              <a:ext cx="12070080" cy="942975"/>
            </a:xfrm>
            <a:prstGeom prst="rect">
              <a:avLst/>
            </a:prstGeom>
          </p:spPr>
          <p:txBody>
            <a:bodyPr lIns="0" tIns="0" rIns="0" bIns="0" rtlCol="0" anchor="t">
              <a:spAutoFit/>
            </a:bodyPr>
            <a:lstStyle/>
            <a:p>
              <a:pPr marL="285036" lvl="1" indent="-142518" algn="l">
                <a:lnSpc>
                  <a:spcPts val="1889"/>
                </a:lnSpc>
                <a:buFont typeface="Arial"/>
                <a:buChar char="•"/>
              </a:pPr>
              <a:r>
                <a:rPr lang="en-US" sz="1575" spc="6">
                  <a:solidFill>
                    <a:srgbClr val="4B4B4B"/>
                  </a:solidFill>
                  <a:latin typeface="Noto Sans Kr"/>
                  <a:ea typeface="Noto Sans Kr"/>
                  <a:cs typeface="Noto Sans Kr"/>
                  <a:sym typeface="Noto Sans Kr"/>
                </a:rPr>
                <a:t>핵심 비교 C − B: 참가자별 차이 → 윌콕슨 부호순위 검정</a:t>
              </a:r>
            </a:p>
            <a:p>
              <a:pPr marL="285036" lvl="1" indent="-142518" algn="l">
                <a:lnSpc>
                  <a:spcPts val="1889"/>
                </a:lnSpc>
                <a:buFont typeface="Arial"/>
                <a:buChar char="•"/>
              </a:pPr>
              <a:r>
                <a:rPr lang="en-US" sz="1575" spc="6">
                  <a:solidFill>
                    <a:srgbClr val="4B4B4B"/>
                  </a:solidFill>
                  <a:latin typeface="Noto Sans Kr"/>
                  <a:ea typeface="Noto Sans Kr"/>
                  <a:cs typeface="Noto Sans Kr"/>
                  <a:sym typeface="Noto Sans Kr"/>
                </a:rPr>
                <a:t>세 조건: 프리드먼 검정(또는 반복측정 분산분석) → 윌콕슨 사후 검정(본페로니)</a:t>
              </a:r>
            </a:p>
            <a:p>
              <a:pPr marL="285036" lvl="1" indent="-142518" algn="l">
                <a:lnSpc>
                  <a:spcPts val="1889"/>
                </a:lnSpc>
                <a:buFont typeface="Arial"/>
                <a:buChar char="•"/>
              </a:pPr>
              <a:r>
                <a:rPr lang="en-US" sz="1575" spc="6">
                  <a:solidFill>
                    <a:srgbClr val="4B4B4B"/>
                  </a:solidFill>
                  <a:latin typeface="Noto Sans Kr"/>
                  <a:ea typeface="Noto Sans Kr"/>
                  <a:cs typeface="Noto Sans Kr"/>
                  <a:sym typeface="Noto Sans Kr"/>
                </a:rPr>
                <a:t>유의수준 0.05, 효과 크기 함께 제시 · 영상 녹화 없이 수치·설문만 익명 수집</a:t>
              </a:r>
            </a:p>
          </p:txBody>
        </p:sp>
      </p:grpSp>
      <p:sp>
        <p:nvSpPr>
          <p:cNvPr id="11" name="TextBox 11"/>
          <p:cNvSpPr txBox="1"/>
          <p:nvPr/>
        </p:nvSpPr>
        <p:spPr>
          <a:xfrm>
            <a:off x="10972800" y="2194560"/>
            <a:ext cx="5486400" cy="295275"/>
          </a:xfrm>
          <a:prstGeom prst="rect">
            <a:avLst/>
          </a:prstGeom>
        </p:spPr>
        <p:txBody>
          <a:bodyPr lIns="0" tIns="0" rIns="0" bIns="0" rtlCol="0" anchor="t">
            <a:spAutoFit/>
          </a:bodyPr>
          <a:lstStyle/>
          <a:p>
            <a:pPr algn="l">
              <a:lnSpc>
                <a:spcPts val="2340"/>
              </a:lnSpc>
            </a:pPr>
            <a:r>
              <a:rPr lang="en-US" sz="1950" b="1" spc="7">
                <a:solidFill>
                  <a:srgbClr val="333333"/>
                </a:solidFill>
                <a:latin typeface="Noto Sans Kr Bold"/>
                <a:ea typeface="Noto Sans Kr Bold"/>
                <a:cs typeface="Noto Sans Kr Bold"/>
                <a:sym typeface="Noto Sans Kr Bold"/>
              </a:rPr>
              <a:t>기술 성능 목표</a:t>
            </a:r>
          </a:p>
        </p:txBody>
      </p:sp>
      <p:grpSp>
        <p:nvGrpSpPr>
          <p:cNvPr id="12" name="Group 12"/>
          <p:cNvGrpSpPr/>
          <p:nvPr/>
        </p:nvGrpSpPr>
        <p:grpSpPr>
          <a:xfrm>
            <a:off x="10963275" y="2706243"/>
            <a:ext cx="3173730" cy="1527810"/>
            <a:chOff x="0" y="0"/>
            <a:chExt cx="4231640" cy="2037080"/>
          </a:xfrm>
        </p:grpSpPr>
        <p:sp>
          <p:nvSpPr>
            <p:cNvPr id="13" name="Freeform 13"/>
            <p:cNvSpPr/>
            <p:nvPr/>
          </p:nvSpPr>
          <p:spPr>
            <a:xfrm>
              <a:off x="0" y="0"/>
              <a:ext cx="4231640" cy="2037080"/>
            </a:xfrm>
            <a:custGeom>
              <a:avLst/>
              <a:gdLst/>
              <a:ahLst/>
              <a:cxnLst/>
              <a:rect l="l" t="t" r="r" b="b"/>
              <a:pathLst>
                <a:path w="4231640" h="2037080">
                  <a:moveTo>
                    <a:pt x="0" y="148209"/>
                  </a:moveTo>
                  <a:cubicBezTo>
                    <a:pt x="0" y="66294"/>
                    <a:pt x="66294" y="0"/>
                    <a:pt x="148209" y="0"/>
                  </a:cubicBezTo>
                  <a:lnTo>
                    <a:pt x="4083431" y="0"/>
                  </a:lnTo>
                  <a:cubicBezTo>
                    <a:pt x="4165219" y="0"/>
                    <a:pt x="4231640" y="66294"/>
                    <a:pt x="4231640" y="148209"/>
                  </a:cubicBezTo>
                  <a:lnTo>
                    <a:pt x="4231640" y="1888871"/>
                  </a:lnTo>
                  <a:cubicBezTo>
                    <a:pt x="4231640" y="1970659"/>
                    <a:pt x="4165346" y="2037080"/>
                    <a:pt x="4083431" y="2037080"/>
                  </a:cubicBezTo>
                  <a:lnTo>
                    <a:pt x="148209" y="2037080"/>
                  </a:lnTo>
                  <a:cubicBezTo>
                    <a:pt x="66294" y="2037080"/>
                    <a:pt x="0" y="1970786"/>
                    <a:pt x="0" y="1888871"/>
                  </a:cubicBezTo>
                  <a:close/>
                </a:path>
              </a:pathLst>
            </a:custGeom>
            <a:solidFill>
              <a:srgbClr val="3C55CB"/>
            </a:solidFill>
            <a:ln w="19050" cap="sq">
              <a:solidFill>
                <a:srgbClr val="3C55CB"/>
              </a:solidFill>
              <a:prstDash val="solid"/>
              <a:miter/>
            </a:ln>
          </p:spPr>
          <p:txBody>
            <a:bodyPr/>
            <a:lstStyle/>
            <a:p>
              <a:endParaRPr/>
            </a:p>
          </p:txBody>
        </p:sp>
      </p:grpSp>
      <p:sp>
        <p:nvSpPr>
          <p:cNvPr id="14" name="TextBox 14"/>
          <p:cNvSpPr txBox="1"/>
          <p:nvPr/>
        </p:nvSpPr>
        <p:spPr>
          <a:xfrm>
            <a:off x="11219688" y="2880360"/>
            <a:ext cx="2743200" cy="495300"/>
          </a:xfrm>
          <a:prstGeom prst="rect">
            <a:avLst/>
          </a:prstGeom>
        </p:spPr>
        <p:txBody>
          <a:bodyPr lIns="0" tIns="0" rIns="0" bIns="0" rtlCol="0" anchor="t">
            <a:spAutoFit/>
          </a:bodyPr>
          <a:lstStyle/>
          <a:p>
            <a:pPr algn="l">
              <a:lnSpc>
                <a:spcPts val="3960"/>
              </a:lnSpc>
            </a:pPr>
            <a:r>
              <a:rPr lang="en-US" sz="3300" b="1" spc="12">
                <a:solidFill>
                  <a:srgbClr val="D6DDF8"/>
                </a:solidFill>
                <a:latin typeface="Noto Sans Kr Bold"/>
                <a:ea typeface="Noto Sans Kr Bold"/>
                <a:cs typeface="Noto Sans Kr Bold"/>
                <a:sym typeface="Noto Sans Kr Bold"/>
              </a:rPr>
              <a:t>≤ 200ms</a:t>
            </a:r>
          </a:p>
        </p:txBody>
      </p:sp>
      <p:sp>
        <p:nvSpPr>
          <p:cNvPr id="15" name="TextBox 15"/>
          <p:cNvSpPr txBox="1"/>
          <p:nvPr/>
        </p:nvSpPr>
        <p:spPr>
          <a:xfrm>
            <a:off x="11219688" y="3621024"/>
            <a:ext cx="2743200" cy="228600"/>
          </a:xfrm>
          <a:prstGeom prst="rect">
            <a:avLst/>
          </a:prstGeom>
        </p:spPr>
        <p:txBody>
          <a:bodyPr lIns="0" tIns="0" rIns="0" bIns="0" rtlCol="0" anchor="t">
            <a:spAutoFit/>
          </a:bodyPr>
          <a:lstStyle/>
          <a:p>
            <a:pPr algn="l">
              <a:lnSpc>
                <a:spcPts val="1800"/>
              </a:lnSpc>
            </a:pPr>
            <a:r>
              <a:rPr lang="en-US" sz="1500" spc="5">
                <a:solidFill>
                  <a:srgbClr val="E4E8FB"/>
                </a:solidFill>
                <a:latin typeface="Noto Sans Kr"/>
                <a:ea typeface="Noto Sans Kr"/>
                <a:cs typeface="Noto Sans Kr"/>
                <a:sym typeface="Noto Sans Kr"/>
              </a:rPr>
              <a:t>트래킹 → 캐릭터 반영</a:t>
            </a:r>
          </a:p>
        </p:txBody>
      </p:sp>
      <p:grpSp>
        <p:nvGrpSpPr>
          <p:cNvPr id="16" name="Group 16"/>
          <p:cNvGrpSpPr/>
          <p:nvPr/>
        </p:nvGrpSpPr>
        <p:grpSpPr>
          <a:xfrm>
            <a:off x="14255115" y="2706243"/>
            <a:ext cx="3173730" cy="1527810"/>
            <a:chOff x="0" y="0"/>
            <a:chExt cx="4231640" cy="2037080"/>
          </a:xfrm>
        </p:grpSpPr>
        <p:sp>
          <p:nvSpPr>
            <p:cNvPr id="17" name="Freeform 17"/>
            <p:cNvSpPr/>
            <p:nvPr/>
          </p:nvSpPr>
          <p:spPr>
            <a:xfrm>
              <a:off x="0" y="0"/>
              <a:ext cx="4231640" cy="2037080"/>
            </a:xfrm>
            <a:custGeom>
              <a:avLst/>
              <a:gdLst/>
              <a:ahLst/>
              <a:cxnLst/>
              <a:rect l="l" t="t" r="r" b="b"/>
              <a:pathLst>
                <a:path w="4231640" h="2037080">
                  <a:moveTo>
                    <a:pt x="0" y="148209"/>
                  </a:moveTo>
                  <a:cubicBezTo>
                    <a:pt x="0" y="66294"/>
                    <a:pt x="66294" y="0"/>
                    <a:pt x="148209" y="0"/>
                  </a:cubicBezTo>
                  <a:lnTo>
                    <a:pt x="4083431" y="0"/>
                  </a:lnTo>
                  <a:cubicBezTo>
                    <a:pt x="4165219" y="0"/>
                    <a:pt x="4231640" y="66294"/>
                    <a:pt x="4231640" y="148209"/>
                  </a:cubicBezTo>
                  <a:lnTo>
                    <a:pt x="4231640" y="1888871"/>
                  </a:lnTo>
                  <a:cubicBezTo>
                    <a:pt x="4231640" y="1970659"/>
                    <a:pt x="4165346" y="2037080"/>
                    <a:pt x="4083431" y="2037080"/>
                  </a:cubicBezTo>
                  <a:lnTo>
                    <a:pt x="148209" y="2037080"/>
                  </a:lnTo>
                  <a:cubicBezTo>
                    <a:pt x="66294" y="2037080"/>
                    <a:pt x="0" y="1970786"/>
                    <a:pt x="0" y="1888871"/>
                  </a:cubicBezTo>
                  <a:close/>
                </a:path>
              </a:pathLst>
            </a:custGeom>
            <a:solidFill>
              <a:srgbClr val="FFFFFF"/>
            </a:solidFill>
            <a:ln w="19050" cap="sq">
              <a:solidFill>
                <a:srgbClr val="ECEEF3"/>
              </a:solidFill>
              <a:prstDash val="solid"/>
              <a:miter/>
            </a:ln>
            <a:effectLst>
              <a:outerShdw blurRad="228600" dist="38100" dir="5400000" algn="t" rotWithShape="0">
                <a:srgbClr val="1F2A5A">
                  <a:alpha val="11000"/>
                </a:srgbClr>
              </a:outerShdw>
            </a:effectLst>
          </p:spPr>
          <p:txBody>
            <a:bodyPr/>
            <a:lstStyle/>
            <a:p>
              <a:endParaRPr/>
            </a:p>
          </p:txBody>
        </p:sp>
      </p:grpSp>
      <p:sp>
        <p:nvSpPr>
          <p:cNvPr id="18" name="TextBox 18"/>
          <p:cNvSpPr txBox="1"/>
          <p:nvPr/>
        </p:nvSpPr>
        <p:spPr>
          <a:xfrm>
            <a:off x="14511528" y="2880360"/>
            <a:ext cx="2743200" cy="495300"/>
          </a:xfrm>
          <a:prstGeom prst="rect">
            <a:avLst/>
          </a:prstGeom>
        </p:spPr>
        <p:txBody>
          <a:bodyPr lIns="0" tIns="0" rIns="0" bIns="0" rtlCol="0" anchor="t">
            <a:spAutoFit/>
          </a:bodyPr>
          <a:lstStyle/>
          <a:p>
            <a:pPr algn="l">
              <a:lnSpc>
                <a:spcPts val="3960"/>
              </a:lnSpc>
            </a:pPr>
            <a:r>
              <a:rPr lang="en-US" sz="3300" b="1" spc="12">
                <a:solidFill>
                  <a:srgbClr val="333333"/>
                </a:solidFill>
                <a:latin typeface="Noto Sans Kr Bold"/>
                <a:ea typeface="Noto Sans Kr Bold"/>
                <a:cs typeface="Noto Sans Kr Bold"/>
                <a:sym typeface="Noto Sans Kr Bold"/>
              </a:rPr>
              <a:t>≤ 500ms</a:t>
            </a:r>
          </a:p>
        </p:txBody>
      </p:sp>
      <p:sp>
        <p:nvSpPr>
          <p:cNvPr id="19" name="TextBox 19"/>
          <p:cNvSpPr txBox="1"/>
          <p:nvPr/>
        </p:nvSpPr>
        <p:spPr>
          <a:xfrm>
            <a:off x="14511528" y="3621024"/>
            <a:ext cx="2743200" cy="228600"/>
          </a:xfrm>
          <a:prstGeom prst="rect">
            <a:avLst/>
          </a:prstGeom>
        </p:spPr>
        <p:txBody>
          <a:bodyPr lIns="0" tIns="0" rIns="0" bIns="0" rtlCol="0" anchor="t">
            <a:spAutoFit/>
          </a:bodyPr>
          <a:lstStyle/>
          <a:p>
            <a:pPr algn="l">
              <a:lnSpc>
                <a:spcPts val="1800"/>
              </a:lnSpc>
            </a:pPr>
            <a:r>
              <a:rPr lang="en-US" sz="1500" spc="5">
                <a:solidFill>
                  <a:srgbClr val="7F7F7F"/>
                </a:solidFill>
                <a:latin typeface="Noto Sans Kr"/>
                <a:ea typeface="Noto Sans Kr"/>
                <a:cs typeface="Noto Sans Kr"/>
                <a:sym typeface="Noto Sans Kr"/>
              </a:rPr>
              <a:t>다른 참여자 화면 반영</a:t>
            </a:r>
          </a:p>
        </p:txBody>
      </p:sp>
      <p:grpSp>
        <p:nvGrpSpPr>
          <p:cNvPr id="20" name="Group 20"/>
          <p:cNvGrpSpPr/>
          <p:nvPr/>
        </p:nvGrpSpPr>
        <p:grpSpPr>
          <a:xfrm>
            <a:off x="10963275" y="4393311"/>
            <a:ext cx="3173730" cy="1527810"/>
            <a:chOff x="0" y="0"/>
            <a:chExt cx="4231640" cy="2037080"/>
          </a:xfrm>
        </p:grpSpPr>
        <p:sp>
          <p:nvSpPr>
            <p:cNvPr id="21" name="Freeform 21"/>
            <p:cNvSpPr/>
            <p:nvPr/>
          </p:nvSpPr>
          <p:spPr>
            <a:xfrm>
              <a:off x="0" y="0"/>
              <a:ext cx="4231640" cy="2037080"/>
            </a:xfrm>
            <a:custGeom>
              <a:avLst/>
              <a:gdLst/>
              <a:ahLst/>
              <a:cxnLst/>
              <a:rect l="l" t="t" r="r" b="b"/>
              <a:pathLst>
                <a:path w="4231640" h="2037080">
                  <a:moveTo>
                    <a:pt x="0" y="148209"/>
                  </a:moveTo>
                  <a:cubicBezTo>
                    <a:pt x="0" y="66294"/>
                    <a:pt x="66294" y="0"/>
                    <a:pt x="148209" y="0"/>
                  </a:cubicBezTo>
                  <a:lnTo>
                    <a:pt x="4083431" y="0"/>
                  </a:lnTo>
                  <a:cubicBezTo>
                    <a:pt x="4165219" y="0"/>
                    <a:pt x="4231640" y="66294"/>
                    <a:pt x="4231640" y="148209"/>
                  </a:cubicBezTo>
                  <a:lnTo>
                    <a:pt x="4231640" y="1888871"/>
                  </a:lnTo>
                  <a:cubicBezTo>
                    <a:pt x="4231640" y="1970659"/>
                    <a:pt x="4165346" y="2037080"/>
                    <a:pt x="4083431" y="2037080"/>
                  </a:cubicBezTo>
                  <a:lnTo>
                    <a:pt x="148209" y="2037080"/>
                  </a:lnTo>
                  <a:cubicBezTo>
                    <a:pt x="66294" y="2037080"/>
                    <a:pt x="0" y="1970786"/>
                    <a:pt x="0" y="1888871"/>
                  </a:cubicBezTo>
                  <a:close/>
                </a:path>
              </a:pathLst>
            </a:custGeom>
            <a:solidFill>
              <a:srgbClr val="FFFFFF"/>
            </a:solidFill>
            <a:ln w="19050" cap="sq">
              <a:solidFill>
                <a:srgbClr val="ECEEF3"/>
              </a:solidFill>
              <a:prstDash val="solid"/>
              <a:miter/>
            </a:ln>
            <a:effectLst>
              <a:outerShdw blurRad="228600" dist="38100" dir="5400000" algn="t" rotWithShape="0">
                <a:srgbClr val="1F2A5A">
                  <a:alpha val="11000"/>
                </a:srgbClr>
              </a:outerShdw>
            </a:effectLst>
          </p:spPr>
          <p:txBody>
            <a:bodyPr/>
            <a:lstStyle/>
            <a:p>
              <a:endParaRPr/>
            </a:p>
          </p:txBody>
        </p:sp>
      </p:grpSp>
      <p:sp>
        <p:nvSpPr>
          <p:cNvPr id="22" name="TextBox 22"/>
          <p:cNvSpPr txBox="1"/>
          <p:nvPr/>
        </p:nvSpPr>
        <p:spPr>
          <a:xfrm>
            <a:off x="11219688" y="4567428"/>
            <a:ext cx="2743200" cy="495300"/>
          </a:xfrm>
          <a:prstGeom prst="rect">
            <a:avLst/>
          </a:prstGeom>
        </p:spPr>
        <p:txBody>
          <a:bodyPr lIns="0" tIns="0" rIns="0" bIns="0" rtlCol="0" anchor="t">
            <a:spAutoFit/>
          </a:bodyPr>
          <a:lstStyle/>
          <a:p>
            <a:pPr algn="l">
              <a:lnSpc>
                <a:spcPts val="3960"/>
              </a:lnSpc>
            </a:pPr>
            <a:r>
              <a:rPr lang="en-US" sz="3300" b="1" spc="12">
                <a:solidFill>
                  <a:srgbClr val="333333"/>
                </a:solidFill>
                <a:latin typeface="Noto Sans Kr Bold"/>
                <a:ea typeface="Noto Sans Kr Bold"/>
                <a:cs typeface="Noto Sans Kr Bold"/>
                <a:sym typeface="Noto Sans Kr Bold"/>
              </a:rPr>
              <a:t>≥ 30FPS</a:t>
            </a:r>
          </a:p>
        </p:txBody>
      </p:sp>
      <p:sp>
        <p:nvSpPr>
          <p:cNvPr id="23" name="TextBox 23"/>
          <p:cNvSpPr txBox="1"/>
          <p:nvPr/>
        </p:nvSpPr>
        <p:spPr>
          <a:xfrm>
            <a:off x="11219688" y="5308092"/>
            <a:ext cx="2743200" cy="228600"/>
          </a:xfrm>
          <a:prstGeom prst="rect">
            <a:avLst/>
          </a:prstGeom>
        </p:spPr>
        <p:txBody>
          <a:bodyPr lIns="0" tIns="0" rIns="0" bIns="0" rtlCol="0" anchor="t">
            <a:spAutoFit/>
          </a:bodyPr>
          <a:lstStyle/>
          <a:p>
            <a:pPr algn="l">
              <a:lnSpc>
                <a:spcPts val="1800"/>
              </a:lnSpc>
            </a:pPr>
            <a:r>
              <a:rPr lang="en-US" sz="1500" spc="5">
                <a:solidFill>
                  <a:srgbClr val="7F7F7F"/>
                </a:solidFill>
                <a:latin typeface="Noto Sans Kr"/>
                <a:ea typeface="Noto Sans Kr"/>
                <a:cs typeface="Noto Sans Kr"/>
                <a:sym typeface="Noto Sans Kr"/>
              </a:rPr>
              <a:t>2D · 3D 렌더링</a:t>
            </a:r>
          </a:p>
        </p:txBody>
      </p:sp>
      <p:grpSp>
        <p:nvGrpSpPr>
          <p:cNvPr id="24" name="Group 24"/>
          <p:cNvGrpSpPr/>
          <p:nvPr/>
        </p:nvGrpSpPr>
        <p:grpSpPr>
          <a:xfrm>
            <a:off x="14255115" y="4393311"/>
            <a:ext cx="3173730" cy="1527810"/>
            <a:chOff x="0" y="0"/>
            <a:chExt cx="4231640" cy="2037080"/>
          </a:xfrm>
        </p:grpSpPr>
        <p:sp>
          <p:nvSpPr>
            <p:cNvPr id="25" name="Freeform 25"/>
            <p:cNvSpPr/>
            <p:nvPr/>
          </p:nvSpPr>
          <p:spPr>
            <a:xfrm>
              <a:off x="0" y="0"/>
              <a:ext cx="4231640" cy="2037080"/>
            </a:xfrm>
            <a:custGeom>
              <a:avLst/>
              <a:gdLst/>
              <a:ahLst/>
              <a:cxnLst/>
              <a:rect l="l" t="t" r="r" b="b"/>
              <a:pathLst>
                <a:path w="4231640" h="2037080">
                  <a:moveTo>
                    <a:pt x="0" y="148209"/>
                  </a:moveTo>
                  <a:cubicBezTo>
                    <a:pt x="0" y="66294"/>
                    <a:pt x="66294" y="0"/>
                    <a:pt x="148209" y="0"/>
                  </a:cubicBezTo>
                  <a:lnTo>
                    <a:pt x="4083431" y="0"/>
                  </a:lnTo>
                  <a:cubicBezTo>
                    <a:pt x="4165219" y="0"/>
                    <a:pt x="4231640" y="66294"/>
                    <a:pt x="4231640" y="148209"/>
                  </a:cubicBezTo>
                  <a:lnTo>
                    <a:pt x="4231640" y="1888871"/>
                  </a:lnTo>
                  <a:cubicBezTo>
                    <a:pt x="4231640" y="1970659"/>
                    <a:pt x="4165346" y="2037080"/>
                    <a:pt x="4083431" y="2037080"/>
                  </a:cubicBezTo>
                  <a:lnTo>
                    <a:pt x="148209" y="2037080"/>
                  </a:lnTo>
                  <a:cubicBezTo>
                    <a:pt x="66294" y="2037080"/>
                    <a:pt x="0" y="1970786"/>
                    <a:pt x="0" y="1888871"/>
                  </a:cubicBezTo>
                  <a:close/>
                </a:path>
              </a:pathLst>
            </a:custGeom>
            <a:solidFill>
              <a:srgbClr val="3C55CB"/>
            </a:solidFill>
            <a:ln w="19050" cap="sq">
              <a:solidFill>
                <a:srgbClr val="3C55CB"/>
              </a:solidFill>
              <a:prstDash val="solid"/>
              <a:miter/>
            </a:ln>
          </p:spPr>
          <p:txBody>
            <a:bodyPr/>
            <a:lstStyle/>
            <a:p>
              <a:endParaRPr/>
            </a:p>
          </p:txBody>
        </p:sp>
      </p:grpSp>
      <p:sp>
        <p:nvSpPr>
          <p:cNvPr id="26" name="TextBox 26"/>
          <p:cNvSpPr txBox="1"/>
          <p:nvPr/>
        </p:nvSpPr>
        <p:spPr>
          <a:xfrm>
            <a:off x="14511528" y="4567428"/>
            <a:ext cx="2743200" cy="495300"/>
          </a:xfrm>
          <a:prstGeom prst="rect">
            <a:avLst/>
          </a:prstGeom>
        </p:spPr>
        <p:txBody>
          <a:bodyPr lIns="0" tIns="0" rIns="0" bIns="0" rtlCol="0" anchor="t">
            <a:spAutoFit/>
          </a:bodyPr>
          <a:lstStyle/>
          <a:p>
            <a:pPr algn="l">
              <a:lnSpc>
                <a:spcPts val="3960"/>
              </a:lnSpc>
            </a:pPr>
            <a:r>
              <a:rPr lang="en-US" sz="3300" b="1" spc="12">
                <a:solidFill>
                  <a:srgbClr val="D6DDF8"/>
                </a:solidFill>
                <a:latin typeface="Noto Sans Kr Bold"/>
                <a:ea typeface="Noto Sans Kr Bold"/>
                <a:cs typeface="Noto Sans Kr Bold"/>
                <a:sym typeface="Noto Sans Kr Bold"/>
              </a:rPr>
              <a:t>≤ 1초</a:t>
            </a:r>
          </a:p>
        </p:txBody>
      </p:sp>
      <p:sp>
        <p:nvSpPr>
          <p:cNvPr id="27" name="TextBox 27"/>
          <p:cNvSpPr txBox="1"/>
          <p:nvPr/>
        </p:nvSpPr>
        <p:spPr>
          <a:xfrm>
            <a:off x="14511528" y="5308092"/>
            <a:ext cx="2743200" cy="228600"/>
          </a:xfrm>
          <a:prstGeom prst="rect">
            <a:avLst/>
          </a:prstGeom>
        </p:spPr>
        <p:txBody>
          <a:bodyPr lIns="0" tIns="0" rIns="0" bIns="0" rtlCol="0" anchor="t">
            <a:spAutoFit/>
          </a:bodyPr>
          <a:lstStyle/>
          <a:p>
            <a:pPr algn="l">
              <a:lnSpc>
                <a:spcPts val="1800"/>
              </a:lnSpc>
            </a:pPr>
            <a:r>
              <a:rPr lang="en-US" sz="1500" spc="5">
                <a:solidFill>
                  <a:srgbClr val="E4E8FB"/>
                </a:solidFill>
                <a:latin typeface="Noto Sans Kr"/>
                <a:ea typeface="Noto Sans Kr"/>
                <a:cs typeface="Noto Sans Kr"/>
                <a:sym typeface="Noto Sans Kr"/>
              </a:rPr>
              <a:t>2D → 3D 전환</a:t>
            </a:r>
          </a:p>
        </p:txBody>
      </p:sp>
      <p:grpSp>
        <p:nvGrpSpPr>
          <p:cNvPr id="28" name="Group 28"/>
          <p:cNvGrpSpPr/>
          <p:nvPr/>
        </p:nvGrpSpPr>
        <p:grpSpPr>
          <a:xfrm>
            <a:off x="10963275" y="6080379"/>
            <a:ext cx="3173730" cy="1527810"/>
            <a:chOff x="0" y="0"/>
            <a:chExt cx="4231640" cy="2037080"/>
          </a:xfrm>
        </p:grpSpPr>
        <p:sp>
          <p:nvSpPr>
            <p:cNvPr id="29" name="Freeform 29"/>
            <p:cNvSpPr/>
            <p:nvPr/>
          </p:nvSpPr>
          <p:spPr>
            <a:xfrm>
              <a:off x="0" y="0"/>
              <a:ext cx="4231640" cy="2037080"/>
            </a:xfrm>
            <a:custGeom>
              <a:avLst/>
              <a:gdLst/>
              <a:ahLst/>
              <a:cxnLst/>
              <a:rect l="l" t="t" r="r" b="b"/>
              <a:pathLst>
                <a:path w="4231640" h="2037080">
                  <a:moveTo>
                    <a:pt x="0" y="148209"/>
                  </a:moveTo>
                  <a:cubicBezTo>
                    <a:pt x="0" y="66294"/>
                    <a:pt x="66294" y="0"/>
                    <a:pt x="148209" y="0"/>
                  </a:cubicBezTo>
                  <a:lnTo>
                    <a:pt x="4083431" y="0"/>
                  </a:lnTo>
                  <a:cubicBezTo>
                    <a:pt x="4165219" y="0"/>
                    <a:pt x="4231640" y="66294"/>
                    <a:pt x="4231640" y="148209"/>
                  </a:cubicBezTo>
                  <a:lnTo>
                    <a:pt x="4231640" y="1888871"/>
                  </a:lnTo>
                  <a:cubicBezTo>
                    <a:pt x="4231640" y="1970659"/>
                    <a:pt x="4165346" y="2037080"/>
                    <a:pt x="4083431" y="2037080"/>
                  </a:cubicBezTo>
                  <a:lnTo>
                    <a:pt x="148209" y="2037080"/>
                  </a:lnTo>
                  <a:cubicBezTo>
                    <a:pt x="66294" y="2037080"/>
                    <a:pt x="0" y="1970786"/>
                    <a:pt x="0" y="1888871"/>
                  </a:cubicBezTo>
                  <a:close/>
                </a:path>
              </a:pathLst>
            </a:custGeom>
            <a:solidFill>
              <a:srgbClr val="FFFFFF"/>
            </a:solidFill>
            <a:ln w="19050" cap="sq">
              <a:solidFill>
                <a:srgbClr val="ECEEF3"/>
              </a:solidFill>
              <a:prstDash val="solid"/>
              <a:miter/>
            </a:ln>
            <a:effectLst>
              <a:outerShdw blurRad="228600" dist="38100" dir="5400000" algn="t" rotWithShape="0">
                <a:srgbClr val="1F2A5A">
                  <a:alpha val="11000"/>
                </a:srgbClr>
              </a:outerShdw>
            </a:effectLst>
          </p:spPr>
          <p:txBody>
            <a:bodyPr/>
            <a:lstStyle/>
            <a:p>
              <a:endParaRPr/>
            </a:p>
          </p:txBody>
        </p:sp>
      </p:grpSp>
      <p:sp>
        <p:nvSpPr>
          <p:cNvPr id="30" name="TextBox 30"/>
          <p:cNvSpPr txBox="1"/>
          <p:nvPr/>
        </p:nvSpPr>
        <p:spPr>
          <a:xfrm>
            <a:off x="11219688" y="6254496"/>
            <a:ext cx="2743200" cy="495300"/>
          </a:xfrm>
          <a:prstGeom prst="rect">
            <a:avLst/>
          </a:prstGeom>
        </p:spPr>
        <p:txBody>
          <a:bodyPr lIns="0" tIns="0" rIns="0" bIns="0" rtlCol="0" anchor="t">
            <a:spAutoFit/>
          </a:bodyPr>
          <a:lstStyle/>
          <a:p>
            <a:pPr algn="l">
              <a:lnSpc>
                <a:spcPts val="3960"/>
              </a:lnSpc>
            </a:pPr>
            <a:r>
              <a:rPr lang="en-US" sz="3300" b="1" spc="12">
                <a:solidFill>
                  <a:srgbClr val="333333"/>
                </a:solidFill>
                <a:latin typeface="Noto Sans Kr Bold"/>
                <a:ea typeface="Noto Sans Kr Bold"/>
                <a:cs typeface="Noto Sans Kr Bold"/>
                <a:sym typeface="Noto Sans Kr Bold"/>
              </a:rPr>
              <a:t>0건</a:t>
            </a:r>
          </a:p>
        </p:txBody>
      </p:sp>
      <p:sp>
        <p:nvSpPr>
          <p:cNvPr id="31" name="TextBox 31"/>
          <p:cNvSpPr txBox="1"/>
          <p:nvPr/>
        </p:nvSpPr>
        <p:spPr>
          <a:xfrm>
            <a:off x="11219688" y="6995160"/>
            <a:ext cx="2743200" cy="228600"/>
          </a:xfrm>
          <a:prstGeom prst="rect">
            <a:avLst/>
          </a:prstGeom>
        </p:spPr>
        <p:txBody>
          <a:bodyPr lIns="0" tIns="0" rIns="0" bIns="0" rtlCol="0" anchor="t">
            <a:spAutoFit/>
          </a:bodyPr>
          <a:lstStyle/>
          <a:p>
            <a:pPr algn="l">
              <a:lnSpc>
                <a:spcPts val="1800"/>
              </a:lnSpc>
            </a:pPr>
            <a:r>
              <a:rPr lang="en-US" sz="1500" spc="5">
                <a:solidFill>
                  <a:srgbClr val="7F7F7F"/>
                </a:solidFill>
                <a:latin typeface="Noto Sans Kr"/>
                <a:ea typeface="Noto Sans Kr"/>
                <a:cs typeface="Noto Sans Kr"/>
                <a:sym typeface="Noto Sans Kr"/>
              </a:rPr>
              <a:t>동시 지정 중복 배정 (50회)</a:t>
            </a:r>
          </a:p>
        </p:txBody>
      </p:sp>
      <p:grpSp>
        <p:nvGrpSpPr>
          <p:cNvPr id="32" name="Group 32"/>
          <p:cNvGrpSpPr/>
          <p:nvPr/>
        </p:nvGrpSpPr>
        <p:grpSpPr>
          <a:xfrm>
            <a:off x="14255115" y="6080379"/>
            <a:ext cx="3173730" cy="1527810"/>
            <a:chOff x="0" y="0"/>
            <a:chExt cx="4231640" cy="2037080"/>
          </a:xfrm>
        </p:grpSpPr>
        <p:sp>
          <p:nvSpPr>
            <p:cNvPr id="33" name="Freeform 33"/>
            <p:cNvSpPr/>
            <p:nvPr/>
          </p:nvSpPr>
          <p:spPr>
            <a:xfrm>
              <a:off x="0" y="0"/>
              <a:ext cx="4231640" cy="2037080"/>
            </a:xfrm>
            <a:custGeom>
              <a:avLst/>
              <a:gdLst/>
              <a:ahLst/>
              <a:cxnLst/>
              <a:rect l="l" t="t" r="r" b="b"/>
              <a:pathLst>
                <a:path w="4231640" h="2037080">
                  <a:moveTo>
                    <a:pt x="0" y="148209"/>
                  </a:moveTo>
                  <a:cubicBezTo>
                    <a:pt x="0" y="66294"/>
                    <a:pt x="66294" y="0"/>
                    <a:pt x="148209" y="0"/>
                  </a:cubicBezTo>
                  <a:lnTo>
                    <a:pt x="4083431" y="0"/>
                  </a:lnTo>
                  <a:cubicBezTo>
                    <a:pt x="4165219" y="0"/>
                    <a:pt x="4231640" y="66294"/>
                    <a:pt x="4231640" y="148209"/>
                  </a:cubicBezTo>
                  <a:lnTo>
                    <a:pt x="4231640" y="1888871"/>
                  </a:lnTo>
                  <a:cubicBezTo>
                    <a:pt x="4231640" y="1970659"/>
                    <a:pt x="4165346" y="2037080"/>
                    <a:pt x="4083431" y="2037080"/>
                  </a:cubicBezTo>
                  <a:lnTo>
                    <a:pt x="148209" y="2037080"/>
                  </a:lnTo>
                  <a:cubicBezTo>
                    <a:pt x="66294" y="2037080"/>
                    <a:pt x="0" y="1970786"/>
                    <a:pt x="0" y="1888871"/>
                  </a:cubicBezTo>
                  <a:close/>
                </a:path>
              </a:pathLst>
            </a:custGeom>
            <a:solidFill>
              <a:srgbClr val="FFFFFF"/>
            </a:solidFill>
            <a:ln w="19050" cap="sq">
              <a:solidFill>
                <a:srgbClr val="ECEEF3"/>
              </a:solidFill>
              <a:prstDash val="solid"/>
              <a:miter/>
            </a:ln>
            <a:effectLst>
              <a:outerShdw blurRad="228600" dist="38100" dir="5400000" algn="t" rotWithShape="0">
                <a:srgbClr val="1F2A5A">
                  <a:alpha val="11000"/>
                </a:srgbClr>
              </a:outerShdw>
            </a:effectLst>
          </p:spPr>
          <p:txBody>
            <a:bodyPr/>
            <a:lstStyle/>
            <a:p>
              <a:endParaRPr/>
            </a:p>
          </p:txBody>
        </p:sp>
      </p:grpSp>
      <p:sp>
        <p:nvSpPr>
          <p:cNvPr id="34" name="TextBox 34"/>
          <p:cNvSpPr txBox="1"/>
          <p:nvPr/>
        </p:nvSpPr>
        <p:spPr>
          <a:xfrm>
            <a:off x="14511528" y="6254496"/>
            <a:ext cx="2743200" cy="495300"/>
          </a:xfrm>
          <a:prstGeom prst="rect">
            <a:avLst/>
          </a:prstGeom>
        </p:spPr>
        <p:txBody>
          <a:bodyPr lIns="0" tIns="0" rIns="0" bIns="0" rtlCol="0" anchor="t">
            <a:spAutoFit/>
          </a:bodyPr>
          <a:lstStyle/>
          <a:p>
            <a:pPr algn="l">
              <a:lnSpc>
                <a:spcPts val="3960"/>
              </a:lnSpc>
            </a:pPr>
            <a:r>
              <a:rPr lang="en-US" sz="3300" b="1" spc="12">
                <a:solidFill>
                  <a:srgbClr val="333333"/>
                </a:solidFill>
                <a:latin typeface="Noto Sans Kr Bold"/>
                <a:ea typeface="Noto Sans Kr Bold"/>
                <a:cs typeface="Noto Sans Kr Bold"/>
                <a:sym typeface="Noto Sans Kr Bold"/>
              </a:rPr>
              <a:t>≥ 80%</a:t>
            </a:r>
          </a:p>
        </p:txBody>
      </p:sp>
      <p:sp>
        <p:nvSpPr>
          <p:cNvPr id="35" name="TextBox 35"/>
          <p:cNvSpPr txBox="1"/>
          <p:nvPr/>
        </p:nvSpPr>
        <p:spPr>
          <a:xfrm>
            <a:off x="14511528" y="6995160"/>
            <a:ext cx="2743200" cy="228600"/>
          </a:xfrm>
          <a:prstGeom prst="rect">
            <a:avLst/>
          </a:prstGeom>
        </p:spPr>
        <p:txBody>
          <a:bodyPr lIns="0" tIns="0" rIns="0" bIns="0" rtlCol="0" anchor="t">
            <a:spAutoFit/>
          </a:bodyPr>
          <a:lstStyle/>
          <a:p>
            <a:pPr algn="l">
              <a:lnSpc>
                <a:spcPts val="1800"/>
              </a:lnSpc>
            </a:pPr>
            <a:r>
              <a:rPr lang="en-US" sz="1500" spc="5">
                <a:solidFill>
                  <a:srgbClr val="7F7F7F"/>
                </a:solidFill>
                <a:latin typeface="Noto Sans Kr"/>
                <a:ea typeface="Noto Sans Kr"/>
                <a:cs typeface="Noto Sans Kr"/>
                <a:sym typeface="Noto Sans Kr"/>
              </a:rPr>
              <a:t>이탈 · 졸음 · 전자기기 감지</a:t>
            </a:r>
          </a:p>
        </p:txBody>
      </p:sp>
      <p:grpSp>
        <p:nvGrpSpPr>
          <p:cNvPr id="36" name="Group 36"/>
          <p:cNvGrpSpPr/>
          <p:nvPr/>
        </p:nvGrpSpPr>
        <p:grpSpPr>
          <a:xfrm>
            <a:off x="10963275" y="7767447"/>
            <a:ext cx="3173730" cy="1527810"/>
            <a:chOff x="0" y="0"/>
            <a:chExt cx="4231640" cy="2037080"/>
          </a:xfrm>
        </p:grpSpPr>
        <p:sp>
          <p:nvSpPr>
            <p:cNvPr id="37" name="Freeform 37"/>
            <p:cNvSpPr/>
            <p:nvPr/>
          </p:nvSpPr>
          <p:spPr>
            <a:xfrm>
              <a:off x="0" y="0"/>
              <a:ext cx="4231640" cy="2037080"/>
            </a:xfrm>
            <a:custGeom>
              <a:avLst/>
              <a:gdLst/>
              <a:ahLst/>
              <a:cxnLst/>
              <a:rect l="l" t="t" r="r" b="b"/>
              <a:pathLst>
                <a:path w="4231640" h="2037080">
                  <a:moveTo>
                    <a:pt x="0" y="148209"/>
                  </a:moveTo>
                  <a:cubicBezTo>
                    <a:pt x="0" y="66294"/>
                    <a:pt x="66294" y="0"/>
                    <a:pt x="148209" y="0"/>
                  </a:cubicBezTo>
                  <a:lnTo>
                    <a:pt x="4083431" y="0"/>
                  </a:lnTo>
                  <a:cubicBezTo>
                    <a:pt x="4165219" y="0"/>
                    <a:pt x="4231640" y="66294"/>
                    <a:pt x="4231640" y="148209"/>
                  </a:cubicBezTo>
                  <a:lnTo>
                    <a:pt x="4231640" y="1888871"/>
                  </a:lnTo>
                  <a:cubicBezTo>
                    <a:pt x="4231640" y="1970659"/>
                    <a:pt x="4165346" y="2037080"/>
                    <a:pt x="4083431" y="2037080"/>
                  </a:cubicBezTo>
                  <a:lnTo>
                    <a:pt x="148209" y="2037080"/>
                  </a:lnTo>
                  <a:cubicBezTo>
                    <a:pt x="66294" y="2037080"/>
                    <a:pt x="0" y="1970786"/>
                    <a:pt x="0" y="1888871"/>
                  </a:cubicBezTo>
                  <a:close/>
                </a:path>
              </a:pathLst>
            </a:custGeom>
            <a:solidFill>
              <a:srgbClr val="3C55CB"/>
            </a:solidFill>
            <a:ln w="19050" cap="sq">
              <a:solidFill>
                <a:srgbClr val="3C55CB"/>
              </a:solidFill>
              <a:prstDash val="solid"/>
              <a:miter/>
            </a:ln>
          </p:spPr>
          <p:txBody>
            <a:bodyPr/>
            <a:lstStyle/>
            <a:p>
              <a:endParaRPr/>
            </a:p>
          </p:txBody>
        </p:sp>
      </p:grpSp>
      <p:sp>
        <p:nvSpPr>
          <p:cNvPr id="38" name="TextBox 38"/>
          <p:cNvSpPr txBox="1"/>
          <p:nvPr/>
        </p:nvSpPr>
        <p:spPr>
          <a:xfrm>
            <a:off x="11219688" y="7941564"/>
            <a:ext cx="2743200" cy="495300"/>
          </a:xfrm>
          <a:prstGeom prst="rect">
            <a:avLst/>
          </a:prstGeom>
        </p:spPr>
        <p:txBody>
          <a:bodyPr lIns="0" tIns="0" rIns="0" bIns="0" rtlCol="0" anchor="t">
            <a:spAutoFit/>
          </a:bodyPr>
          <a:lstStyle/>
          <a:p>
            <a:pPr algn="l">
              <a:lnSpc>
                <a:spcPts val="3960"/>
              </a:lnSpc>
            </a:pPr>
            <a:r>
              <a:rPr lang="en-US" sz="3300" b="1" spc="12">
                <a:solidFill>
                  <a:srgbClr val="D6DDF8"/>
                </a:solidFill>
                <a:latin typeface="Noto Sans Kr Bold"/>
                <a:ea typeface="Noto Sans Kr Bold"/>
                <a:cs typeface="Noto Sans Kr Bold"/>
                <a:sym typeface="Noto Sans Kr Bold"/>
              </a:rPr>
              <a:t>≤ 10%</a:t>
            </a:r>
          </a:p>
        </p:txBody>
      </p:sp>
      <p:sp>
        <p:nvSpPr>
          <p:cNvPr id="39" name="TextBox 39"/>
          <p:cNvSpPr txBox="1"/>
          <p:nvPr/>
        </p:nvSpPr>
        <p:spPr>
          <a:xfrm>
            <a:off x="11219688" y="8682228"/>
            <a:ext cx="2743200" cy="228600"/>
          </a:xfrm>
          <a:prstGeom prst="rect">
            <a:avLst/>
          </a:prstGeom>
        </p:spPr>
        <p:txBody>
          <a:bodyPr lIns="0" tIns="0" rIns="0" bIns="0" rtlCol="0" anchor="t">
            <a:spAutoFit/>
          </a:bodyPr>
          <a:lstStyle/>
          <a:p>
            <a:pPr algn="l">
              <a:lnSpc>
                <a:spcPts val="1800"/>
              </a:lnSpc>
            </a:pPr>
            <a:r>
              <a:rPr lang="en-US" sz="1500" spc="5">
                <a:solidFill>
                  <a:srgbClr val="E4E8FB"/>
                </a:solidFill>
                <a:latin typeface="Noto Sans Kr"/>
                <a:ea typeface="Noto Sans Kr"/>
                <a:cs typeface="Noto Sans Kr"/>
                <a:sym typeface="Noto Sans Kr"/>
              </a:rPr>
              <a:t>필기 중 오판율</a:t>
            </a:r>
          </a:p>
        </p:txBody>
      </p:sp>
      <p:grpSp>
        <p:nvGrpSpPr>
          <p:cNvPr id="40" name="Group 40"/>
          <p:cNvGrpSpPr/>
          <p:nvPr/>
        </p:nvGrpSpPr>
        <p:grpSpPr>
          <a:xfrm>
            <a:off x="14255115" y="7767447"/>
            <a:ext cx="3173730" cy="1527810"/>
            <a:chOff x="0" y="0"/>
            <a:chExt cx="4231640" cy="2037080"/>
          </a:xfrm>
        </p:grpSpPr>
        <p:sp>
          <p:nvSpPr>
            <p:cNvPr id="41" name="Freeform 41"/>
            <p:cNvSpPr/>
            <p:nvPr/>
          </p:nvSpPr>
          <p:spPr>
            <a:xfrm>
              <a:off x="0" y="0"/>
              <a:ext cx="4231640" cy="2037080"/>
            </a:xfrm>
            <a:custGeom>
              <a:avLst/>
              <a:gdLst/>
              <a:ahLst/>
              <a:cxnLst/>
              <a:rect l="l" t="t" r="r" b="b"/>
              <a:pathLst>
                <a:path w="4231640" h="2037080">
                  <a:moveTo>
                    <a:pt x="0" y="148209"/>
                  </a:moveTo>
                  <a:cubicBezTo>
                    <a:pt x="0" y="66294"/>
                    <a:pt x="66294" y="0"/>
                    <a:pt x="148209" y="0"/>
                  </a:cubicBezTo>
                  <a:lnTo>
                    <a:pt x="4083431" y="0"/>
                  </a:lnTo>
                  <a:cubicBezTo>
                    <a:pt x="4165219" y="0"/>
                    <a:pt x="4231640" y="66294"/>
                    <a:pt x="4231640" y="148209"/>
                  </a:cubicBezTo>
                  <a:lnTo>
                    <a:pt x="4231640" y="1888871"/>
                  </a:lnTo>
                  <a:cubicBezTo>
                    <a:pt x="4231640" y="1970659"/>
                    <a:pt x="4165346" y="2037080"/>
                    <a:pt x="4083431" y="2037080"/>
                  </a:cubicBezTo>
                  <a:lnTo>
                    <a:pt x="148209" y="2037080"/>
                  </a:lnTo>
                  <a:cubicBezTo>
                    <a:pt x="66294" y="2037080"/>
                    <a:pt x="0" y="1970786"/>
                    <a:pt x="0" y="1888871"/>
                  </a:cubicBezTo>
                  <a:close/>
                </a:path>
              </a:pathLst>
            </a:custGeom>
            <a:solidFill>
              <a:srgbClr val="FFFFFF"/>
            </a:solidFill>
            <a:ln w="19050" cap="sq">
              <a:solidFill>
                <a:srgbClr val="ECEEF3"/>
              </a:solidFill>
              <a:prstDash val="solid"/>
              <a:miter/>
            </a:ln>
            <a:effectLst>
              <a:outerShdw blurRad="228600" dist="38100" dir="5400000" algn="t" rotWithShape="0">
                <a:srgbClr val="1F2A5A">
                  <a:alpha val="11000"/>
                </a:srgbClr>
              </a:outerShdw>
            </a:effectLst>
          </p:spPr>
          <p:txBody>
            <a:bodyPr/>
            <a:lstStyle/>
            <a:p>
              <a:endParaRPr/>
            </a:p>
          </p:txBody>
        </p:sp>
      </p:grpSp>
      <p:sp>
        <p:nvSpPr>
          <p:cNvPr id="42" name="TextBox 42"/>
          <p:cNvSpPr txBox="1"/>
          <p:nvPr/>
        </p:nvSpPr>
        <p:spPr>
          <a:xfrm>
            <a:off x="14511528" y="7941564"/>
            <a:ext cx="2743200" cy="495300"/>
          </a:xfrm>
          <a:prstGeom prst="rect">
            <a:avLst/>
          </a:prstGeom>
        </p:spPr>
        <p:txBody>
          <a:bodyPr lIns="0" tIns="0" rIns="0" bIns="0" rtlCol="0" anchor="t">
            <a:spAutoFit/>
          </a:bodyPr>
          <a:lstStyle/>
          <a:p>
            <a:pPr algn="l">
              <a:lnSpc>
                <a:spcPts val="3960"/>
              </a:lnSpc>
            </a:pPr>
            <a:r>
              <a:rPr lang="en-US" sz="3300" b="1" spc="12">
                <a:solidFill>
                  <a:srgbClr val="333333"/>
                </a:solidFill>
                <a:latin typeface="Noto Sans Kr Bold"/>
                <a:ea typeface="Noto Sans Kr Bold"/>
                <a:cs typeface="Noto Sans Kr Bold"/>
                <a:sym typeface="Noto Sans Kr Bold"/>
              </a:rPr>
              <a:t>±10%</a:t>
            </a:r>
          </a:p>
        </p:txBody>
      </p:sp>
      <p:sp>
        <p:nvSpPr>
          <p:cNvPr id="43" name="TextBox 43"/>
          <p:cNvSpPr txBox="1"/>
          <p:nvPr/>
        </p:nvSpPr>
        <p:spPr>
          <a:xfrm>
            <a:off x="14511528" y="8682228"/>
            <a:ext cx="2743200" cy="228600"/>
          </a:xfrm>
          <a:prstGeom prst="rect">
            <a:avLst/>
          </a:prstGeom>
        </p:spPr>
        <p:txBody>
          <a:bodyPr lIns="0" tIns="0" rIns="0" bIns="0" rtlCol="0" anchor="t">
            <a:spAutoFit/>
          </a:bodyPr>
          <a:lstStyle/>
          <a:p>
            <a:pPr algn="l">
              <a:lnSpc>
                <a:spcPts val="1800"/>
              </a:lnSpc>
            </a:pPr>
            <a:r>
              <a:rPr lang="en-US" sz="1500" spc="5">
                <a:solidFill>
                  <a:srgbClr val="7F7F7F"/>
                </a:solidFill>
                <a:latin typeface="Noto Sans Kr"/>
                <a:ea typeface="Noto Sans Kr"/>
                <a:cs typeface="Noto Sans Kr"/>
                <a:sym typeface="Noto Sans Kr"/>
              </a:rPr>
              <a:t>공부 시간 기록 오차</a:t>
            </a:r>
          </a:p>
        </p:txBody>
      </p:sp>
      <p:sp>
        <p:nvSpPr>
          <p:cNvPr id="44" name="TextBox 2">
            <a:extLst>
              <a:ext uri="{FF2B5EF4-FFF2-40B4-BE49-F238E27FC236}">
                <a16:creationId xmlns:a16="http://schemas.microsoft.com/office/drawing/2014/main" id="{83124490-3113-B787-EE5E-CDF22C4271D3}"/>
              </a:ext>
            </a:extLst>
          </p:cNvPr>
          <p:cNvSpPr txBox="1"/>
          <p:nvPr/>
        </p:nvSpPr>
        <p:spPr>
          <a:xfrm>
            <a:off x="822960" y="548640"/>
            <a:ext cx="10972800" cy="266676"/>
          </a:xfrm>
          <a:prstGeom prst="rect">
            <a:avLst/>
          </a:prstGeom>
        </p:spPr>
        <p:txBody>
          <a:bodyPr lIns="0" tIns="0" rIns="0" bIns="0" rtlCol="0" anchor="t">
            <a:spAutoFit/>
          </a:bodyPr>
          <a:lstStyle/>
          <a:p>
            <a:pPr>
              <a:lnSpc>
                <a:spcPts val="2160"/>
              </a:lnSpc>
            </a:pPr>
            <a:r>
              <a:rPr lang="en-US" altLang="ko-KR" spc="8" dirty="0">
                <a:solidFill>
                  <a:schemeClr val="bg1">
                    <a:lumMod val="50000"/>
                  </a:schemeClr>
                </a:solidFill>
                <a:latin typeface="Noto Sans Kr Bold"/>
                <a:ea typeface="Noto Sans Kr Bold"/>
                <a:cs typeface="Noto Sans Kr Bold"/>
                <a:sym typeface="Noto Sans Kr Bold"/>
              </a:rPr>
              <a:t>2026-2 </a:t>
            </a:r>
            <a:r>
              <a:rPr lang="en-US" altLang="ko-KR" spc="8" dirty="0" err="1">
                <a:solidFill>
                  <a:schemeClr val="bg1">
                    <a:lumMod val="50000"/>
                  </a:schemeClr>
                </a:solidFill>
                <a:latin typeface="Noto Sans Kr Bold"/>
                <a:ea typeface="Noto Sans Kr Bold"/>
                <a:cs typeface="Noto Sans Kr Bold"/>
                <a:sym typeface="Noto Sans Kr Bold"/>
              </a:rPr>
              <a:t>융합캡스톤디자인</a:t>
            </a:r>
            <a:r>
              <a:rPr lang="en-US" altLang="ko-KR" spc="8" dirty="0">
                <a:solidFill>
                  <a:schemeClr val="bg1">
                    <a:lumMod val="50000"/>
                  </a:schemeClr>
                </a:solidFill>
                <a:latin typeface="Noto Sans Kr Bold"/>
                <a:ea typeface="Noto Sans Kr Bold"/>
                <a:cs typeface="Noto Sans Kr Bold"/>
                <a:sym typeface="Noto Sans Kr Bold"/>
              </a:rPr>
              <a:t> </a:t>
            </a:r>
            <a:r>
              <a:rPr lang="en-US" altLang="ko-KR" spc="8" dirty="0" err="1">
                <a:solidFill>
                  <a:schemeClr val="bg1">
                    <a:lumMod val="50000"/>
                  </a:schemeClr>
                </a:solidFill>
                <a:latin typeface="Noto Sans Kr Bold"/>
                <a:ea typeface="Noto Sans Kr Bold"/>
                <a:cs typeface="Noto Sans Kr Bold"/>
                <a:sym typeface="Noto Sans Kr Bold"/>
              </a:rPr>
              <a:t>제안발표</a:t>
            </a:r>
            <a:endParaRPr lang="en-US" sz="1800" spc="6" dirty="0">
              <a:solidFill>
                <a:schemeClr val="bg1">
                  <a:lumMod val="50000"/>
                </a:schemeClr>
              </a:solidFill>
              <a:latin typeface="Noto Sans Kr Bold"/>
              <a:ea typeface="Noto Sans Kr Bold"/>
              <a:cs typeface="Noto Sans Kr Bold"/>
              <a:sym typeface="Noto Sans Kr Bold"/>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TextBox 3"/>
          <p:cNvSpPr txBox="1"/>
          <p:nvPr/>
        </p:nvSpPr>
        <p:spPr>
          <a:xfrm>
            <a:off x="822960" y="987552"/>
            <a:ext cx="16596360" cy="638175"/>
          </a:xfrm>
          <a:prstGeom prst="rect">
            <a:avLst/>
          </a:prstGeom>
        </p:spPr>
        <p:txBody>
          <a:bodyPr lIns="0" tIns="0" rIns="0" bIns="0" rtlCol="0" anchor="t">
            <a:spAutoFit/>
          </a:bodyPr>
          <a:lstStyle/>
          <a:p>
            <a:pPr algn="l">
              <a:lnSpc>
                <a:spcPts val="5040"/>
              </a:lnSpc>
            </a:pPr>
            <a:r>
              <a:rPr lang="en-US" altLang="ko-KR" sz="4200" b="1" spc="16" dirty="0">
                <a:solidFill>
                  <a:srgbClr val="3C55CB"/>
                </a:solidFill>
                <a:latin typeface="Noto Sans Kr Bold"/>
                <a:ea typeface="Noto Sans Kr Bold"/>
                <a:cs typeface="Noto Sans Kr Bold"/>
                <a:sym typeface="Noto Sans Kr Bold"/>
              </a:rPr>
              <a:t>09</a:t>
            </a:r>
            <a:r>
              <a:rPr lang="ko-KR" altLang="en-US" sz="4200" b="1" spc="16" dirty="0">
                <a:solidFill>
                  <a:srgbClr val="333333"/>
                </a:solidFill>
                <a:latin typeface="Noto Sans Kr Bold"/>
                <a:ea typeface="Noto Sans Kr Bold"/>
                <a:cs typeface="Noto Sans Kr Bold"/>
                <a:sym typeface="Noto Sans Kr Bold"/>
              </a:rPr>
              <a:t> 예상 결과 및 기대효과</a:t>
            </a:r>
            <a:endParaRPr lang="en-US" sz="4200" b="1" spc="16" dirty="0">
              <a:solidFill>
                <a:srgbClr val="333333"/>
              </a:solidFill>
              <a:latin typeface="Noto Sans Kr Bold"/>
              <a:ea typeface="Noto Sans Kr Bold"/>
              <a:cs typeface="Noto Sans Kr Bold"/>
              <a:sym typeface="Noto Sans Kr Bold"/>
            </a:endParaRPr>
          </a:p>
        </p:txBody>
      </p:sp>
      <p:sp>
        <p:nvSpPr>
          <p:cNvPr id="5025" name="Title Rule"/>
          <p:cNvSpPr/>
          <p:nvPr/>
        </p:nvSpPr>
        <p:spPr>
          <a:xfrm>
            <a:off x="822960" y="1719072"/>
            <a:ext cx="16642080" cy="12700"/>
          </a:xfrm>
          <a:prstGeom prst="rect">
            <a:avLst/>
          </a:prstGeom>
          <a:solidFill>
            <a:srgbClr val="D4D6DC"/>
          </a:solidFill>
          <a:ln>
            <a:noFill/>
          </a:ln>
        </p:spPr>
        <p:txBody>
          <a:bodyPr/>
          <a:lstStyle/>
          <a:p>
            <a:endParaRPr lang="ko-KR"/>
          </a:p>
        </p:txBody>
      </p:sp>
      <p:sp>
        <p:nvSpPr>
          <p:cNvPr id="5024" name="Title Accent"/>
          <p:cNvSpPr/>
          <p:nvPr/>
        </p:nvSpPr>
        <p:spPr>
          <a:xfrm>
            <a:off x="802960" y="1707072"/>
            <a:ext cx="676656" cy="59436"/>
          </a:xfrm>
          <a:prstGeom prst="roundRect">
            <a:avLst>
              <a:gd name="adj" fmla="val 50000"/>
            </a:avLst>
          </a:prstGeom>
          <a:solidFill>
            <a:srgbClr val="3C55CB"/>
          </a:solidFill>
          <a:ln>
            <a:noFill/>
          </a:ln>
        </p:spPr>
        <p:txBody>
          <a:bodyPr/>
          <a:lstStyle/>
          <a:p>
            <a:endParaRPr lang="ko-KR"/>
          </a:p>
        </p:txBody>
      </p:sp>
      <p:grpSp>
        <p:nvGrpSpPr>
          <p:cNvPr id="4" name="Group 4"/>
          <p:cNvGrpSpPr/>
          <p:nvPr/>
        </p:nvGrpSpPr>
        <p:grpSpPr>
          <a:xfrm>
            <a:off x="813435" y="2322195"/>
            <a:ext cx="5299710" cy="4682490"/>
            <a:chOff x="0" y="0"/>
            <a:chExt cx="7066280" cy="6243320"/>
          </a:xfrm>
        </p:grpSpPr>
        <p:sp>
          <p:nvSpPr>
            <p:cNvPr id="5" name="Freeform 5"/>
            <p:cNvSpPr/>
            <p:nvPr/>
          </p:nvSpPr>
          <p:spPr>
            <a:xfrm>
              <a:off x="0" y="0"/>
              <a:ext cx="7066280" cy="6243320"/>
            </a:xfrm>
            <a:custGeom>
              <a:avLst/>
              <a:gdLst/>
              <a:ahLst/>
              <a:cxnLst/>
              <a:rect l="l" t="t" r="r" b="b"/>
              <a:pathLst>
                <a:path w="7066280" h="6243320">
                  <a:moveTo>
                    <a:pt x="0" y="146939"/>
                  </a:moveTo>
                  <a:cubicBezTo>
                    <a:pt x="0" y="65786"/>
                    <a:pt x="65786" y="0"/>
                    <a:pt x="146939" y="0"/>
                  </a:cubicBezTo>
                  <a:lnTo>
                    <a:pt x="6919341" y="0"/>
                  </a:lnTo>
                  <a:cubicBezTo>
                    <a:pt x="7000494" y="0"/>
                    <a:pt x="7066280" y="65786"/>
                    <a:pt x="7066280" y="146939"/>
                  </a:cubicBezTo>
                  <a:lnTo>
                    <a:pt x="7066280" y="6096381"/>
                  </a:lnTo>
                  <a:cubicBezTo>
                    <a:pt x="7066280" y="6177534"/>
                    <a:pt x="7000494" y="6243320"/>
                    <a:pt x="6919341" y="6243320"/>
                  </a:cubicBezTo>
                  <a:lnTo>
                    <a:pt x="146939" y="6243320"/>
                  </a:lnTo>
                  <a:cubicBezTo>
                    <a:pt x="65786" y="6243320"/>
                    <a:pt x="0" y="6177534"/>
                    <a:pt x="0" y="6096381"/>
                  </a:cubicBezTo>
                  <a:close/>
                </a:path>
              </a:pathLst>
            </a:custGeom>
            <a:solidFill>
              <a:srgbClr val="FFFFFF"/>
            </a:solidFill>
            <a:ln w="19050" cap="sq">
              <a:solidFill>
                <a:srgbClr val="ECEEF3"/>
              </a:solidFill>
              <a:prstDash val="solid"/>
              <a:miter/>
            </a:ln>
            <a:effectLst>
              <a:outerShdw blurRad="228600" dist="38100" dir="5400000" algn="t" rotWithShape="0">
                <a:srgbClr val="1F2A5A">
                  <a:alpha val="11000"/>
                </a:srgbClr>
              </a:outerShdw>
            </a:effectLst>
          </p:spPr>
          <p:txBody>
            <a:bodyPr/>
            <a:lstStyle/>
            <a:p>
              <a:endParaRPr/>
            </a:p>
          </p:txBody>
        </p:sp>
      </p:grpSp>
      <p:sp>
        <p:nvSpPr>
          <p:cNvPr id="6" name="TextBox 6"/>
          <p:cNvSpPr txBox="1"/>
          <p:nvPr/>
        </p:nvSpPr>
        <p:spPr>
          <a:xfrm>
            <a:off x="1234440" y="2674620"/>
            <a:ext cx="4526280" cy="342900"/>
          </a:xfrm>
          <a:prstGeom prst="rect">
            <a:avLst/>
          </a:prstGeom>
        </p:spPr>
        <p:txBody>
          <a:bodyPr lIns="0" tIns="0" rIns="0" bIns="0" rtlCol="0" anchor="t">
            <a:spAutoFit/>
          </a:bodyPr>
          <a:lstStyle/>
          <a:p>
            <a:pPr algn="l">
              <a:lnSpc>
                <a:spcPts val="2700"/>
              </a:lnSpc>
            </a:pPr>
            <a:r>
              <a:rPr lang="en-US" sz="2250" b="1" spc="8">
                <a:solidFill>
                  <a:srgbClr val="3C55CB"/>
                </a:solidFill>
                <a:latin typeface="Noto Sans Kr Bold"/>
                <a:ea typeface="Noto Sans Kr Bold"/>
                <a:cs typeface="Noto Sans Kr Bold"/>
                <a:sym typeface="Noto Sans Kr Bold"/>
              </a:rPr>
              <a:t>최종 산출물</a:t>
            </a:r>
          </a:p>
        </p:txBody>
      </p:sp>
      <p:grpSp>
        <p:nvGrpSpPr>
          <p:cNvPr id="7" name="Group 7"/>
          <p:cNvGrpSpPr/>
          <p:nvPr/>
        </p:nvGrpSpPr>
        <p:grpSpPr>
          <a:xfrm>
            <a:off x="1224915" y="3488055"/>
            <a:ext cx="773430" cy="773430"/>
            <a:chOff x="0" y="0"/>
            <a:chExt cx="1031240" cy="1031240"/>
          </a:xfrm>
        </p:grpSpPr>
        <p:sp>
          <p:nvSpPr>
            <p:cNvPr id="8" name="Freeform 8"/>
            <p:cNvSpPr/>
            <p:nvPr/>
          </p:nvSpPr>
          <p:spPr>
            <a:xfrm>
              <a:off x="0" y="0"/>
              <a:ext cx="1031240" cy="1031240"/>
            </a:xfrm>
            <a:custGeom>
              <a:avLst/>
              <a:gdLst/>
              <a:ahLst/>
              <a:cxnLst/>
              <a:rect l="l" t="t" r="r" b="b"/>
              <a:pathLst>
                <a:path w="1031240" h="1031240">
                  <a:moveTo>
                    <a:pt x="0" y="515620"/>
                  </a:moveTo>
                  <a:cubicBezTo>
                    <a:pt x="0" y="230886"/>
                    <a:pt x="230886" y="0"/>
                    <a:pt x="515620" y="0"/>
                  </a:cubicBezTo>
                  <a:cubicBezTo>
                    <a:pt x="800354" y="0"/>
                    <a:pt x="1031240" y="230886"/>
                    <a:pt x="1031240" y="515620"/>
                  </a:cubicBezTo>
                  <a:cubicBezTo>
                    <a:pt x="1031240" y="800354"/>
                    <a:pt x="800354" y="1031240"/>
                    <a:pt x="515620" y="1031240"/>
                  </a:cubicBezTo>
                  <a:cubicBezTo>
                    <a:pt x="230886" y="1031240"/>
                    <a:pt x="0" y="800354"/>
                    <a:pt x="0" y="515620"/>
                  </a:cubicBezTo>
                  <a:close/>
                </a:path>
              </a:pathLst>
            </a:custGeom>
            <a:solidFill>
              <a:srgbClr val="3C55CB"/>
            </a:solidFill>
            <a:ln w="19050" cap="sq">
              <a:solidFill>
                <a:srgbClr val="3C55CB"/>
              </a:solidFill>
              <a:prstDash val="solid"/>
              <a:miter/>
            </a:ln>
          </p:spPr>
          <p:txBody>
            <a:bodyPr/>
            <a:lstStyle/>
            <a:p>
              <a:endParaRPr/>
            </a:p>
          </p:txBody>
        </p:sp>
      </p:grpSp>
      <p:grpSp>
        <p:nvGrpSpPr>
          <p:cNvPr id="9" name="Group 9"/>
          <p:cNvGrpSpPr/>
          <p:nvPr/>
        </p:nvGrpSpPr>
        <p:grpSpPr>
          <a:xfrm>
            <a:off x="1430579" y="3693719"/>
            <a:ext cx="362102" cy="362102"/>
            <a:chOff x="0" y="0"/>
            <a:chExt cx="482803" cy="482803"/>
          </a:xfrm>
        </p:grpSpPr>
        <p:sp>
          <p:nvSpPr>
            <p:cNvPr id="10" name="Freeform 10" descr="preencoded.png"/>
            <p:cNvSpPr/>
            <p:nvPr/>
          </p:nvSpPr>
          <p:spPr>
            <a:xfrm>
              <a:off x="0" y="0"/>
              <a:ext cx="482854" cy="482854"/>
            </a:xfrm>
            <a:custGeom>
              <a:avLst/>
              <a:gdLst/>
              <a:ahLst/>
              <a:cxnLst/>
              <a:rect l="l" t="t" r="r" b="b"/>
              <a:pathLst>
                <a:path w="482854" h="482854">
                  <a:moveTo>
                    <a:pt x="0" y="0"/>
                  </a:moveTo>
                  <a:lnTo>
                    <a:pt x="482854" y="0"/>
                  </a:lnTo>
                  <a:lnTo>
                    <a:pt x="482854" y="482854"/>
                  </a:lnTo>
                  <a:lnTo>
                    <a:pt x="0" y="482854"/>
                  </a:lnTo>
                  <a:lnTo>
                    <a:pt x="0" y="0"/>
                  </a:lnTo>
                  <a:close/>
                </a:path>
              </a:pathLst>
            </a:custGeom>
            <a:blipFill>
              <a:blip r:embed="rId3"/>
              <a:stretch>
                <a:fillRect r="10" b="10"/>
              </a:stretch>
            </a:blipFill>
          </p:spPr>
          <p:txBody>
            <a:bodyPr/>
            <a:lstStyle/>
            <a:p>
              <a:endParaRPr/>
            </a:p>
          </p:txBody>
        </p:sp>
      </p:grpSp>
      <p:grpSp>
        <p:nvGrpSpPr>
          <p:cNvPr id="11" name="Group 11"/>
          <p:cNvGrpSpPr/>
          <p:nvPr/>
        </p:nvGrpSpPr>
        <p:grpSpPr>
          <a:xfrm>
            <a:off x="2194560" y="3429000"/>
            <a:ext cx="3703320" cy="891540"/>
            <a:chOff x="0" y="0"/>
            <a:chExt cx="4937760" cy="1188720"/>
          </a:xfrm>
        </p:grpSpPr>
        <p:sp>
          <p:nvSpPr>
            <p:cNvPr id="12" name="Freeform 12"/>
            <p:cNvSpPr/>
            <p:nvPr/>
          </p:nvSpPr>
          <p:spPr>
            <a:xfrm>
              <a:off x="0" y="0"/>
              <a:ext cx="4937760" cy="1188720"/>
            </a:xfrm>
            <a:custGeom>
              <a:avLst/>
              <a:gdLst/>
              <a:ahLst/>
              <a:cxnLst/>
              <a:rect l="l" t="t" r="r" b="b"/>
              <a:pathLst>
                <a:path w="4937760" h="1188720">
                  <a:moveTo>
                    <a:pt x="0" y="0"/>
                  </a:moveTo>
                  <a:lnTo>
                    <a:pt x="4937760" y="0"/>
                  </a:lnTo>
                  <a:lnTo>
                    <a:pt x="4937760" y="1188720"/>
                  </a:lnTo>
                  <a:lnTo>
                    <a:pt x="0" y="1188720"/>
                  </a:lnTo>
                  <a:close/>
                </a:path>
              </a:pathLst>
            </a:custGeom>
            <a:blipFill>
              <a:blip r:embed="rId4">
                <a:alphaModFix amt="0"/>
              </a:blip>
              <a:stretch>
                <a:fillRect t="-30937" b="-30937"/>
              </a:stretch>
            </a:blipFill>
          </p:spPr>
          <p:txBody>
            <a:bodyPr/>
            <a:lstStyle/>
            <a:p>
              <a:endParaRPr/>
            </a:p>
          </p:txBody>
        </p:sp>
        <p:sp>
          <p:nvSpPr>
            <p:cNvPr id="13" name="TextBox 13"/>
            <p:cNvSpPr txBox="1"/>
            <p:nvPr/>
          </p:nvSpPr>
          <p:spPr>
            <a:xfrm>
              <a:off x="0" y="0"/>
              <a:ext cx="4937760" cy="1188720"/>
            </a:xfrm>
            <a:prstGeom prst="rect">
              <a:avLst/>
            </a:prstGeom>
          </p:spPr>
          <p:txBody>
            <a:bodyPr lIns="0" tIns="0" rIns="0" bIns="0" rtlCol="0" anchor="ctr"/>
            <a:lstStyle/>
            <a:p>
              <a:pPr algn="l">
                <a:lnSpc>
                  <a:spcPts val="2160"/>
                </a:lnSpc>
              </a:pPr>
              <a:r>
                <a:rPr lang="en-US" sz="1800" spc="6">
                  <a:solidFill>
                    <a:srgbClr val="333333"/>
                  </a:solidFill>
                  <a:latin typeface="Noto Sans Kr"/>
                  <a:ea typeface="Noto Sans Kr"/>
                  <a:cs typeface="Noto Sans Kr"/>
                  <a:sym typeface="Noto Sans Kr"/>
                </a:rPr>
                <a:t>배포된 웹 서비스 URL</a:t>
              </a:r>
            </a:p>
          </p:txBody>
        </p:sp>
      </p:grpSp>
      <p:grpSp>
        <p:nvGrpSpPr>
          <p:cNvPr id="14" name="Group 14"/>
          <p:cNvGrpSpPr/>
          <p:nvPr/>
        </p:nvGrpSpPr>
        <p:grpSpPr>
          <a:xfrm>
            <a:off x="1224915" y="4585335"/>
            <a:ext cx="773430" cy="773430"/>
            <a:chOff x="0" y="0"/>
            <a:chExt cx="1031240" cy="1031240"/>
          </a:xfrm>
        </p:grpSpPr>
        <p:sp>
          <p:nvSpPr>
            <p:cNvPr id="15" name="Freeform 15"/>
            <p:cNvSpPr/>
            <p:nvPr/>
          </p:nvSpPr>
          <p:spPr>
            <a:xfrm>
              <a:off x="0" y="0"/>
              <a:ext cx="1031240" cy="1031240"/>
            </a:xfrm>
            <a:custGeom>
              <a:avLst/>
              <a:gdLst/>
              <a:ahLst/>
              <a:cxnLst/>
              <a:rect l="l" t="t" r="r" b="b"/>
              <a:pathLst>
                <a:path w="1031240" h="1031240">
                  <a:moveTo>
                    <a:pt x="0" y="515620"/>
                  </a:moveTo>
                  <a:cubicBezTo>
                    <a:pt x="0" y="230886"/>
                    <a:pt x="230886" y="0"/>
                    <a:pt x="515620" y="0"/>
                  </a:cubicBezTo>
                  <a:cubicBezTo>
                    <a:pt x="800354" y="0"/>
                    <a:pt x="1031240" y="230886"/>
                    <a:pt x="1031240" y="515620"/>
                  </a:cubicBezTo>
                  <a:cubicBezTo>
                    <a:pt x="1031240" y="800354"/>
                    <a:pt x="800354" y="1031240"/>
                    <a:pt x="515620" y="1031240"/>
                  </a:cubicBezTo>
                  <a:cubicBezTo>
                    <a:pt x="230886" y="1031240"/>
                    <a:pt x="0" y="800354"/>
                    <a:pt x="0" y="515620"/>
                  </a:cubicBezTo>
                  <a:close/>
                </a:path>
              </a:pathLst>
            </a:custGeom>
            <a:solidFill>
              <a:srgbClr val="3C55CB"/>
            </a:solidFill>
            <a:ln w="19050" cap="sq">
              <a:solidFill>
                <a:srgbClr val="3C55CB"/>
              </a:solidFill>
              <a:prstDash val="solid"/>
              <a:miter/>
            </a:ln>
          </p:spPr>
          <p:txBody>
            <a:bodyPr/>
            <a:lstStyle/>
            <a:p>
              <a:endParaRPr/>
            </a:p>
          </p:txBody>
        </p:sp>
      </p:grpSp>
      <p:grpSp>
        <p:nvGrpSpPr>
          <p:cNvPr id="16" name="Group 16"/>
          <p:cNvGrpSpPr/>
          <p:nvPr/>
        </p:nvGrpSpPr>
        <p:grpSpPr>
          <a:xfrm>
            <a:off x="1430579" y="4790999"/>
            <a:ext cx="362102" cy="362102"/>
            <a:chOff x="0" y="0"/>
            <a:chExt cx="482803" cy="482803"/>
          </a:xfrm>
        </p:grpSpPr>
        <p:sp>
          <p:nvSpPr>
            <p:cNvPr id="17" name="Freeform 17" descr="preencoded.png"/>
            <p:cNvSpPr/>
            <p:nvPr/>
          </p:nvSpPr>
          <p:spPr>
            <a:xfrm>
              <a:off x="0" y="0"/>
              <a:ext cx="482854" cy="482854"/>
            </a:xfrm>
            <a:custGeom>
              <a:avLst/>
              <a:gdLst/>
              <a:ahLst/>
              <a:cxnLst/>
              <a:rect l="l" t="t" r="r" b="b"/>
              <a:pathLst>
                <a:path w="482854" h="482854">
                  <a:moveTo>
                    <a:pt x="0" y="0"/>
                  </a:moveTo>
                  <a:lnTo>
                    <a:pt x="482854" y="0"/>
                  </a:lnTo>
                  <a:lnTo>
                    <a:pt x="482854" y="482854"/>
                  </a:lnTo>
                  <a:lnTo>
                    <a:pt x="0" y="482854"/>
                  </a:lnTo>
                  <a:lnTo>
                    <a:pt x="0" y="0"/>
                  </a:lnTo>
                  <a:close/>
                </a:path>
              </a:pathLst>
            </a:custGeom>
            <a:blipFill>
              <a:blip r:embed="rId5"/>
              <a:stretch>
                <a:fillRect r="10" b="10"/>
              </a:stretch>
            </a:blipFill>
          </p:spPr>
          <p:txBody>
            <a:bodyPr/>
            <a:lstStyle/>
            <a:p>
              <a:endParaRPr/>
            </a:p>
          </p:txBody>
        </p:sp>
      </p:grpSp>
      <p:grpSp>
        <p:nvGrpSpPr>
          <p:cNvPr id="18" name="Group 18"/>
          <p:cNvGrpSpPr/>
          <p:nvPr/>
        </p:nvGrpSpPr>
        <p:grpSpPr>
          <a:xfrm>
            <a:off x="2194560" y="4526280"/>
            <a:ext cx="3703320" cy="891540"/>
            <a:chOff x="0" y="0"/>
            <a:chExt cx="4937760" cy="1188720"/>
          </a:xfrm>
        </p:grpSpPr>
        <p:sp>
          <p:nvSpPr>
            <p:cNvPr id="19" name="Freeform 19"/>
            <p:cNvSpPr/>
            <p:nvPr/>
          </p:nvSpPr>
          <p:spPr>
            <a:xfrm>
              <a:off x="0" y="0"/>
              <a:ext cx="4937760" cy="1188720"/>
            </a:xfrm>
            <a:custGeom>
              <a:avLst/>
              <a:gdLst/>
              <a:ahLst/>
              <a:cxnLst/>
              <a:rect l="l" t="t" r="r" b="b"/>
              <a:pathLst>
                <a:path w="4937760" h="1188720">
                  <a:moveTo>
                    <a:pt x="0" y="0"/>
                  </a:moveTo>
                  <a:lnTo>
                    <a:pt x="4937760" y="0"/>
                  </a:lnTo>
                  <a:lnTo>
                    <a:pt x="4937760" y="1188720"/>
                  </a:lnTo>
                  <a:lnTo>
                    <a:pt x="0" y="1188720"/>
                  </a:lnTo>
                  <a:close/>
                </a:path>
              </a:pathLst>
            </a:custGeom>
            <a:blipFill>
              <a:blip r:embed="rId4">
                <a:alphaModFix amt="0"/>
              </a:blip>
              <a:stretch>
                <a:fillRect t="-30937" b="-30937"/>
              </a:stretch>
            </a:blipFill>
          </p:spPr>
          <p:txBody>
            <a:bodyPr/>
            <a:lstStyle/>
            <a:p>
              <a:endParaRPr/>
            </a:p>
          </p:txBody>
        </p:sp>
        <p:sp>
          <p:nvSpPr>
            <p:cNvPr id="20" name="TextBox 20"/>
            <p:cNvSpPr txBox="1"/>
            <p:nvPr/>
          </p:nvSpPr>
          <p:spPr>
            <a:xfrm>
              <a:off x="0" y="0"/>
              <a:ext cx="4937760" cy="1188720"/>
            </a:xfrm>
            <a:prstGeom prst="rect">
              <a:avLst/>
            </a:prstGeom>
          </p:spPr>
          <p:txBody>
            <a:bodyPr lIns="0" tIns="0" rIns="0" bIns="0" rtlCol="0" anchor="ctr"/>
            <a:lstStyle/>
            <a:p>
              <a:pPr algn="l">
                <a:lnSpc>
                  <a:spcPts val="2160"/>
                </a:lnSpc>
              </a:pPr>
              <a:r>
                <a:rPr lang="en-US" sz="1800" spc="6">
                  <a:solidFill>
                    <a:srgbClr val="333333"/>
                  </a:solidFill>
                  <a:latin typeface="Noto Sans Kr"/>
                  <a:ea typeface="Noto Sans Kr"/>
                  <a:cs typeface="Noto Sans Kr"/>
                  <a:sym typeface="Noto Sans Kr"/>
                </a:rPr>
                <a:t>GitHub 소스 코드</a:t>
              </a:r>
            </a:p>
          </p:txBody>
        </p:sp>
      </p:grpSp>
      <p:grpSp>
        <p:nvGrpSpPr>
          <p:cNvPr id="21" name="Group 21"/>
          <p:cNvGrpSpPr/>
          <p:nvPr/>
        </p:nvGrpSpPr>
        <p:grpSpPr>
          <a:xfrm>
            <a:off x="1224915" y="5682615"/>
            <a:ext cx="773430" cy="773430"/>
            <a:chOff x="0" y="0"/>
            <a:chExt cx="1031240" cy="1031240"/>
          </a:xfrm>
        </p:grpSpPr>
        <p:sp>
          <p:nvSpPr>
            <p:cNvPr id="22" name="Freeform 22"/>
            <p:cNvSpPr/>
            <p:nvPr/>
          </p:nvSpPr>
          <p:spPr>
            <a:xfrm>
              <a:off x="0" y="0"/>
              <a:ext cx="1031240" cy="1031240"/>
            </a:xfrm>
            <a:custGeom>
              <a:avLst/>
              <a:gdLst/>
              <a:ahLst/>
              <a:cxnLst/>
              <a:rect l="l" t="t" r="r" b="b"/>
              <a:pathLst>
                <a:path w="1031240" h="1031240">
                  <a:moveTo>
                    <a:pt x="0" y="515620"/>
                  </a:moveTo>
                  <a:cubicBezTo>
                    <a:pt x="0" y="230886"/>
                    <a:pt x="230886" y="0"/>
                    <a:pt x="515620" y="0"/>
                  </a:cubicBezTo>
                  <a:cubicBezTo>
                    <a:pt x="800354" y="0"/>
                    <a:pt x="1031240" y="230886"/>
                    <a:pt x="1031240" y="515620"/>
                  </a:cubicBezTo>
                  <a:cubicBezTo>
                    <a:pt x="1031240" y="800354"/>
                    <a:pt x="800354" y="1031240"/>
                    <a:pt x="515620" y="1031240"/>
                  </a:cubicBezTo>
                  <a:cubicBezTo>
                    <a:pt x="230886" y="1031240"/>
                    <a:pt x="0" y="800354"/>
                    <a:pt x="0" y="515620"/>
                  </a:cubicBezTo>
                  <a:close/>
                </a:path>
              </a:pathLst>
            </a:custGeom>
            <a:solidFill>
              <a:srgbClr val="3C55CB"/>
            </a:solidFill>
            <a:ln w="19050" cap="sq">
              <a:solidFill>
                <a:srgbClr val="3C55CB"/>
              </a:solidFill>
              <a:prstDash val="solid"/>
              <a:miter/>
            </a:ln>
          </p:spPr>
          <p:txBody>
            <a:bodyPr/>
            <a:lstStyle/>
            <a:p>
              <a:endParaRPr/>
            </a:p>
          </p:txBody>
        </p:sp>
      </p:grpSp>
      <p:grpSp>
        <p:nvGrpSpPr>
          <p:cNvPr id="23" name="Group 23"/>
          <p:cNvGrpSpPr/>
          <p:nvPr/>
        </p:nvGrpSpPr>
        <p:grpSpPr>
          <a:xfrm>
            <a:off x="1430579" y="5888279"/>
            <a:ext cx="362102" cy="362102"/>
            <a:chOff x="0" y="0"/>
            <a:chExt cx="482803" cy="482803"/>
          </a:xfrm>
        </p:grpSpPr>
        <p:sp>
          <p:nvSpPr>
            <p:cNvPr id="24" name="Freeform 24" descr="preencoded.png"/>
            <p:cNvSpPr/>
            <p:nvPr/>
          </p:nvSpPr>
          <p:spPr>
            <a:xfrm>
              <a:off x="0" y="0"/>
              <a:ext cx="482854" cy="482854"/>
            </a:xfrm>
            <a:custGeom>
              <a:avLst/>
              <a:gdLst/>
              <a:ahLst/>
              <a:cxnLst/>
              <a:rect l="l" t="t" r="r" b="b"/>
              <a:pathLst>
                <a:path w="482854" h="482854">
                  <a:moveTo>
                    <a:pt x="0" y="0"/>
                  </a:moveTo>
                  <a:lnTo>
                    <a:pt x="482854" y="0"/>
                  </a:lnTo>
                  <a:lnTo>
                    <a:pt x="482854" y="482854"/>
                  </a:lnTo>
                  <a:lnTo>
                    <a:pt x="0" y="482854"/>
                  </a:lnTo>
                  <a:lnTo>
                    <a:pt x="0" y="0"/>
                  </a:lnTo>
                  <a:close/>
                </a:path>
              </a:pathLst>
            </a:custGeom>
            <a:blipFill>
              <a:blip r:embed="rId6"/>
              <a:stretch>
                <a:fillRect r="10" b="10"/>
              </a:stretch>
            </a:blipFill>
          </p:spPr>
          <p:txBody>
            <a:bodyPr/>
            <a:lstStyle/>
            <a:p>
              <a:endParaRPr/>
            </a:p>
          </p:txBody>
        </p:sp>
      </p:grpSp>
      <p:grpSp>
        <p:nvGrpSpPr>
          <p:cNvPr id="25" name="Group 25"/>
          <p:cNvGrpSpPr/>
          <p:nvPr/>
        </p:nvGrpSpPr>
        <p:grpSpPr>
          <a:xfrm>
            <a:off x="2194560" y="5623560"/>
            <a:ext cx="3703320" cy="891540"/>
            <a:chOff x="0" y="0"/>
            <a:chExt cx="4937760" cy="1188720"/>
          </a:xfrm>
        </p:grpSpPr>
        <p:sp>
          <p:nvSpPr>
            <p:cNvPr id="26" name="Freeform 26"/>
            <p:cNvSpPr/>
            <p:nvPr/>
          </p:nvSpPr>
          <p:spPr>
            <a:xfrm>
              <a:off x="0" y="0"/>
              <a:ext cx="4937760" cy="1188720"/>
            </a:xfrm>
            <a:custGeom>
              <a:avLst/>
              <a:gdLst/>
              <a:ahLst/>
              <a:cxnLst/>
              <a:rect l="l" t="t" r="r" b="b"/>
              <a:pathLst>
                <a:path w="4937760" h="1188720">
                  <a:moveTo>
                    <a:pt x="0" y="0"/>
                  </a:moveTo>
                  <a:lnTo>
                    <a:pt x="4937760" y="0"/>
                  </a:lnTo>
                  <a:lnTo>
                    <a:pt x="4937760" y="1188720"/>
                  </a:lnTo>
                  <a:lnTo>
                    <a:pt x="0" y="1188720"/>
                  </a:lnTo>
                  <a:close/>
                </a:path>
              </a:pathLst>
            </a:custGeom>
            <a:blipFill>
              <a:blip r:embed="rId4">
                <a:alphaModFix amt="0"/>
              </a:blip>
              <a:stretch>
                <a:fillRect t="-30937" b="-30937"/>
              </a:stretch>
            </a:blipFill>
          </p:spPr>
          <p:txBody>
            <a:bodyPr/>
            <a:lstStyle/>
            <a:p>
              <a:endParaRPr/>
            </a:p>
          </p:txBody>
        </p:sp>
        <p:sp>
          <p:nvSpPr>
            <p:cNvPr id="27" name="TextBox 27"/>
            <p:cNvSpPr txBox="1"/>
            <p:nvPr/>
          </p:nvSpPr>
          <p:spPr>
            <a:xfrm>
              <a:off x="0" y="0"/>
              <a:ext cx="4937760" cy="1188720"/>
            </a:xfrm>
            <a:prstGeom prst="rect">
              <a:avLst/>
            </a:prstGeom>
          </p:spPr>
          <p:txBody>
            <a:bodyPr lIns="0" tIns="0" rIns="0" bIns="0" rtlCol="0" anchor="ctr"/>
            <a:lstStyle/>
            <a:p>
              <a:pPr algn="l">
                <a:lnSpc>
                  <a:spcPts val="2160"/>
                </a:lnSpc>
              </a:pPr>
              <a:r>
                <a:rPr lang="en-US" sz="1800" spc="6">
                  <a:solidFill>
                    <a:srgbClr val="333333"/>
                  </a:solidFill>
                  <a:latin typeface="Noto Sans Kr"/>
                  <a:ea typeface="Noto Sans Kr"/>
                  <a:cs typeface="Noto Sans Kr"/>
                  <a:sym typeface="Noto Sans Kr"/>
                </a:rPr>
                <a:t>사용자 비교 실험 결과 보고서</a:t>
              </a:r>
            </a:p>
          </p:txBody>
        </p:sp>
      </p:grpSp>
      <p:grpSp>
        <p:nvGrpSpPr>
          <p:cNvPr id="28" name="Group 28"/>
          <p:cNvGrpSpPr/>
          <p:nvPr/>
        </p:nvGrpSpPr>
        <p:grpSpPr>
          <a:xfrm>
            <a:off x="6436995" y="2322195"/>
            <a:ext cx="5299710" cy="4682490"/>
            <a:chOff x="0" y="0"/>
            <a:chExt cx="7066280" cy="6243320"/>
          </a:xfrm>
        </p:grpSpPr>
        <p:sp>
          <p:nvSpPr>
            <p:cNvPr id="29" name="Freeform 29"/>
            <p:cNvSpPr/>
            <p:nvPr/>
          </p:nvSpPr>
          <p:spPr>
            <a:xfrm>
              <a:off x="0" y="0"/>
              <a:ext cx="7066280" cy="6243320"/>
            </a:xfrm>
            <a:custGeom>
              <a:avLst/>
              <a:gdLst/>
              <a:ahLst/>
              <a:cxnLst/>
              <a:rect l="l" t="t" r="r" b="b"/>
              <a:pathLst>
                <a:path w="7066280" h="6243320">
                  <a:moveTo>
                    <a:pt x="0" y="146939"/>
                  </a:moveTo>
                  <a:cubicBezTo>
                    <a:pt x="0" y="65786"/>
                    <a:pt x="65786" y="0"/>
                    <a:pt x="146939" y="0"/>
                  </a:cubicBezTo>
                  <a:lnTo>
                    <a:pt x="6919341" y="0"/>
                  </a:lnTo>
                  <a:cubicBezTo>
                    <a:pt x="7000494" y="0"/>
                    <a:pt x="7066280" y="65786"/>
                    <a:pt x="7066280" y="146939"/>
                  </a:cubicBezTo>
                  <a:lnTo>
                    <a:pt x="7066280" y="6096381"/>
                  </a:lnTo>
                  <a:cubicBezTo>
                    <a:pt x="7066280" y="6177534"/>
                    <a:pt x="7000494" y="6243320"/>
                    <a:pt x="6919341" y="6243320"/>
                  </a:cubicBezTo>
                  <a:lnTo>
                    <a:pt x="146939" y="6243320"/>
                  </a:lnTo>
                  <a:cubicBezTo>
                    <a:pt x="65786" y="6243320"/>
                    <a:pt x="0" y="6177534"/>
                    <a:pt x="0" y="6096381"/>
                  </a:cubicBezTo>
                  <a:close/>
                </a:path>
              </a:pathLst>
            </a:custGeom>
            <a:solidFill>
              <a:srgbClr val="FFFFFF"/>
            </a:solidFill>
            <a:ln w="19050" cap="sq">
              <a:solidFill>
                <a:srgbClr val="ECEEF3"/>
              </a:solidFill>
              <a:prstDash val="solid"/>
              <a:miter/>
            </a:ln>
            <a:effectLst>
              <a:outerShdw blurRad="228600" dist="38100" dir="5400000" algn="t" rotWithShape="0">
                <a:srgbClr val="1F2A5A">
                  <a:alpha val="11000"/>
                </a:srgbClr>
              </a:outerShdw>
            </a:effectLst>
          </p:spPr>
          <p:txBody>
            <a:bodyPr/>
            <a:lstStyle/>
            <a:p>
              <a:endParaRPr/>
            </a:p>
          </p:txBody>
        </p:sp>
      </p:grpSp>
      <p:sp>
        <p:nvSpPr>
          <p:cNvPr id="30" name="TextBox 30"/>
          <p:cNvSpPr txBox="1"/>
          <p:nvPr/>
        </p:nvSpPr>
        <p:spPr>
          <a:xfrm>
            <a:off x="6858000" y="2674620"/>
            <a:ext cx="4526280" cy="342900"/>
          </a:xfrm>
          <a:prstGeom prst="rect">
            <a:avLst/>
          </a:prstGeom>
        </p:spPr>
        <p:txBody>
          <a:bodyPr lIns="0" tIns="0" rIns="0" bIns="0" rtlCol="0" anchor="t">
            <a:spAutoFit/>
          </a:bodyPr>
          <a:lstStyle/>
          <a:p>
            <a:pPr algn="l">
              <a:lnSpc>
                <a:spcPts val="2700"/>
              </a:lnSpc>
            </a:pPr>
            <a:r>
              <a:rPr lang="en-US" sz="2250" b="1" spc="8" dirty="0" err="1">
                <a:solidFill>
                  <a:srgbClr val="3C55CB"/>
                </a:solidFill>
                <a:latin typeface="Noto Sans Kr Bold"/>
                <a:ea typeface="Noto Sans Kr Bold"/>
                <a:cs typeface="Noto Sans Kr Bold"/>
                <a:sym typeface="Noto Sans Kr Bold"/>
              </a:rPr>
              <a:t>사용자</a:t>
            </a:r>
            <a:r>
              <a:rPr lang="en-US" sz="2250" b="1" spc="8" dirty="0">
                <a:solidFill>
                  <a:srgbClr val="3C55CB"/>
                </a:solidFill>
                <a:latin typeface="Noto Sans Kr Bold"/>
                <a:ea typeface="Noto Sans Kr Bold"/>
                <a:cs typeface="Noto Sans Kr Bold"/>
                <a:sym typeface="Noto Sans Kr Bold"/>
              </a:rPr>
              <a:t> </a:t>
            </a:r>
            <a:r>
              <a:rPr lang="en-US" sz="2250" b="1" spc="8" dirty="0" err="1">
                <a:solidFill>
                  <a:srgbClr val="3C55CB"/>
                </a:solidFill>
                <a:latin typeface="Noto Sans Kr Bold"/>
                <a:ea typeface="Noto Sans Kr Bold"/>
                <a:cs typeface="Noto Sans Kr Bold"/>
                <a:sym typeface="Noto Sans Kr Bold"/>
              </a:rPr>
              <a:t>가치</a:t>
            </a:r>
            <a:endParaRPr lang="en-US" sz="2250" b="1" spc="8" dirty="0">
              <a:solidFill>
                <a:srgbClr val="3C55CB"/>
              </a:solidFill>
              <a:latin typeface="Noto Sans Kr Bold"/>
              <a:ea typeface="Noto Sans Kr Bold"/>
              <a:cs typeface="Noto Sans Kr Bold"/>
              <a:sym typeface="Noto Sans Kr Bold"/>
            </a:endParaRPr>
          </a:p>
        </p:txBody>
      </p:sp>
      <p:grpSp>
        <p:nvGrpSpPr>
          <p:cNvPr id="31" name="Group 31"/>
          <p:cNvGrpSpPr/>
          <p:nvPr/>
        </p:nvGrpSpPr>
        <p:grpSpPr>
          <a:xfrm>
            <a:off x="6848475" y="3488055"/>
            <a:ext cx="773430" cy="773430"/>
            <a:chOff x="0" y="0"/>
            <a:chExt cx="1031240" cy="1031240"/>
          </a:xfrm>
        </p:grpSpPr>
        <p:sp>
          <p:nvSpPr>
            <p:cNvPr id="32" name="Freeform 32"/>
            <p:cNvSpPr/>
            <p:nvPr/>
          </p:nvSpPr>
          <p:spPr>
            <a:xfrm>
              <a:off x="0" y="0"/>
              <a:ext cx="1031240" cy="1031240"/>
            </a:xfrm>
            <a:custGeom>
              <a:avLst/>
              <a:gdLst/>
              <a:ahLst/>
              <a:cxnLst/>
              <a:rect l="l" t="t" r="r" b="b"/>
              <a:pathLst>
                <a:path w="1031240" h="1031240">
                  <a:moveTo>
                    <a:pt x="0" y="515620"/>
                  </a:moveTo>
                  <a:cubicBezTo>
                    <a:pt x="0" y="230886"/>
                    <a:pt x="230886" y="0"/>
                    <a:pt x="515620" y="0"/>
                  </a:cubicBezTo>
                  <a:cubicBezTo>
                    <a:pt x="800354" y="0"/>
                    <a:pt x="1031240" y="230886"/>
                    <a:pt x="1031240" y="515620"/>
                  </a:cubicBezTo>
                  <a:cubicBezTo>
                    <a:pt x="1031240" y="800354"/>
                    <a:pt x="800354" y="1031240"/>
                    <a:pt x="515620" y="1031240"/>
                  </a:cubicBezTo>
                  <a:cubicBezTo>
                    <a:pt x="230886" y="1031240"/>
                    <a:pt x="0" y="800354"/>
                    <a:pt x="0" y="515620"/>
                  </a:cubicBezTo>
                  <a:close/>
                </a:path>
              </a:pathLst>
            </a:custGeom>
            <a:solidFill>
              <a:srgbClr val="3C55CB"/>
            </a:solidFill>
            <a:ln w="19050" cap="sq">
              <a:solidFill>
                <a:srgbClr val="3C55CB"/>
              </a:solidFill>
              <a:prstDash val="solid"/>
              <a:miter/>
            </a:ln>
          </p:spPr>
          <p:txBody>
            <a:bodyPr/>
            <a:lstStyle/>
            <a:p>
              <a:endParaRPr/>
            </a:p>
          </p:txBody>
        </p:sp>
      </p:grpSp>
      <p:grpSp>
        <p:nvGrpSpPr>
          <p:cNvPr id="33" name="Group 33"/>
          <p:cNvGrpSpPr/>
          <p:nvPr/>
        </p:nvGrpSpPr>
        <p:grpSpPr>
          <a:xfrm>
            <a:off x="7054139" y="3693719"/>
            <a:ext cx="362102" cy="362102"/>
            <a:chOff x="0" y="0"/>
            <a:chExt cx="482803" cy="482803"/>
          </a:xfrm>
        </p:grpSpPr>
        <p:sp>
          <p:nvSpPr>
            <p:cNvPr id="34" name="Freeform 34" descr="preencoded.png"/>
            <p:cNvSpPr/>
            <p:nvPr/>
          </p:nvSpPr>
          <p:spPr>
            <a:xfrm>
              <a:off x="0" y="0"/>
              <a:ext cx="482854" cy="482854"/>
            </a:xfrm>
            <a:custGeom>
              <a:avLst/>
              <a:gdLst/>
              <a:ahLst/>
              <a:cxnLst/>
              <a:rect l="l" t="t" r="r" b="b"/>
              <a:pathLst>
                <a:path w="482854" h="482854">
                  <a:moveTo>
                    <a:pt x="0" y="0"/>
                  </a:moveTo>
                  <a:lnTo>
                    <a:pt x="482854" y="0"/>
                  </a:lnTo>
                  <a:lnTo>
                    <a:pt x="482854" y="482854"/>
                  </a:lnTo>
                  <a:lnTo>
                    <a:pt x="0" y="482854"/>
                  </a:lnTo>
                  <a:lnTo>
                    <a:pt x="0" y="0"/>
                  </a:lnTo>
                  <a:close/>
                </a:path>
              </a:pathLst>
            </a:custGeom>
            <a:blipFill>
              <a:blip r:embed="rId7"/>
              <a:stretch>
                <a:fillRect r="10" b="10"/>
              </a:stretch>
            </a:blipFill>
          </p:spPr>
          <p:txBody>
            <a:bodyPr/>
            <a:lstStyle/>
            <a:p>
              <a:endParaRPr/>
            </a:p>
          </p:txBody>
        </p:sp>
      </p:grpSp>
      <p:grpSp>
        <p:nvGrpSpPr>
          <p:cNvPr id="35" name="Group 35"/>
          <p:cNvGrpSpPr/>
          <p:nvPr/>
        </p:nvGrpSpPr>
        <p:grpSpPr>
          <a:xfrm>
            <a:off x="7818120" y="3429000"/>
            <a:ext cx="3703320" cy="891540"/>
            <a:chOff x="0" y="0"/>
            <a:chExt cx="4937760" cy="1188720"/>
          </a:xfrm>
        </p:grpSpPr>
        <p:sp>
          <p:nvSpPr>
            <p:cNvPr id="36" name="Freeform 36"/>
            <p:cNvSpPr/>
            <p:nvPr/>
          </p:nvSpPr>
          <p:spPr>
            <a:xfrm>
              <a:off x="0" y="0"/>
              <a:ext cx="4937760" cy="1188720"/>
            </a:xfrm>
            <a:custGeom>
              <a:avLst/>
              <a:gdLst/>
              <a:ahLst/>
              <a:cxnLst/>
              <a:rect l="l" t="t" r="r" b="b"/>
              <a:pathLst>
                <a:path w="4937760" h="1188720">
                  <a:moveTo>
                    <a:pt x="0" y="0"/>
                  </a:moveTo>
                  <a:lnTo>
                    <a:pt x="4937760" y="0"/>
                  </a:lnTo>
                  <a:lnTo>
                    <a:pt x="4937760" y="1188720"/>
                  </a:lnTo>
                  <a:lnTo>
                    <a:pt x="0" y="1188720"/>
                  </a:lnTo>
                  <a:close/>
                </a:path>
              </a:pathLst>
            </a:custGeom>
            <a:blipFill>
              <a:blip r:embed="rId4">
                <a:alphaModFix amt="0"/>
              </a:blip>
              <a:stretch>
                <a:fillRect t="-30937" b="-30937"/>
              </a:stretch>
            </a:blipFill>
          </p:spPr>
          <p:txBody>
            <a:bodyPr/>
            <a:lstStyle/>
            <a:p>
              <a:endParaRPr/>
            </a:p>
          </p:txBody>
        </p:sp>
        <p:sp>
          <p:nvSpPr>
            <p:cNvPr id="37" name="TextBox 37"/>
            <p:cNvSpPr txBox="1"/>
            <p:nvPr/>
          </p:nvSpPr>
          <p:spPr>
            <a:xfrm>
              <a:off x="0" y="0"/>
              <a:ext cx="4937760" cy="1188720"/>
            </a:xfrm>
            <a:prstGeom prst="rect">
              <a:avLst/>
            </a:prstGeom>
          </p:spPr>
          <p:txBody>
            <a:bodyPr lIns="0" tIns="0" rIns="0" bIns="0" rtlCol="0" anchor="ctr"/>
            <a:lstStyle/>
            <a:p>
              <a:pPr algn="l">
                <a:lnSpc>
                  <a:spcPts val="2160"/>
                </a:lnSpc>
              </a:pPr>
              <a:r>
                <a:rPr lang="en-US" sz="1800" spc="6" dirty="0" err="1">
                  <a:solidFill>
                    <a:srgbClr val="333333"/>
                  </a:solidFill>
                  <a:latin typeface="Noto Sans Kr"/>
                  <a:ea typeface="Noto Sans Kr"/>
                  <a:cs typeface="Noto Sans Kr"/>
                  <a:sym typeface="Noto Sans Kr"/>
                </a:rPr>
                <a:t>얼굴·방</a:t>
              </a:r>
              <a:r>
                <a:rPr lang="en-US" sz="1800" spc="6" dirty="0">
                  <a:solidFill>
                    <a:srgbClr val="333333"/>
                  </a:solidFill>
                  <a:latin typeface="Noto Sans Kr"/>
                  <a:ea typeface="Noto Sans Kr"/>
                  <a:cs typeface="Noto Sans Kr"/>
                  <a:sym typeface="Noto Sans Kr"/>
                </a:rPr>
                <a:t> </a:t>
              </a:r>
              <a:r>
                <a:rPr lang="en-US" sz="1800" spc="6" dirty="0" err="1">
                  <a:solidFill>
                    <a:srgbClr val="333333"/>
                  </a:solidFill>
                  <a:latin typeface="Noto Sans Kr"/>
                  <a:ea typeface="Noto Sans Kr"/>
                  <a:cs typeface="Noto Sans Kr"/>
                  <a:sym typeface="Noto Sans Kr"/>
                </a:rPr>
                <a:t>노출</a:t>
              </a:r>
              <a:r>
                <a:rPr lang="en-US" sz="1800" spc="6" dirty="0">
                  <a:solidFill>
                    <a:srgbClr val="333333"/>
                  </a:solidFill>
                  <a:latin typeface="Noto Sans Kr"/>
                  <a:ea typeface="Noto Sans Kr"/>
                  <a:cs typeface="Noto Sans Kr"/>
                  <a:sym typeface="Noto Sans Kr"/>
                </a:rPr>
                <a:t> </a:t>
              </a:r>
              <a:r>
                <a:rPr lang="en-US" sz="1800" spc="6" dirty="0" err="1">
                  <a:solidFill>
                    <a:srgbClr val="333333"/>
                  </a:solidFill>
                  <a:latin typeface="Noto Sans Kr"/>
                  <a:ea typeface="Noto Sans Kr"/>
                  <a:cs typeface="Noto Sans Kr"/>
                  <a:sym typeface="Noto Sans Kr"/>
                </a:rPr>
                <a:t>없이</a:t>
              </a:r>
              <a:r>
                <a:rPr lang="en-US" sz="1800" spc="6" dirty="0">
                  <a:solidFill>
                    <a:srgbClr val="333333"/>
                  </a:solidFill>
                  <a:latin typeface="Noto Sans Kr"/>
                  <a:ea typeface="Noto Sans Kr"/>
                  <a:cs typeface="Noto Sans Kr"/>
                  <a:sym typeface="Noto Sans Kr"/>
                </a:rPr>
                <a:t> </a:t>
              </a:r>
              <a:r>
                <a:rPr lang="en-US" sz="1800" spc="6" dirty="0" err="1">
                  <a:solidFill>
                    <a:srgbClr val="333333"/>
                  </a:solidFill>
                  <a:latin typeface="Noto Sans Kr"/>
                  <a:ea typeface="Noto Sans Kr"/>
                  <a:cs typeface="Noto Sans Kr"/>
                  <a:sym typeface="Noto Sans Kr"/>
                </a:rPr>
                <a:t>캠스터디</a:t>
              </a:r>
              <a:r>
                <a:rPr lang="en-US" sz="1800" spc="6" dirty="0">
                  <a:solidFill>
                    <a:srgbClr val="333333"/>
                  </a:solidFill>
                  <a:latin typeface="Noto Sans Kr"/>
                  <a:ea typeface="Noto Sans Kr"/>
                  <a:cs typeface="Noto Sans Kr"/>
                  <a:sym typeface="Noto Sans Kr"/>
                </a:rPr>
                <a:t> </a:t>
              </a:r>
              <a:r>
                <a:rPr lang="en-US" sz="1800" spc="6" dirty="0" err="1">
                  <a:solidFill>
                    <a:srgbClr val="333333"/>
                  </a:solidFill>
                  <a:latin typeface="Noto Sans Kr"/>
                  <a:ea typeface="Noto Sans Kr"/>
                  <a:cs typeface="Noto Sans Kr"/>
                  <a:sym typeface="Noto Sans Kr"/>
                </a:rPr>
                <a:t>참여</a:t>
              </a:r>
              <a:endParaRPr lang="en-US" sz="1800" spc="6" dirty="0">
                <a:solidFill>
                  <a:srgbClr val="333333"/>
                </a:solidFill>
                <a:latin typeface="Noto Sans Kr"/>
                <a:ea typeface="Noto Sans Kr"/>
                <a:cs typeface="Noto Sans Kr"/>
                <a:sym typeface="Noto Sans Kr"/>
              </a:endParaRPr>
            </a:p>
          </p:txBody>
        </p:sp>
      </p:grpSp>
      <p:grpSp>
        <p:nvGrpSpPr>
          <p:cNvPr id="38" name="Group 38"/>
          <p:cNvGrpSpPr/>
          <p:nvPr/>
        </p:nvGrpSpPr>
        <p:grpSpPr>
          <a:xfrm>
            <a:off x="6848475" y="4585335"/>
            <a:ext cx="773430" cy="773430"/>
            <a:chOff x="0" y="0"/>
            <a:chExt cx="1031240" cy="1031240"/>
          </a:xfrm>
        </p:grpSpPr>
        <p:sp>
          <p:nvSpPr>
            <p:cNvPr id="39" name="Freeform 39"/>
            <p:cNvSpPr/>
            <p:nvPr/>
          </p:nvSpPr>
          <p:spPr>
            <a:xfrm>
              <a:off x="0" y="0"/>
              <a:ext cx="1031240" cy="1031240"/>
            </a:xfrm>
            <a:custGeom>
              <a:avLst/>
              <a:gdLst/>
              <a:ahLst/>
              <a:cxnLst/>
              <a:rect l="l" t="t" r="r" b="b"/>
              <a:pathLst>
                <a:path w="1031240" h="1031240">
                  <a:moveTo>
                    <a:pt x="0" y="515620"/>
                  </a:moveTo>
                  <a:cubicBezTo>
                    <a:pt x="0" y="230886"/>
                    <a:pt x="230886" y="0"/>
                    <a:pt x="515620" y="0"/>
                  </a:cubicBezTo>
                  <a:cubicBezTo>
                    <a:pt x="800354" y="0"/>
                    <a:pt x="1031240" y="230886"/>
                    <a:pt x="1031240" y="515620"/>
                  </a:cubicBezTo>
                  <a:cubicBezTo>
                    <a:pt x="1031240" y="800354"/>
                    <a:pt x="800354" y="1031240"/>
                    <a:pt x="515620" y="1031240"/>
                  </a:cubicBezTo>
                  <a:cubicBezTo>
                    <a:pt x="230886" y="1031240"/>
                    <a:pt x="0" y="800354"/>
                    <a:pt x="0" y="515620"/>
                  </a:cubicBezTo>
                  <a:close/>
                </a:path>
              </a:pathLst>
            </a:custGeom>
            <a:solidFill>
              <a:srgbClr val="3C55CB"/>
            </a:solidFill>
            <a:ln w="19050" cap="sq">
              <a:solidFill>
                <a:srgbClr val="3C55CB"/>
              </a:solidFill>
              <a:prstDash val="solid"/>
              <a:miter/>
            </a:ln>
          </p:spPr>
          <p:txBody>
            <a:bodyPr/>
            <a:lstStyle/>
            <a:p>
              <a:endParaRPr/>
            </a:p>
          </p:txBody>
        </p:sp>
      </p:grpSp>
      <p:grpSp>
        <p:nvGrpSpPr>
          <p:cNvPr id="40" name="Group 40"/>
          <p:cNvGrpSpPr/>
          <p:nvPr/>
        </p:nvGrpSpPr>
        <p:grpSpPr>
          <a:xfrm>
            <a:off x="7054139" y="4790999"/>
            <a:ext cx="362102" cy="362102"/>
            <a:chOff x="0" y="0"/>
            <a:chExt cx="482803" cy="482803"/>
          </a:xfrm>
        </p:grpSpPr>
        <p:sp>
          <p:nvSpPr>
            <p:cNvPr id="41" name="Freeform 41" descr="preencoded.png"/>
            <p:cNvSpPr/>
            <p:nvPr/>
          </p:nvSpPr>
          <p:spPr>
            <a:xfrm>
              <a:off x="0" y="0"/>
              <a:ext cx="482854" cy="482854"/>
            </a:xfrm>
            <a:custGeom>
              <a:avLst/>
              <a:gdLst/>
              <a:ahLst/>
              <a:cxnLst/>
              <a:rect l="l" t="t" r="r" b="b"/>
              <a:pathLst>
                <a:path w="482854" h="482854">
                  <a:moveTo>
                    <a:pt x="0" y="0"/>
                  </a:moveTo>
                  <a:lnTo>
                    <a:pt x="482854" y="0"/>
                  </a:lnTo>
                  <a:lnTo>
                    <a:pt x="482854" y="482854"/>
                  </a:lnTo>
                  <a:lnTo>
                    <a:pt x="0" y="482854"/>
                  </a:lnTo>
                  <a:lnTo>
                    <a:pt x="0" y="0"/>
                  </a:lnTo>
                  <a:close/>
                </a:path>
              </a:pathLst>
            </a:custGeom>
            <a:blipFill>
              <a:blip r:embed="rId8"/>
              <a:stretch>
                <a:fillRect r="10" b="10"/>
              </a:stretch>
            </a:blipFill>
          </p:spPr>
          <p:txBody>
            <a:bodyPr/>
            <a:lstStyle/>
            <a:p>
              <a:endParaRPr/>
            </a:p>
          </p:txBody>
        </p:sp>
      </p:grpSp>
      <p:grpSp>
        <p:nvGrpSpPr>
          <p:cNvPr id="42" name="Group 42"/>
          <p:cNvGrpSpPr/>
          <p:nvPr/>
        </p:nvGrpSpPr>
        <p:grpSpPr>
          <a:xfrm>
            <a:off x="7818120" y="4526280"/>
            <a:ext cx="3703320" cy="891540"/>
            <a:chOff x="0" y="0"/>
            <a:chExt cx="4937760" cy="1188720"/>
          </a:xfrm>
        </p:grpSpPr>
        <p:sp>
          <p:nvSpPr>
            <p:cNvPr id="43" name="Freeform 43"/>
            <p:cNvSpPr/>
            <p:nvPr/>
          </p:nvSpPr>
          <p:spPr>
            <a:xfrm>
              <a:off x="0" y="0"/>
              <a:ext cx="4937760" cy="1188720"/>
            </a:xfrm>
            <a:custGeom>
              <a:avLst/>
              <a:gdLst/>
              <a:ahLst/>
              <a:cxnLst/>
              <a:rect l="l" t="t" r="r" b="b"/>
              <a:pathLst>
                <a:path w="4937760" h="1188720">
                  <a:moveTo>
                    <a:pt x="0" y="0"/>
                  </a:moveTo>
                  <a:lnTo>
                    <a:pt x="4937760" y="0"/>
                  </a:lnTo>
                  <a:lnTo>
                    <a:pt x="4937760" y="1188720"/>
                  </a:lnTo>
                  <a:lnTo>
                    <a:pt x="0" y="1188720"/>
                  </a:lnTo>
                  <a:close/>
                </a:path>
              </a:pathLst>
            </a:custGeom>
            <a:blipFill>
              <a:blip r:embed="rId4">
                <a:alphaModFix amt="0"/>
              </a:blip>
              <a:stretch>
                <a:fillRect t="-30937" b="-30937"/>
              </a:stretch>
            </a:blipFill>
          </p:spPr>
          <p:txBody>
            <a:bodyPr/>
            <a:lstStyle/>
            <a:p>
              <a:endParaRPr/>
            </a:p>
          </p:txBody>
        </p:sp>
        <p:sp>
          <p:nvSpPr>
            <p:cNvPr id="44" name="TextBox 44"/>
            <p:cNvSpPr txBox="1"/>
            <p:nvPr/>
          </p:nvSpPr>
          <p:spPr>
            <a:xfrm>
              <a:off x="0" y="0"/>
              <a:ext cx="4937760" cy="1188720"/>
            </a:xfrm>
            <a:prstGeom prst="rect">
              <a:avLst/>
            </a:prstGeom>
          </p:spPr>
          <p:txBody>
            <a:bodyPr lIns="0" tIns="0" rIns="0" bIns="0" rtlCol="0" anchor="ctr"/>
            <a:lstStyle/>
            <a:p>
              <a:pPr algn="l">
                <a:lnSpc>
                  <a:spcPts val="2160"/>
                </a:lnSpc>
              </a:pPr>
              <a:r>
                <a:rPr lang="en-US" sz="1800" spc="6">
                  <a:solidFill>
                    <a:srgbClr val="333333"/>
                  </a:solidFill>
                  <a:latin typeface="Noto Sans Kr"/>
                  <a:ea typeface="Noto Sans Kr"/>
                  <a:cs typeface="Noto Sans Kr"/>
                  <a:sym typeface="Noto Sans Kr"/>
                </a:rPr>
                <a:t>함께 앉아 있는 긴장감으로 딴짓 감소</a:t>
              </a:r>
            </a:p>
          </p:txBody>
        </p:sp>
      </p:grpSp>
      <p:grpSp>
        <p:nvGrpSpPr>
          <p:cNvPr id="45" name="Group 45"/>
          <p:cNvGrpSpPr/>
          <p:nvPr/>
        </p:nvGrpSpPr>
        <p:grpSpPr>
          <a:xfrm>
            <a:off x="6848475" y="5682615"/>
            <a:ext cx="773430" cy="773430"/>
            <a:chOff x="0" y="0"/>
            <a:chExt cx="1031240" cy="1031240"/>
          </a:xfrm>
        </p:grpSpPr>
        <p:sp>
          <p:nvSpPr>
            <p:cNvPr id="46" name="Freeform 46"/>
            <p:cNvSpPr/>
            <p:nvPr/>
          </p:nvSpPr>
          <p:spPr>
            <a:xfrm>
              <a:off x="0" y="0"/>
              <a:ext cx="1031240" cy="1031240"/>
            </a:xfrm>
            <a:custGeom>
              <a:avLst/>
              <a:gdLst/>
              <a:ahLst/>
              <a:cxnLst/>
              <a:rect l="l" t="t" r="r" b="b"/>
              <a:pathLst>
                <a:path w="1031240" h="1031240">
                  <a:moveTo>
                    <a:pt x="0" y="515620"/>
                  </a:moveTo>
                  <a:cubicBezTo>
                    <a:pt x="0" y="230886"/>
                    <a:pt x="230886" y="0"/>
                    <a:pt x="515620" y="0"/>
                  </a:cubicBezTo>
                  <a:cubicBezTo>
                    <a:pt x="800354" y="0"/>
                    <a:pt x="1031240" y="230886"/>
                    <a:pt x="1031240" y="515620"/>
                  </a:cubicBezTo>
                  <a:cubicBezTo>
                    <a:pt x="1031240" y="800354"/>
                    <a:pt x="800354" y="1031240"/>
                    <a:pt x="515620" y="1031240"/>
                  </a:cubicBezTo>
                  <a:cubicBezTo>
                    <a:pt x="230886" y="1031240"/>
                    <a:pt x="0" y="800354"/>
                    <a:pt x="0" y="515620"/>
                  </a:cubicBezTo>
                  <a:close/>
                </a:path>
              </a:pathLst>
            </a:custGeom>
            <a:solidFill>
              <a:srgbClr val="3C55CB"/>
            </a:solidFill>
            <a:ln w="19050" cap="sq">
              <a:solidFill>
                <a:srgbClr val="3C55CB"/>
              </a:solidFill>
              <a:prstDash val="solid"/>
              <a:miter/>
            </a:ln>
          </p:spPr>
          <p:txBody>
            <a:bodyPr/>
            <a:lstStyle/>
            <a:p>
              <a:endParaRPr/>
            </a:p>
          </p:txBody>
        </p:sp>
      </p:grpSp>
      <p:grpSp>
        <p:nvGrpSpPr>
          <p:cNvPr id="47" name="Group 47"/>
          <p:cNvGrpSpPr/>
          <p:nvPr/>
        </p:nvGrpSpPr>
        <p:grpSpPr>
          <a:xfrm>
            <a:off x="7054139" y="5888279"/>
            <a:ext cx="362102" cy="362102"/>
            <a:chOff x="0" y="0"/>
            <a:chExt cx="482803" cy="482803"/>
          </a:xfrm>
        </p:grpSpPr>
        <p:sp>
          <p:nvSpPr>
            <p:cNvPr id="48" name="Freeform 48" descr="preencoded.png"/>
            <p:cNvSpPr/>
            <p:nvPr/>
          </p:nvSpPr>
          <p:spPr>
            <a:xfrm>
              <a:off x="0" y="0"/>
              <a:ext cx="482854" cy="482854"/>
            </a:xfrm>
            <a:custGeom>
              <a:avLst/>
              <a:gdLst/>
              <a:ahLst/>
              <a:cxnLst/>
              <a:rect l="l" t="t" r="r" b="b"/>
              <a:pathLst>
                <a:path w="482854" h="482854">
                  <a:moveTo>
                    <a:pt x="0" y="0"/>
                  </a:moveTo>
                  <a:lnTo>
                    <a:pt x="482854" y="0"/>
                  </a:lnTo>
                  <a:lnTo>
                    <a:pt x="482854" y="482854"/>
                  </a:lnTo>
                  <a:lnTo>
                    <a:pt x="0" y="482854"/>
                  </a:lnTo>
                  <a:lnTo>
                    <a:pt x="0" y="0"/>
                  </a:lnTo>
                  <a:close/>
                </a:path>
              </a:pathLst>
            </a:custGeom>
            <a:blipFill>
              <a:blip r:embed="rId9"/>
              <a:stretch>
                <a:fillRect r="10" b="10"/>
              </a:stretch>
            </a:blipFill>
          </p:spPr>
          <p:txBody>
            <a:bodyPr/>
            <a:lstStyle/>
            <a:p>
              <a:endParaRPr/>
            </a:p>
          </p:txBody>
        </p:sp>
      </p:grpSp>
      <p:grpSp>
        <p:nvGrpSpPr>
          <p:cNvPr id="49" name="Group 49"/>
          <p:cNvGrpSpPr/>
          <p:nvPr/>
        </p:nvGrpSpPr>
        <p:grpSpPr>
          <a:xfrm>
            <a:off x="7818120" y="5623560"/>
            <a:ext cx="3703320" cy="891540"/>
            <a:chOff x="0" y="0"/>
            <a:chExt cx="4937760" cy="1188720"/>
          </a:xfrm>
        </p:grpSpPr>
        <p:sp>
          <p:nvSpPr>
            <p:cNvPr id="50" name="Freeform 50"/>
            <p:cNvSpPr/>
            <p:nvPr/>
          </p:nvSpPr>
          <p:spPr>
            <a:xfrm>
              <a:off x="0" y="0"/>
              <a:ext cx="4937760" cy="1188720"/>
            </a:xfrm>
            <a:custGeom>
              <a:avLst/>
              <a:gdLst/>
              <a:ahLst/>
              <a:cxnLst/>
              <a:rect l="l" t="t" r="r" b="b"/>
              <a:pathLst>
                <a:path w="4937760" h="1188720">
                  <a:moveTo>
                    <a:pt x="0" y="0"/>
                  </a:moveTo>
                  <a:lnTo>
                    <a:pt x="4937760" y="0"/>
                  </a:lnTo>
                  <a:lnTo>
                    <a:pt x="4937760" y="1188720"/>
                  </a:lnTo>
                  <a:lnTo>
                    <a:pt x="0" y="1188720"/>
                  </a:lnTo>
                  <a:close/>
                </a:path>
              </a:pathLst>
            </a:custGeom>
            <a:blipFill>
              <a:blip r:embed="rId4">
                <a:alphaModFix amt="0"/>
              </a:blip>
              <a:stretch>
                <a:fillRect t="-30937" b="-30937"/>
              </a:stretch>
            </a:blipFill>
          </p:spPr>
          <p:txBody>
            <a:bodyPr/>
            <a:lstStyle/>
            <a:p>
              <a:endParaRPr/>
            </a:p>
          </p:txBody>
        </p:sp>
        <p:sp>
          <p:nvSpPr>
            <p:cNvPr id="51" name="TextBox 51"/>
            <p:cNvSpPr txBox="1"/>
            <p:nvPr/>
          </p:nvSpPr>
          <p:spPr>
            <a:xfrm>
              <a:off x="0" y="0"/>
              <a:ext cx="4937760" cy="1188720"/>
            </a:xfrm>
            <a:prstGeom prst="rect">
              <a:avLst/>
            </a:prstGeom>
          </p:spPr>
          <p:txBody>
            <a:bodyPr lIns="0" tIns="0" rIns="0" bIns="0" rtlCol="0" anchor="ctr"/>
            <a:lstStyle/>
            <a:p>
              <a:pPr algn="l">
                <a:lnSpc>
                  <a:spcPts val="2160"/>
                </a:lnSpc>
              </a:pPr>
              <a:r>
                <a:rPr lang="en-US" sz="1800" spc="6">
                  <a:solidFill>
                    <a:srgbClr val="333333"/>
                  </a:solidFill>
                  <a:latin typeface="Noto Sans Kr"/>
                  <a:ea typeface="Noto Sans Kr"/>
                  <a:cs typeface="Noto Sans Kr"/>
                  <a:sym typeface="Noto Sans Kr"/>
                </a:rPr>
                <a:t>실제 집중 시간을 과목별로 확인</a:t>
              </a:r>
            </a:p>
          </p:txBody>
        </p:sp>
      </p:grpSp>
      <p:grpSp>
        <p:nvGrpSpPr>
          <p:cNvPr id="52" name="Group 52"/>
          <p:cNvGrpSpPr/>
          <p:nvPr/>
        </p:nvGrpSpPr>
        <p:grpSpPr>
          <a:xfrm>
            <a:off x="12060555" y="2322195"/>
            <a:ext cx="5299710" cy="4682490"/>
            <a:chOff x="0" y="0"/>
            <a:chExt cx="7066280" cy="6243320"/>
          </a:xfrm>
        </p:grpSpPr>
        <p:sp>
          <p:nvSpPr>
            <p:cNvPr id="53" name="Freeform 53"/>
            <p:cNvSpPr/>
            <p:nvPr/>
          </p:nvSpPr>
          <p:spPr>
            <a:xfrm>
              <a:off x="0" y="0"/>
              <a:ext cx="7066280" cy="6243320"/>
            </a:xfrm>
            <a:custGeom>
              <a:avLst/>
              <a:gdLst/>
              <a:ahLst/>
              <a:cxnLst/>
              <a:rect l="l" t="t" r="r" b="b"/>
              <a:pathLst>
                <a:path w="7066280" h="6243320">
                  <a:moveTo>
                    <a:pt x="0" y="146939"/>
                  </a:moveTo>
                  <a:cubicBezTo>
                    <a:pt x="0" y="65786"/>
                    <a:pt x="65786" y="0"/>
                    <a:pt x="146939" y="0"/>
                  </a:cubicBezTo>
                  <a:lnTo>
                    <a:pt x="6919341" y="0"/>
                  </a:lnTo>
                  <a:cubicBezTo>
                    <a:pt x="7000494" y="0"/>
                    <a:pt x="7066280" y="65786"/>
                    <a:pt x="7066280" y="146939"/>
                  </a:cubicBezTo>
                  <a:lnTo>
                    <a:pt x="7066280" y="6096381"/>
                  </a:lnTo>
                  <a:cubicBezTo>
                    <a:pt x="7066280" y="6177534"/>
                    <a:pt x="7000494" y="6243320"/>
                    <a:pt x="6919341" y="6243320"/>
                  </a:cubicBezTo>
                  <a:lnTo>
                    <a:pt x="146939" y="6243320"/>
                  </a:lnTo>
                  <a:cubicBezTo>
                    <a:pt x="65786" y="6243320"/>
                    <a:pt x="0" y="6177534"/>
                    <a:pt x="0" y="6096381"/>
                  </a:cubicBezTo>
                  <a:close/>
                </a:path>
              </a:pathLst>
            </a:custGeom>
            <a:solidFill>
              <a:srgbClr val="FFFFFF"/>
            </a:solidFill>
            <a:ln w="19050" cap="sq">
              <a:solidFill>
                <a:srgbClr val="ECEEF3"/>
              </a:solidFill>
              <a:prstDash val="solid"/>
              <a:miter/>
            </a:ln>
            <a:effectLst>
              <a:outerShdw blurRad="228600" dist="38100" dir="5400000" algn="t" rotWithShape="0">
                <a:srgbClr val="1F2A5A">
                  <a:alpha val="11000"/>
                </a:srgbClr>
              </a:outerShdw>
            </a:effectLst>
          </p:spPr>
          <p:txBody>
            <a:bodyPr/>
            <a:lstStyle/>
            <a:p>
              <a:endParaRPr/>
            </a:p>
          </p:txBody>
        </p:sp>
      </p:grpSp>
      <p:sp>
        <p:nvSpPr>
          <p:cNvPr id="54" name="TextBox 54"/>
          <p:cNvSpPr txBox="1"/>
          <p:nvPr/>
        </p:nvSpPr>
        <p:spPr>
          <a:xfrm>
            <a:off x="12481560" y="2674620"/>
            <a:ext cx="4526280" cy="342900"/>
          </a:xfrm>
          <a:prstGeom prst="rect">
            <a:avLst/>
          </a:prstGeom>
        </p:spPr>
        <p:txBody>
          <a:bodyPr lIns="0" tIns="0" rIns="0" bIns="0" rtlCol="0" anchor="t">
            <a:spAutoFit/>
          </a:bodyPr>
          <a:lstStyle/>
          <a:p>
            <a:pPr algn="l">
              <a:lnSpc>
                <a:spcPts val="2700"/>
              </a:lnSpc>
            </a:pPr>
            <a:r>
              <a:rPr lang="en-US" sz="2250" b="1" spc="8">
                <a:solidFill>
                  <a:srgbClr val="3C55CB"/>
                </a:solidFill>
                <a:latin typeface="Noto Sans Kr Bold"/>
                <a:ea typeface="Noto Sans Kr Bold"/>
                <a:cs typeface="Noto Sans Kr Bold"/>
                <a:sym typeface="Noto Sans Kr Bold"/>
              </a:rPr>
              <a:t>프로젝트 성과</a:t>
            </a:r>
          </a:p>
        </p:txBody>
      </p:sp>
      <p:grpSp>
        <p:nvGrpSpPr>
          <p:cNvPr id="55" name="Group 55"/>
          <p:cNvGrpSpPr/>
          <p:nvPr/>
        </p:nvGrpSpPr>
        <p:grpSpPr>
          <a:xfrm>
            <a:off x="12472035" y="3488055"/>
            <a:ext cx="773430" cy="773430"/>
            <a:chOff x="0" y="0"/>
            <a:chExt cx="1031240" cy="1031240"/>
          </a:xfrm>
        </p:grpSpPr>
        <p:sp>
          <p:nvSpPr>
            <p:cNvPr id="56" name="Freeform 56"/>
            <p:cNvSpPr/>
            <p:nvPr/>
          </p:nvSpPr>
          <p:spPr>
            <a:xfrm>
              <a:off x="0" y="0"/>
              <a:ext cx="1031240" cy="1031240"/>
            </a:xfrm>
            <a:custGeom>
              <a:avLst/>
              <a:gdLst/>
              <a:ahLst/>
              <a:cxnLst/>
              <a:rect l="l" t="t" r="r" b="b"/>
              <a:pathLst>
                <a:path w="1031240" h="1031240">
                  <a:moveTo>
                    <a:pt x="0" y="515620"/>
                  </a:moveTo>
                  <a:cubicBezTo>
                    <a:pt x="0" y="230886"/>
                    <a:pt x="230886" y="0"/>
                    <a:pt x="515620" y="0"/>
                  </a:cubicBezTo>
                  <a:cubicBezTo>
                    <a:pt x="800354" y="0"/>
                    <a:pt x="1031240" y="230886"/>
                    <a:pt x="1031240" y="515620"/>
                  </a:cubicBezTo>
                  <a:cubicBezTo>
                    <a:pt x="1031240" y="800354"/>
                    <a:pt x="800354" y="1031240"/>
                    <a:pt x="515620" y="1031240"/>
                  </a:cubicBezTo>
                  <a:cubicBezTo>
                    <a:pt x="230886" y="1031240"/>
                    <a:pt x="0" y="800354"/>
                    <a:pt x="0" y="515620"/>
                  </a:cubicBezTo>
                  <a:close/>
                </a:path>
              </a:pathLst>
            </a:custGeom>
            <a:solidFill>
              <a:srgbClr val="3C55CB"/>
            </a:solidFill>
            <a:ln w="19050" cap="sq">
              <a:solidFill>
                <a:srgbClr val="3C55CB"/>
              </a:solidFill>
              <a:prstDash val="solid"/>
              <a:miter/>
            </a:ln>
          </p:spPr>
          <p:txBody>
            <a:bodyPr/>
            <a:lstStyle/>
            <a:p>
              <a:endParaRPr/>
            </a:p>
          </p:txBody>
        </p:sp>
      </p:grpSp>
      <p:grpSp>
        <p:nvGrpSpPr>
          <p:cNvPr id="57" name="Group 57"/>
          <p:cNvGrpSpPr/>
          <p:nvPr/>
        </p:nvGrpSpPr>
        <p:grpSpPr>
          <a:xfrm>
            <a:off x="12677699" y="3693719"/>
            <a:ext cx="362102" cy="362102"/>
            <a:chOff x="0" y="0"/>
            <a:chExt cx="482803" cy="482803"/>
          </a:xfrm>
        </p:grpSpPr>
        <p:sp>
          <p:nvSpPr>
            <p:cNvPr id="58" name="Freeform 58" descr="preencoded.png"/>
            <p:cNvSpPr/>
            <p:nvPr/>
          </p:nvSpPr>
          <p:spPr>
            <a:xfrm>
              <a:off x="0" y="0"/>
              <a:ext cx="482854" cy="482854"/>
            </a:xfrm>
            <a:custGeom>
              <a:avLst/>
              <a:gdLst/>
              <a:ahLst/>
              <a:cxnLst/>
              <a:rect l="l" t="t" r="r" b="b"/>
              <a:pathLst>
                <a:path w="482854" h="482854">
                  <a:moveTo>
                    <a:pt x="0" y="0"/>
                  </a:moveTo>
                  <a:lnTo>
                    <a:pt x="482854" y="0"/>
                  </a:lnTo>
                  <a:lnTo>
                    <a:pt x="482854" y="482854"/>
                  </a:lnTo>
                  <a:lnTo>
                    <a:pt x="0" y="482854"/>
                  </a:lnTo>
                  <a:lnTo>
                    <a:pt x="0" y="0"/>
                  </a:lnTo>
                  <a:close/>
                </a:path>
              </a:pathLst>
            </a:custGeom>
            <a:blipFill>
              <a:blip r:embed="rId10"/>
              <a:stretch>
                <a:fillRect r="10" b="10"/>
              </a:stretch>
            </a:blipFill>
          </p:spPr>
          <p:txBody>
            <a:bodyPr/>
            <a:lstStyle/>
            <a:p>
              <a:endParaRPr/>
            </a:p>
          </p:txBody>
        </p:sp>
      </p:grpSp>
      <p:grpSp>
        <p:nvGrpSpPr>
          <p:cNvPr id="59" name="Group 59"/>
          <p:cNvGrpSpPr/>
          <p:nvPr/>
        </p:nvGrpSpPr>
        <p:grpSpPr>
          <a:xfrm>
            <a:off x="13445490" y="3358134"/>
            <a:ext cx="3703320" cy="958596"/>
            <a:chOff x="0" y="0"/>
            <a:chExt cx="4937760" cy="1278128"/>
          </a:xfrm>
        </p:grpSpPr>
        <p:sp>
          <p:nvSpPr>
            <p:cNvPr id="60" name="Freeform 60"/>
            <p:cNvSpPr/>
            <p:nvPr/>
          </p:nvSpPr>
          <p:spPr>
            <a:xfrm>
              <a:off x="0" y="0"/>
              <a:ext cx="4937760" cy="1278128"/>
            </a:xfrm>
            <a:custGeom>
              <a:avLst/>
              <a:gdLst/>
              <a:ahLst/>
              <a:cxnLst/>
              <a:rect l="l" t="t" r="r" b="b"/>
              <a:pathLst>
                <a:path w="4937760" h="1278128">
                  <a:moveTo>
                    <a:pt x="0" y="0"/>
                  </a:moveTo>
                  <a:lnTo>
                    <a:pt x="4937760" y="0"/>
                  </a:lnTo>
                  <a:lnTo>
                    <a:pt x="4937760" y="1278128"/>
                  </a:lnTo>
                  <a:lnTo>
                    <a:pt x="0" y="1278128"/>
                  </a:lnTo>
                  <a:close/>
                </a:path>
              </a:pathLst>
            </a:custGeom>
            <a:blipFill>
              <a:blip r:embed="rId4">
                <a:alphaModFix amt="0"/>
              </a:blip>
              <a:stretch>
                <a:fillRect t="-28773" b="-21778"/>
              </a:stretch>
            </a:blipFill>
          </p:spPr>
          <p:txBody>
            <a:bodyPr/>
            <a:lstStyle/>
            <a:p>
              <a:endParaRPr/>
            </a:p>
          </p:txBody>
        </p:sp>
        <p:sp>
          <p:nvSpPr>
            <p:cNvPr id="61" name="TextBox 61"/>
            <p:cNvSpPr txBox="1"/>
            <p:nvPr/>
          </p:nvSpPr>
          <p:spPr>
            <a:xfrm>
              <a:off x="0" y="0"/>
              <a:ext cx="4937760" cy="1278128"/>
            </a:xfrm>
            <a:prstGeom prst="rect">
              <a:avLst/>
            </a:prstGeom>
          </p:spPr>
          <p:txBody>
            <a:bodyPr lIns="0" tIns="0" rIns="0" bIns="0" rtlCol="0" anchor="ctr"/>
            <a:lstStyle/>
            <a:p>
              <a:pPr algn="l">
                <a:lnSpc>
                  <a:spcPts val="2160"/>
                </a:lnSpc>
              </a:pPr>
              <a:r>
                <a:rPr lang="en-US" sz="1800" spc="5">
                  <a:solidFill>
                    <a:srgbClr val="333333"/>
                  </a:solidFill>
                  <a:latin typeface="Noto Sans Kr"/>
                  <a:ea typeface="Noto Sans Kr"/>
                  <a:cs typeface="Noto Sans Kr"/>
                  <a:sym typeface="Noto Sans Kr"/>
                </a:rPr>
                <a:t>학습 공간 비용 절감 </a:t>
              </a:r>
            </a:p>
            <a:p>
              <a:pPr algn="l">
                <a:lnSpc>
                  <a:spcPts val="2160"/>
                </a:lnSpc>
              </a:pPr>
              <a:r>
                <a:rPr lang="en-US" sz="1800" spc="6">
                  <a:solidFill>
                    <a:srgbClr val="333333"/>
                  </a:solidFill>
                  <a:latin typeface="Noto Sans Kr"/>
                  <a:ea typeface="Noto Sans Kr"/>
                  <a:cs typeface="Noto Sans Kr"/>
                  <a:sym typeface="Noto Sans Kr"/>
                </a:rPr>
                <a:t>(월 약 12만 원 대체)</a:t>
              </a:r>
            </a:p>
          </p:txBody>
        </p:sp>
      </p:grpSp>
      <p:grpSp>
        <p:nvGrpSpPr>
          <p:cNvPr id="62" name="Group 62"/>
          <p:cNvGrpSpPr/>
          <p:nvPr/>
        </p:nvGrpSpPr>
        <p:grpSpPr>
          <a:xfrm>
            <a:off x="12472035" y="4585335"/>
            <a:ext cx="773430" cy="773430"/>
            <a:chOff x="0" y="0"/>
            <a:chExt cx="1031240" cy="1031240"/>
          </a:xfrm>
        </p:grpSpPr>
        <p:sp>
          <p:nvSpPr>
            <p:cNvPr id="63" name="Freeform 63"/>
            <p:cNvSpPr/>
            <p:nvPr/>
          </p:nvSpPr>
          <p:spPr>
            <a:xfrm>
              <a:off x="0" y="0"/>
              <a:ext cx="1031240" cy="1031240"/>
            </a:xfrm>
            <a:custGeom>
              <a:avLst/>
              <a:gdLst/>
              <a:ahLst/>
              <a:cxnLst/>
              <a:rect l="l" t="t" r="r" b="b"/>
              <a:pathLst>
                <a:path w="1031240" h="1031240">
                  <a:moveTo>
                    <a:pt x="0" y="515620"/>
                  </a:moveTo>
                  <a:cubicBezTo>
                    <a:pt x="0" y="230886"/>
                    <a:pt x="230886" y="0"/>
                    <a:pt x="515620" y="0"/>
                  </a:cubicBezTo>
                  <a:cubicBezTo>
                    <a:pt x="800354" y="0"/>
                    <a:pt x="1031240" y="230886"/>
                    <a:pt x="1031240" y="515620"/>
                  </a:cubicBezTo>
                  <a:cubicBezTo>
                    <a:pt x="1031240" y="800354"/>
                    <a:pt x="800354" y="1031240"/>
                    <a:pt x="515620" y="1031240"/>
                  </a:cubicBezTo>
                  <a:cubicBezTo>
                    <a:pt x="230886" y="1031240"/>
                    <a:pt x="0" y="800354"/>
                    <a:pt x="0" y="515620"/>
                  </a:cubicBezTo>
                  <a:close/>
                </a:path>
              </a:pathLst>
            </a:custGeom>
            <a:solidFill>
              <a:srgbClr val="3C55CB"/>
            </a:solidFill>
            <a:ln w="19050" cap="sq">
              <a:solidFill>
                <a:srgbClr val="3C55CB"/>
              </a:solidFill>
              <a:prstDash val="solid"/>
              <a:miter/>
            </a:ln>
          </p:spPr>
          <p:txBody>
            <a:bodyPr/>
            <a:lstStyle/>
            <a:p>
              <a:endParaRPr/>
            </a:p>
          </p:txBody>
        </p:sp>
      </p:grpSp>
      <p:grpSp>
        <p:nvGrpSpPr>
          <p:cNvPr id="64" name="Group 64"/>
          <p:cNvGrpSpPr/>
          <p:nvPr/>
        </p:nvGrpSpPr>
        <p:grpSpPr>
          <a:xfrm>
            <a:off x="12677699" y="4790999"/>
            <a:ext cx="362102" cy="362102"/>
            <a:chOff x="0" y="0"/>
            <a:chExt cx="482803" cy="482803"/>
          </a:xfrm>
        </p:grpSpPr>
        <p:sp>
          <p:nvSpPr>
            <p:cNvPr id="65" name="Freeform 65" descr="preencoded.png"/>
            <p:cNvSpPr/>
            <p:nvPr/>
          </p:nvSpPr>
          <p:spPr>
            <a:xfrm>
              <a:off x="0" y="0"/>
              <a:ext cx="482854" cy="482854"/>
            </a:xfrm>
            <a:custGeom>
              <a:avLst/>
              <a:gdLst/>
              <a:ahLst/>
              <a:cxnLst/>
              <a:rect l="l" t="t" r="r" b="b"/>
              <a:pathLst>
                <a:path w="482854" h="482854">
                  <a:moveTo>
                    <a:pt x="0" y="0"/>
                  </a:moveTo>
                  <a:lnTo>
                    <a:pt x="482854" y="0"/>
                  </a:lnTo>
                  <a:lnTo>
                    <a:pt x="482854" y="482854"/>
                  </a:lnTo>
                  <a:lnTo>
                    <a:pt x="0" y="482854"/>
                  </a:lnTo>
                  <a:lnTo>
                    <a:pt x="0" y="0"/>
                  </a:lnTo>
                  <a:close/>
                </a:path>
              </a:pathLst>
            </a:custGeom>
            <a:blipFill>
              <a:blip r:embed="rId11"/>
              <a:stretch>
                <a:fillRect r="10" b="10"/>
              </a:stretch>
            </a:blipFill>
          </p:spPr>
          <p:txBody>
            <a:bodyPr/>
            <a:lstStyle/>
            <a:p>
              <a:endParaRPr/>
            </a:p>
          </p:txBody>
        </p:sp>
      </p:grpSp>
      <p:grpSp>
        <p:nvGrpSpPr>
          <p:cNvPr id="66" name="Group 66"/>
          <p:cNvGrpSpPr/>
          <p:nvPr/>
        </p:nvGrpSpPr>
        <p:grpSpPr>
          <a:xfrm>
            <a:off x="13441680" y="4526280"/>
            <a:ext cx="3703320" cy="891540"/>
            <a:chOff x="0" y="0"/>
            <a:chExt cx="4937760" cy="1188720"/>
          </a:xfrm>
        </p:grpSpPr>
        <p:sp>
          <p:nvSpPr>
            <p:cNvPr id="67" name="Freeform 67"/>
            <p:cNvSpPr/>
            <p:nvPr/>
          </p:nvSpPr>
          <p:spPr>
            <a:xfrm>
              <a:off x="0" y="0"/>
              <a:ext cx="4937760" cy="1188720"/>
            </a:xfrm>
            <a:custGeom>
              <a:avLst/>
              <a:gdLst/>
              <a:ahLst/>
              <a:cxnLst/>
              <a:rect l="l" t="t" r="r" b="b"/>
              <a:pathLst>
                <a:path w="4937760" h="1188720">
                  <a:moveTo>
                    <a:pt x="0" y="0"/>
                  </a:moveTo>
                  <a:lnTo>
                    <a:pt x="4937760" y="0"/>
                  </a:lnTo>
                  <a:lnTo>
                    <a:pt x="4937760" y="1188720"/>
                  </a:lnTo>
                  <a:lnTo>
                    <a:pt x="0" y="1188720"/>
                  </a:lnTo>
                  <a:close/>
                </a:path>
              </a:pathLst>
            </a:custGeom>
            <a:blipFill>
              <a:blip r:embed="rId4">
                <a:alphaModFix amt="0"/>
              </a:blip>
              <a:stretch>
                <a:fillRect t="-30937" b="-30937"/>
              </a:stretch>
            </a:blipFill>
          </p:spPr>
          <p:txBody>
            <a:bodyPr/>
            <a:lstStyle/>
            <a:p>
              <a:endParaRPr/>
            </a:p>
          </p:txBody>
        </p:sp>
        <p:sp>
          <p:nvSpPr>
            <p:cNvPr id="68" name="TextBox 68"/>
            <p:cNvSpPr txBox="1"/>
            <p:nvPr/>
          </p:nvSpPr>
          <p:spPr>
            <a:xfrm>
              <a:off x="0" y="0"/>
              <a:ext cx="4937760" cy="1188720"/>
            </a:xfrm>
            <a:prstGeom prst="rect">
              <a:avLst/>
            </a:prstGeom>
          </p:spPr>
          <p:txBody>
            <a:bodyPr lIns="0" tIns="0" rIns="0" bIns="0" rtlCol="0" anchor="ctr"/>
            <a:lstStyle/>
            <a:p>
              <a:pPr algn="l">
                <a:lnSpc>
                  <a:spcPts val="2160"/>
                </a:lnSpc>
              </a:pPr>
              <a:r>
                <a:rPr lang="en-US" sz="1800" spc="6">
                  <a:solidFill>
                    <a:srgbClr val="333333"/>
                  </a:solidFill>
                  <a:latin typeface="Noto Sans Kr"/>
                  <a:ea typeface="Noto Sans Kr"/>
                  <a:cs typeface="Noto Sans Kr"/>
                  <a:sym typeface="Noto Sans Kr"/>
                </a:rPr>
                <a:t>경제적 여건에 따른 학습 격차 완화</a:t>
              </a:r>
            </a:p>
          </p:txBody>
        </p:sp>
      </p:grpSp>
      <p:grpSp>
        <p:nvGrpSpPr>
          <p:cNvPr id="69" name="Group 69"/>
          <p:cNvGrpSpPr/>
          <p:nvPr/>
        </p:nvGrpSpPr>
        <p:grpSpPr>
          <a:xfrm>
            <a:off x="12472035" y="5682615"/>
            <a:ext cx="773430" cy="773430"/>
            <a:chOff x="0" y="0"/>
            <a:chExt cx="1031240" cy="1031240"/>
          </a:xfrm>
        </p:grpSpPr>
        <p:sp>
          <p:nvSpPr>
            <p:cNvPr id="70" name="Freeform 70"/>
            <p:cNvSpPr/>
            <p:nvPr/>
          </p:nvSpPr>
          <p:spPr>
            <a:xfrm>
              <a:off x="0" y="0"/>
              <a:ext cx="1031240" cy="1031240"/>
            </a:xfrm>
            <a:custGeom>
              <a:avLst/>
              <a:gdLst/>
              <a:ahLst/>
              <a:cxnLst/>
              <a:rect l="l" t="t" r="r" b="b"/>
              <a:pathLst>
                <a:path w="1031240" h="1031240">
                  <a:moveTo>
                    <a:pt x="0" y="515620"/>
                  </a:moveTo>
                  <a:cubicBezTo>
                    <a:pt x="0" y="230886"/>
                    <a:pt x="230886" y="0"/>
                    <a:pt x="515620" y="0"/>
                  </a:cubicBezTo>
                  <a:cubicBezTo>
                    <a:pt x="800354" y="0"/>
                    <a:pt x="1031240" y="230886"/>
                    <a:pt x="1031240" y="515620"/>
                  </a:cubicBezTo>
                  <a:cubicBezTo>
                    <a:pt x="1031240" y="800354"/>
                    <a:pt x="800354" y="1031240"/>
                    <a:pt x="515620" y="1031240"/>
                  </a:cubicBezTo>
                  <a:cubicBezTo>
                    <a:pt x="230886" y="1031240"/>
                    <a:pt x="0" y="800354"/>
                    <a:pt x="0" y="515620"/>
                  </a:cubicBezTo>
                  <a:close/>
                </a:path>
              </a:pathLst>
            </a:custGeom>
            <a:solidFill>
              <a:srgbClr val="3C55CB"/>
            </a:solidFill>
            <a:ln w="19050" cap="sq">
              <a:solidFill>
                <a:srgbClr val="3C55CB"/>
              </a:solidFill>
              <a:prstDash val="solid"/>
              <a:miter/>
            </a:ln>
          </p:spPr>
          <p:txBody>
            <a:bodyPr/>
            <a:lstStyle/>
            <a:p>
              <a:endParaRPr/>
            </a:p>
          </p:txBody>
        </p:sp>
      </p:grpSp>
      <p:grpSp>
        <p:nvGrpSpPr>
          <p:cNvPr id="71" name="Group 71"/>
          <p:cNvGrpSpPr/>
          <p:nvPr/>
        </p:nvGrpSpPr>
        <p:grpSpPr>
          <a:xfrm>
            <a:off x="12677699" y="5888279"/>
            <a:ext cx="362102" cy="362102"/>
            <a:chOff x="0" y="0"/>
            <a:chExt cx="482803" cy="482803"/>
          </a:xfrm>
        </p:grpSpPr>
        <p:sp>
          <p:nvSpPr>
            <p:cNvPr id="72" name="Freeform 72" descr="preencoded.png"/>
            <p:cNvSpPr/>
            <p:nvPr/>
          </p:nvSpPr>
          <p:spPr>
            <a:xfrm>
              <a:off x="0" y="0"/>
              <a:ext cx="482854" cy="482854"/>
            </a:xfrm>
            <a:custGeom>
              <a:avLst/>
              <a:gdLst/>
              <a:ahLst/>
              <a:cxnLst/>
              <a:rect l="l" t="t" r="r" b="b"/>
              <a:pathLst>
                <a:path w="482854" h="482854">
                  <a:moveTo>
                    <a:pt x="0" y="0"/>
                  </a:moveTo>
                  <a:lnTo>
                    <a:pt x="482854" y="0"/>
                  </a:lnTo>
                  <a:lnTo>
                    <a:pt x="482854" y="482854"/>
                  </a:lnTo>
                  <a:lnTo>
                    <a:pt x="0" y="482854"/>
                  </a:lnTo>
                  <a:lnTo>
                    <a:pt x="0" y="0"/>
                  </a:lnTo>
                  <a:close/>
                </a:path>
              </a:pathLst>
            </a:custGeom>
            <a:blipFill>
              <a:blip r:embed="rId12"/>
              <a:stretch>
                <a:fillRect r="10" b="10"/>
              </a:stretch>
            </a:blipFill>
          </p:spPr>
          <p:txBody>
            <a:bodyPr/>
            <a:lstStyle/>
            <a:p>
              <a:endParaRPr/>
            </a:p>
          </p:txBody>
        </p:sp>
      </p:grpSp>
      <p:grpSp>
        <p:nvGrpSpPr>
          <p:cNvPr id="73" name="Group 73"/>
          <p:cNvGrpSpPr/>
          <p:nvPr/>
        </p:nvGrpSpPr>
        <p:grpSpPr>
          <a:xfrm>
            <a:off x="13441680" y="5623560"/>
            <a:ext cx="3703320" cy="891540"/>
            <a:chOff x="0" y="0"/>
            <a:chExt cx="4937760" cy="1188720"/>
          </a:xfrm>
        </p:grpSpPr>
        <p:sp>
          <p:nvSpPr>
            <p:cNvPr id="74" name="Freeform 74"/>
            <p:cNvSpPr/>
            <p:nvPr/>
          </p:nvSpPr>
          <p:spPr>
            <a:xfrm>
              <a:off x="0" y="0"/>
              <a:ext cx="4937760" cy="1188720"/>
            </a:xfrm>
            <a:custGeom>
              <a:avLst/>
              <a:gdLst/>
              <a:ahLst/>
              <a:cxnLst/>
              <a:rect l="l" t="t" r="r" b="b"/>
              <a:pathLst>
                <a:path w="4937760" h="1188720">
                  <a:moveTo>
                    <a:pt x="0" y="0"/>
                  </a:moveTo>
                  <a:lnTo>
                    <a:pt x="4937760" y="0"/>
                  </a:lnTo>
                  <a:lnTo>
                    <a:pt x="4937760" y="1188720"/>
                  </a:lnTo>
                  <a:lnTo>
                    <a:pt x="0" y="1188720"/>
                  </a:lnTo>
                  <a:close/>
                </a:path>
              </a:pathLst>
            </a:custGeom>
            <a:blipFill>
              <a:blip r:embed="rId4">
                <a:alphaModFix amt="0"/>
              </a:blip>
              <a:stretch>
                <a:fillRect t="-30937" b="-30937"/>
              </a:stretch>
            </a:blipFill>
          </p:spPr>
          <p:txBody>
            <a:bodyPr/>
            <a:lstStyle/>
            <a:p>
              <a:endParaRPr/>
            </a:p>
          </p:txBody>
        </p:sp>
        <p:sp>
          <p:nvSpPr>
            <p:cNvPr id="75" name="TextBox 75"/>
            <p:cNvSpPr txBox="1"/>
            <p:nvPr/>
          </p:nvSpPr>
          <p:spPr>
            <a:xfrm>
              <a:off x="0" y="0"/>
              <a:ext cx="4937760" cy="1188720"/>
            </a:xfrm>
            <a:prstGeom prst="rect">
              <a:avLst/>
            </a:prstGeom>
          </p:spPr>
          <p:txBody>
            <a:bodyPr lIns="0" tIns="0" rIns="0" bIns="0" rtlCol="0" anchor="ctr"/>
            <a:lstStyle/>
            <a:p>
              <a:pPr algn="l">
                <a:lnSpc>
                  <a:spcPts val="2160"/>
                </a:lnSpc>
              </a:pPr>
              <a:r>
                <a:rPr lang="en-US" sz="1800" spc="6" dirty="0" err="1">
                  <a:solidFill>
                    <a:srgbClr val="333333"/>
                  </a:solidFill>
                  <a:latin typeface="Noto Sans Kr"/>
                  <a:ea typeface="Noto Sans Kr"/>
                  <a:cs typeface="Noto Sans Kr"/>
                  <a:sym typeface="Noto Sans Kr"/>
                </a:rPr>
                <a:t>특허</a:t>
              </a:r>
              <a:r>
                <a:rPr lang="en-US" sz="1800" spc="6" dirty="0">
                  <a:solidFill>
                    <a:srgbClr val="333333"/>
                  </a:solidFill>
                  <a:latin typeface="Noto Sans Kr"/>
                  <a:ea typeface="Noto Sans Kr"/>
                  <a:cs typeface="Noto Sans Kr"/>
                  <a:sym typeface="Noto Sans Kr"/>
                </a:rPr>
                <a:t> </a:t>
              </a:r>
              <a:r>
                <a:rPr lang="en-US" sz="1800" spc="6" dirty="0" err="1">
                  <a:solidFill>
                    <a:srgbClr val="333333"/>
                  </a:solidFill>
                  <a:latin typeface="Noto Sans Kr"/>
                  <a:ea typeface="Noto Sans Kr"/>
                  <a:cs typeface="Noto Sans Kr"/>
                  <a:sym typeface="Noto Sans Kr"/>
                </a:rPr>
                <a:t>출원</a:t>
              </a:r>
              <a:r>
                <a:rPr lang="en-US" sz="1800" spc="6" dirty="0">
                  <a:solidFill>
                    <a:srgbClr val="333333"/>
                  </a:solidFill>
                  <a:latin typeface="Noto Sans Kr"/>
                  <a:ea typeface="Noto Sans Kr"/>
                  <a:cs typeface="Noto Sans Kr"/>
                  <a:sym typeface="Noto Sans Kr"/>
                </a:rPr>
                <a:t> · SW </a:t>
              </a:r>
              <a:r>
                <a:rPr lang="en-US" sz="1800" spc="6" dirty="0" err="1">
                  <a:solidFill>
                    <a:srgbClr val="333333"/>
                  </a:solidFill>
                  <a:latin typeface="Noto Sans Kr"/>
                  <a:ea typeface="Noto Sans Kr"/>
                  <a:cs typeface="Noto Sans Kr"/>
                  <a:sym typeface="Noto Sans Kr"/>
                </a:rPr>
                <a:t>등록</a:t>
              </a:r>
              <a:endParaRPr lang="en-US" sz="1800" spc="6" dirty="0">
                <a:solidFill>
                  <a:srgbClr val="333333"/>
                </a:solidFill>
                <a:latin typeface="Noto Sans Kr"/>
                <a:ea typeface="Noto Sans Kr"/>
                <a:cs typeface="Noto Sans Kr"/>
                <a:sym typeface="Noto Sans Kr"/>
              </a:endParaRPr>
            </a:p>
          </p:txBody>
        </p:sp>
      </p:grpSp>
      <p:sp>
        <p:nvSpPr>
          <p:cNvPr id="85" name="TextBox 85"/>
          <p:cNvSpPr txBox="1"/>
          <p:nvPr/>
        </p:nvSpPr>
        <p:spPr>
          <a:xfrm>
            <a:off x="8778240" y="9601200"/>
            <a:ext cx="731520" cy="228600"/>
          </a:xfrm>
          <a:prstGeom prst="rect">
            <a:avLst/>
          </a:prstGeom>
        </p:spPr>
        <p:txBody>
          <a:bodyPr lIns="0" tIns="0" rIns="0" bIns="0" rtlCol="0" anchor="t">
            <a:spAutoFit/>
          </a:bodyPr>
          <a:lstStyle/>
          <a:p>
            <a:pPr algn="ctr">
              <a:lnSpc>
                <a:spcPts val="1800"/>
              </a:lnSpc>
            </a:pPr>
            <a:r>
              <a:rPr lang="en-US" sz="1500" spc="5">
                <a:solidFill>
                  <a:srgbClr val="555555"/>
                </a:solidFill>
                <a:latin typeface="Noto Sans Kr"/>
                <a:ea typeface="Noto Sans Kr"/>
                <a:cs typeface="Noto Sans Kr"/>
                <a:sym typeface="Noto Sans Kr"/>
              </a:rPr>
              <a:t>12</a:t>
            </a:r>
          </a:p>
        </p:txBody>
      </p:sp>
      <p:sp>
        <p:nvSpPr>
          <p:cNvPr id="86" name="TextBox 2">
            <a:extLst>
              <a:ext uri="{FF2B5EF4-FFF2-40B4-BE49-F238E27FC236}">
                <a16:creationId xmlns:a16="http://schemas.microsoft.com/office/drawing/2014/main" id="{B0E437E8-BED0-EF99-7E73-2E40609EB9F9}"/>
              </a:ext>
            </a:extLst>
          </p:cNvPr>
          <p:cNvSpPr txBox="1"/>
          <p:nvPr/>
        </p:nvSpPr>
        <p:spPr>
          <a:xfrm>
            <a:off x="822960" y="548640"/>
            <a:ext cx="10972800" cy="266676"/>
          </a:xfrm>
          <a:prstGeom prst="rect">
            <a:avLst/>
          </a:prstGeom>
        </p:spPr>
        <p:txBody>
          <a:bodyPr lIns="0" tIns="0" rIns="0" bIns="0" rtlCol="0" anchor="t">
            <a:spAutoFit/>
          </a:bodyPr>
          <a:lstStyle/>
          <a:p>
            <a:pPr>
              <a:lnSpc>
                <a:spcPts val="2160"/>
              </a:lnSpc>
            </a:pPr>
            <a:r>
              <a:rPr lang="en-US" altLang="ko-KR" spc="8" dirty="0">
                <a:solidFill>
                  <a:schemeClr val="bg1">
                    <a:lumMod val="50000"/>
                  </a:schemeClr>
                </a:solidFill>
                <a:latin typeface="Noto Sans Kr Bold"/>
                <a:ea typeface="Noto Sans Kr Bold"/>
                <a:cs typeface="Noto Sans Kr Bold"/>
                <a:sym typeface="Noto Sans Kr Bold"/>
              </a:rPr>
              <a:t>2026-2 </a:t>
            </a:r>
            <a:r>
              <a:rPr lang="en-US" altLang="ko-KR" spc="8" dirty="0" err="1">
                <a:solidFill>
                  <a:schemeClr val="bg1">
                    <a:lumMod val="50000"/>
                  </a:schemeClr>
                </a:solidFill>
                <a:latin typeface="Noto Sans Kr Bold"/>
                <a:ea typeface="Noto Sans Kr Bold"/>
                <a:cs typeface="Noto Sans Kr Bold"/>
                <a:sym typeface="Noto Sans Kr Bold"/>
              </a:rPr>
              <a:t>융합캡스톤디자인</a:t>
            </a:r>
            <a:r>
              <a:rPr lang="en-US" altLang="ko-KR" spc="8" dirty="0">
                <a:solidFill>
                  <a:schemeClr val="bg1">
                    <a:lumMod val="50000"/>
                  </a:schemeClr>
                </a:solidFill>
                <a:latin typeface="Noto Sans Kr Bold"/>
                <a:ea typeface="Noto Sans Kr Bold"/>
                <a:cs typeface="Noto Sans Kr Bold"/>
                <a:sym typeface="Noto Sans Kr Bold"/>
              </a:rPr>
              <a:t> </a:t>
            </a:r>
            <a:r>
              <a:rPr lang="en-US" altLang="ko-KR" spc="8" dirty="0" err="1">
                <a:solidFill>
                  <a:schemeClr val="bg1">
                    <a:lumMod val="50000"/>
                  </a:schemeClr>
                </a:solidFill>
                <a:latin typeface="Noto Sans Kr Bold"/>
                <a:ea typeface="Noto Sans Kr Bold"/>
                <a:cs typeface="Noto Sans Kr Bold"/>
                <a:sym typeface="Noto Sans Kr Bold"/>
              </a:rPr>
              <a:t>제안발표</a:t>
            </a:r>
            <a:endParaRPr lang="en-US" sz="1800" spc="6" dirty="0">
              <a:solidFill>
                <a:schemeClr val="bg1">
                  <a:lumMod val="50000"/>
                </a:schemeClr>
              </a:solidFill>
              <a:latin typeface="Noto Sans Kr Bold"/>
              <a:ea typeface="Noto Sans Kr Bold"/>
              <a:cs typeface="Noto Sans Kr Bold"/>
              <a:sym typeface="Noto Sans Kr Bold"/>
            </a:endParaRPr>
          </a:p>
        </p:txBody>
      </p:sp>
      <p:sp>
        <p:nvSpPr>
          <p:cNvPr id="4992" name="TextBox 30">
            <a:extLst>
              <a:ext uri="{FF2B5EF4-FFF2-40B4-BE49-F238E27FC236}">
                <a16:creationId xmlns:a16="http://schemas.microsoft.com/office/drawing/2014/main" id="{FC84F5F7-B9E9-A463-CA76-BADF5A0EBA09}"/>
              </a:ext>
            </a:extLst>
          </p:cNvPr>
          <p:cNvSpPr txBox="1"/>
          <p:nvPr/>
        </p:nvSpPr>
        <p:spPr>
          <a:xfrm>
            <a:off x="6880860" y="8496300"/>
            <a:ext cx="4526280" cy="357598"/>
          </a:xfrm>
          <a:prstGeom prst="rect">
            <a:avLst/>
          </a:prstGeom>
        </p:spPr>
        <p:txBody>
          <a:bodyPr lIns="0" tIns="0" rIns="0" bIns="0" rtlCol="0" anchor="t">
            <a:spAutoFit/>
          </a:bodyPr>
          <a:lstStyle/>
          <a:p>
            <a:pPr algn="ctr">
              <a:lnSpc>
                <a:spcPts val="2700"/>
              </a:lnSpc>
            </a:pPr>
            <a:r>
              <a:rPr lang="ko-KR" altLang="en-US" sz="3200" b="1" spc="8" dirty="0">
                <a:solidFill>
                  <a:srgbClr val="3C55CB"/>
                </a:solidFill>
                <a:latin typeface="Noto Sans Kr Bold"/>
                <a:ea typeface="Noto Sans Kr Bold"/>
                <a:cs typeface="Noto Sans Kr Bold"/>
                <a:sym typeface="Noto Sans Kr Bold"/>
              </a:rPr>
              <a:t>감사합니다</a:t>
            </a:r>
            <a:endParaRPr lang="en-US" sz="3200" b="1" spc="8" dirty="0">
              <a:solidFill>
                <a:srgbClr val="3C55CB"/>
              </a:solidFill>
              <a:latin typeface="Noto Sans Kr Bold"/>
              <a:ea typeface="Noto Sans Kr Bold"/>
              <a:cs typeface="Noto Sans Kr Bold"/>
              <a:sym typeface="Noto Sans Kr Bold"/>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178</TotalTime>
  <Words>2625</Words>
  <Application>Microsoft Macintosh PowerPoint</Application>
  <PresentationFormat>사용자 지정</PresentationFormat>
  <Paragraphs>467</Paragraphs>
  <Slides>12</Slides>
  <Notes>12</Notes>
  <HiddenSlides>0</HiddenSlides>
  <MMClips>0</MMClips>
  <ScaleCrop>false</ScaleCrop>
  <HeadingPairs>
    <vt:vector size="6" baseType="variant">
      <vt:variant>
        <vt:lpstr>사용한 글꼴</vt:lpstr>
      </vt:variant>
      <vt:variant>
        <vt:i4>5</vt:i4>
      </vt:variant>
      <vt:variant>
        <vt:lpstr>테마</vt:lpstr>
      </vt:variant>
      <vt:variant>
        <vt:i4>1</vt:i4>
      </vt:variant>
      <vt:variant>
        <vt:lpstr>슬라이드 제목</vt:lpstr>
      </vt:variant>
      <vt:variant>
        <vt:i4>12</vt:i4>
      </vt:variant>
    </vt:vector>
  </HeadingPairs>
  <TitlesOfParts>
    <vt:vector size="18" baseType="lpstr">
      <vt:lpstr>Calibri</vt:lpstr>
      <vt:lpstr>Arial</vt:lpstr>
      <vt:lpstr>Malgun Gothic</vt:lpstr>
      <vt:lpstr>Noto Sans Kr Bold</vt:lpstr>
      <vt:lpstr>Noto Sans Kr</vt:lpstr>
      <vt:lpstr>Office Theme</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아바타_캠스터디_제안발표_클로드 딸깍2.pptx</dc:title>
  <cp:lastModifiedBy>Kim Hyun</cp:lastModifiedBy>
  <cp:revision>7</cp:revision>
  <dcterms:created xsi:type="dcterms:W3CDTF">2006-08-16T00:00:00Z</dcterms:created>
  <dcterms:modified xsi:type="dcterms:W3CDTF">2026-09-29T14:38:17Z</dcterms:modified>
  <dc:identifier>DAHWZ1Mf6ds</dc:identifier>
</cp:coreProperties>
</file>